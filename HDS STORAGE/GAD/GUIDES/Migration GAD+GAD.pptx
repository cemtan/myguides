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0" r:id="rId4"/>
  </p:sldMasterIdLst>
  <p:notesMasterIdLst>
    <p:notesMasterId r:id="rId15"/>
  </p:notesMasterIdLst>
  <p:handoutMasterIdLst>
    <p:handoutMasterId r:id="rId16"/>
  </p:handoutMasterIdLst>
  <p:sldIdLst>
    <p:sldId id="363" r:id="rId5"/>
    <p:sldId id="359" r:id="rId6"/>
    <p:sldId id="397" r:id="rId7"/>
    <p:sldId id="402" r:id="rId8"/>
    <p:sldId id="401" r:id="rId9"/>
    <p:sldId id="400" r:id="rId10"/>
    <p:sldId id="403" r:id="rId11"/>
    <p:sldId id="404" r:id="rId12"/>
    <p:sldId id="358" r:id="rId13"/>
    <p:sldId id="346" r:id="rId14"/>
  </p:sldIdLst>
  <p:sldSz cx="9144000" cy="5143500" type="screen16x9"/>
  <p:notesSz cx="6858000" cy="9144000"/>
  <p:custDataLst>
    <p:tags r:id="rId1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>
          <p15:clr>
            <a:srgbClr val="A4A3A4"/>
          </p15:clr>
        </p15:guide>
        <p15:guide id="3" pos="5760" userDrawn="1">
          <p15:clr>
            <a:srgbClr val="A4A3A4"/>
          </p15:clr>
        </p15:guide>
        <p15:guide id="4" orient="horz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pos="173">
          <p15:clr>
            <a:srgbClr val="A4A3A4"/>
          </p15:clr>
        </p15:guide>
        <p15:guide id="4" pos="414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thleen Watson" initials="KW" lastIdx="1" clrIdx="0"/>
  <p:cmAuthor id="2" name="Kathleen Watson" initials="KW [2]" lastIdx="1" clrIdx="1"/>
  <p:cmAuthor id="3" name="Kathleen Watson" initials="KW [3]" lastIdx="1" clrIdx="2"/>
  <p:cmAuthor id="4" name="Kathleen Watson" initials="KW [4]" lastIdx="1" clrIdx="3"/>
  <p:cmAuthor id="5" name="Kathleen Watson" initials="KW [5]" lastIdx="1" clrIdx="4"/>
  <p:cmAuthor id="6" name="Kathleen Watson" initials="KW [6]" lastIdx="1" clrIdx="5"/>
  <p:cmAuthor id="7" name="Kathleen Watson" initials="KW [7]" lastIdx="1" clrIdx="6"/>
  <p:cmAuthor id="8" name="Kathleen Watson" initials="KW [8]" lastIdx="1" clrIdx="7"/>
  <p:cmAuthor id="9" name="Kathleen Watson" initials="KW [9]" lastIdx="1" clrIdx="8"/>
  <p:cmAuthor id="10" name="Kathleen Watson" initials="KW [10]" lastIdx="1" clrIdx="9"/>
  <p:cmAuthor id="11" name="Kathleen Watson" initials="KW [11]" lastIdx="1" clrIdx="10"/>
  <p:cmAuthor id="12" name="Kathleen Watson" initials="KW [12]" lastIdx="1" clrIdx="11"/>
  <p:cmAuthor id="13" name="Jeff San Miguel" initials="JSM" lastIdx="1" clrIdx="12"/>
  <p:cmAuthor id="14" name="Jeff San Miguel" initials="JSM [2]" lastIdx="1" clrIdx="13"/>
  <p:cmAuthor id="15" name="Jeff San Miguel" initials="JSM [3]" lastIdx="1" clrIdx="14"/>
  <p:cmAuthor id="16" name="Jeff San Miguel" initials="JSM [4]" lastIdx="1" clrIdx="15"/>
  <p:cmAuthor id="17" name="Jeff San Miguel" initials="JSM [5]" lastIdx="1" clrIdx="16"/>
  <p:cmAuthor id="18" name="Jeff San Miguel" initials="JSM [6]" lastIdx="1" clrIdx="17"/>
  <p:cmAuthor id="19" name="Jeff San Miguel" initials="JSM [7]" lastIdx="1" clrIdx="18"/>
  <p:cmAuthor id="20" name="Jeff San Miguel" initials="JSM [8]" lastIdx="1" clrIdx="19"/>
  <p:cmAuthor id="21" name="Jeff San Miguel" initials="JSM [9]" lastIdx="1" clrIdx="2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1C2C"/>
    <a:srgbClr val="072941"/>
    <a:srgbClr val="53E2DD"/>
    <a:srgbClr val="F2F1F1"/>
    <a:srgbClr val="E8E8E7"/>
    <a:srgbClr val="271E1C"/>
    <a:srgbClr val="0E1628"/>
    <a:srgbClr val="000000"/>
    <a:srgbClr val="135295"/>
    <a:srgbClr val="032F46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716" autoAdjust="0"/>
    <p:restoredTop sz="86395" autoAdjust="0"/>
  </p:normalViewPr>
  <p:slideViewPr>
    <p:cSldViewPr snapToGrid="0" snapToObjects="1" showGuides="1">
      <p:cViewPr varScale="1">
        <p:scale>
          <a:sx n="101" d="100"/>
          <a:sy n="101" d="100"/>
        </p:scale>
        <p:origin x="544" y="68"/>
      </p:cViewPr>
      <p:guideLst>
        <p:guide orient="horz" pos="3240"/>
        <p:guide/>
        <p:guide pos="5760"/>
        <p:guide orient="horz"/>
      </p:guideLst>
    </p:cSldViewPr>
  </p:slideViewPr>
  <p:outlineViewPr>
    <p:cViewPr>
      <p:scale>
        <a:sx n="33" d="100"/>
        <a:sy n="33" d="100"/>
      </p:scale>
      <p:origin x="0" y="-260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153" d="100"/>
          <a:sy n="153" d="100"/>
        </p:scale>
        <p:origin x="5880" y="176"/>
      </p:cViewPr>
      <p:guideLst>
        <p:guide orient="horz" pos="2880"/>
        <p:guide pos="2160"/>
        <p:guide pos="173"/>
        <p:guide pos="414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B3F974-BB90-4059-9901-8147A3A63439}" type="datetimeFigureOut">
              <a:rPr lang="en-US" smtClean="0"/>
              <a:pPr/>
              <a:t>5/31/2024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55FBB6-509D-433A-BC0A-FC2E7C728BA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38065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84200" y="849313"/>
            <a:ext cx="5689600" cy="3200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55010" y="4236396"/>
            <a:ext cx="6414557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9926254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171450" indent="-171450" algn="l" defTabSz="914400" rtl="0" eaLnBrk="1" latinLnBrk="0" hangingPunct="1">
      <a:lnSpc>
        <a:spcPct val="95000"/>
      </a:lnSpc>
      <a:spcBef>
        <a:spcPts val="800"/>
      </a:spcBef>
      <a:spcAft>
        <a:spcPts val="600"/>
      </a:spcAft>
      <a:buClr>
        <a:schemeClr val="accent2"/>
      </a:buClr>
      <a:buFont typeface="Wingdings" pitchFamily="2" charset="2"/>
      <a:buChar char="§"/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39725" indent="-165100" algn="l" defTabSz="914400" rtl="0" eaLnBrk="1" latinLnBrk="0" hangingPunct="1">
      <a:lnSpc>
        <a:spcPct val="85000"/>
      </a:lnSpc>
      <a:spcBef>
        <a:spcPts val="0"/>
      </a:spcBef>
      <a:spcAft>
        <a:spcPts val="400"/>
      </a:spcAft>
      <a:buClr>
        <a:schemeClr val="tx1">
          <a:lumMod val="85000"/>
          <a:lumOff val="15000"/>
        </a:schemeClr>
      </a:buClr>
      <a:buFont typeface="HelveticaNeueLT Std" pitchFamily="34" charset="0"/>
      <a:buChar char="‐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57200" indent="-117475" algn="l" defTabSz="914400" rtl="0" eaLnBrk="1" latinLnBrk="0" hangingPunct="1">
      <a:lnSpc>
        <a:spcPct val="85000"/>
      </a:lnSpc>
      <a:spcBef>
        <a:spcPts val="0"/>
      </a:spcBef>
      <a:spcAft>
        <a:spcPts val="400"/>
      </a:spcAft>
      <a:buClr>
        <a:schemeClr val="tx1">
          <a:lumMod val="85000"/>
          <a:lumOff val="15000"/>
        </a:schemeClr>
      </a:buClr>
      <a:buFont typeface="HelveticaNeueLT Std" pitchFamily="34" charset="0"/>
      <a:buChar char="‐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574675" indent="-117475" algn="l" defTabSz="914400" rtl="0" eaLnBrk="1" latinLnBrk="0" hangingPunct="1">
      <a:lnSpc>
        <a:spcPct val="85000"/>
      </a:lnSpc>
      <a:spcBef>
        <a:spcPts val="0"/>
      </a:spcBef>
      <a:spcAft>
        <a:spcPts val="400"/>
      </a:spcAft>
      <a:buClr>
        <a:schemeClr val="tx1">
          <a:lumMod val="85000"/>
          <a:lumOff val="15000"/>
        </a:schemeClr>
      </a:buClr>
      <a:buFont typeface="HelveticaNeueLT Std" pitchFamily="34" charset="0"/>
      <a:buChar char="‐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739775" indent="-165100" algn="l" defTabSz="914400" rtl="0" eaLnBrk="1" latinLnBrk="0" hangingPunct="1">
      <a:lnSpc>
        <a:spcPct val="85000"/>
      </a:lnSpc>
      <a:spcBef>
        <a:spcPts val="0"/>
      </a:spcBef>
      <a:spcAft>
        <a:spcPts val="400"/>
      </a:spcAft>
      <a:buClr>
        <a:schemeClr val="tx1">
          <a:lumMod val="85000"/>
          <a:lumOff val="15000"/>
        </a:schemeClr>
      </a:buClr>
      <a:buFont typeface="HelveticaNeueLT Std" pitchFamily="34" charset="0"/>
      <a:buChar char="‐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96744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84200" y="849313"/>
            <a:ext cx="5689600" cy="3200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96887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84200" y="849313"/>
            <a:ext cx="5689600" cy="3200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87909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84200" y="849313"/>
            <a:ext cx="5689600" cy="3200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8328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84200" y="849313"/>
            <a:ext cx="5689600" cy="3200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54158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84200" y="849313"/>
            <a:ext cx="5689600" cy="3200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12959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84200" y="849313"/>
            <a:ext cx="5689600" cy="3200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17101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84200" y="849313"/>
            <a:ext cx="5689600" cy="3200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69696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84200" y="849313"/>
            <a:ext cx="5689600" cy="3200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5667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7ACDC84-9652-9E4A-BE0F-CCED6E9B50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31735" y="0"/>
            <a:ext cx="3212265" cy="5157216"/>
          </a:xfrm>
          <a:prstGeom prst="rect">
            <a:avLst/>
          </a:prstGeom>
        </p:spPr>
      </p:pic>
      <p:sp>
        <p:nvSpPr>
          <p:cNvPr id="70" name="Rectangle 69">
            <a:extLst>
              <a:ext uri="{FF2B5EF4-FFF2-40B4-BE49-F238E27FC236}">
                <a16:creationId xmlns:a16="http://schemas.microsoft.com/office/drawing/2014/main" id="{02890FDD-E5D1-4099-9F8C-FDDC8845E06F}"/>
              </a:ext>
            </a:extLst>
          </p:cNvPr>
          <p:cNvSpPr/>
          <p:nvPr userDrawn="1"/>
        </p:nvSpPr>
        <p:spPr>
          <a:xfrm>
            <a:off x="5942892" y="0"/>
            <a:ext cx="3201108" cy="5157216"/>
          </a:xfrm>
          <a:prstGeom prst="rect">
            <a:avLst/>
          </a:prstGeom>
          <a:gradFill flip="none" rotWithShape="1">
            <a:gsLst>
              <a:gs pos="62000">
                <a:schemeClr val="tx2">
                  <a:alpha val="0"/>
                </a:schemeClr>
              </a:gs>
              <a:gs pos="100000">
                <a:schemeClr val="tx2">
                  <a:alpha val="69000"/>
                </a:schemeClr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EF58E61-59AF-0B40-BD87-B8415DF5B20F}"/>
              </a:ext>
            </a:extLst>
          </p:cNvPr>
          <p:cNvGrpSpPr/>
          <p:nvPr userDrawn="1"/>
        </p:nvGrpSpPr>
        <p:grpSpPr>
          <a:xfrm>
            <a:off x="7684916" y="225821"/>
            <a:ext cx="1247901" cy="356665"/>
            <a:chOff x="2751138" y="3262313"/>
            <a:chExt cx="4665662" cy="1333500"/>
          </a:xfrm>
          <a:solidFill>
            <a:schemeClr val="bg1"/>
          </a:solidFill>
        </p:grpSpPr>
        <p:sp>
          <p:nvSpPr>
            <p:cNvPr id="43" name="Freeform 1">
              <a:extLst>
                <a:ext uri="{FF2B5EF4-FFF2-40B4-BE49-F238E27FC236}">
                  <a16:creationId xmlns:a16="http://schemas.microsoft.com/office/drawing/2014/main" id="{199E89AD-2705-134A-918E-26469FC8CD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0138" y="3275013"/>
              <a:ext cx="673100" cy="631825"/>
            </a:xfrm>
            <a:custGeom>
              <a:avLst/>
              <a:gdLst>
                <a:gd name="T0" fmla="*/ 465 w 1868"/>
                <a:gd name="T1" fmla="*/ 0 h 1755"/>
                <a:gd name="T2" fmla="*/ 465 w 1868"/>
                <a:gd name="T3" fmla="*/ 700 h 1755"/>
                <a:gd name="T4" fmla="*/ 1402 w 1868"/>
                <a:gd name="T5" fmla="*/ 700 h 1755"/>
                <a:gd name="T6" fmla="*/ 1402 w 1868"/>
                <a:gd name="T7" fmla="*/ 0 h 1755"/>
                <a:gd name="T8" fmla="*/ 1867 w 1868"/>
                <a:gd name="T9" fmla="*/ 0 h 1755"/>
                <a:gd name="T10" fmla="*/ 1867 w 1868"/>
                <a:gd name="T11" fmla="*/ 1754 h 1755"/>
                <a:gd name="T12" fmla="*/ 1402 w 1868"/>
                <a:gd name="T13" fmla="*/ 1754 h 1755"/>
                <a:gd name="T14" fmla="*/ 1402 w 1868"/>
                <a:gd name="T15" fmla="*/ 983 h 1755"/>
                <a:gd name="T16" fmla="*/ 465 w 1868"/>
                <a:gd name="T17" fmla="*/ 983 h 1755"/>
                <a:gd name="T18" fmla="*/ 465 w 1868"/>
                <a:gd name="T19" fmla="*/ 1754 h 1755"/>
                <a:gd name="T20" fmla="*/ 0 w 1868"/>
                <a:gd name="T21" fmla="*/ 1754 h 1755"/>
                <a:gd name="T22" fmla="*/ 0 w 1868"/>
                <a:gd name="T23" fmla="*/ 0 h 1755"/>
                <a:gd name="T24" fmla="*/ 465 w 1868"/>
                <a:gd name="T25" fmla="*/ 0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68" h="1755">
                  <a:moveTo>
                    <a:pt x="465" y="0"/>
                  </a:moveTo>
                  <a:cubicBezTo>
                    <a:pt x="465" y="0"/>
                    <a:pt x="465" y="705"/>
                    <a:pt x="465" y="700"/>
                  </a:cubicBezTo>
                  <a:lnTo>
                    <a:pt x="1402" y="700"/>
                  </a:lnTo>
                  <a:cubicBezTo>
                    <a:pt x="1402" y="705"/>
                    <a:pt x="1402" y="0"/>
                    <a:pt x="1402" y="0"/>
                  </a:cubicBezTo>
                  <a:cubicBezTo>
                    <a:pt x="1402" y="0"/>
                    <a:pt x="1863" y="0"/>
                    <a:pt x="1867" y="0"/>
                  </a:cubicBezTo>
                  <a:cubicBezTo>
                    <a:pt x="1867" y="0"/>
                    <a:pt x="1867" y="1750"/>
                    <a:pt x="1867" y="1754"/>
                  </a:cubicBezTo>
                  <a:lnTo>
                    <a:pt x="1402" y="1754"/>
                  </a:lnTo>
                  <a:cubicBezTo>
                    <a:pt x="1402" y="1754"/>
                    <a:pt x="1402" y="987"/>
                    <a:pt x="1402" y="983"/>
                  </a:cubicBezTo>
                  <a:cubicBezTo>
                    <a:pt x="1402" y="987"/>
                    <a:pt x="465" y="983"/>
                    <a:pt x="465" y="983"/>
                  </a:cubicBezTo>
                  <a:cubicBezTo>
                    <a:pt x="465" y="987"/>
                    <a:pt x="465" y="1754"/>
                    <a:pt x="465" y="1754"/>
                  </a:cubicBezTo>
                  <a:lnTo>
                    <a:pt x="0" y="1754"/>
                  </a:lnTo>
                  <a:cubicBezTo>
                    <a:pt x="0" y="1754"/>
                    <a:pt x="4" y="0"/>
                    <a:pt x="0" y="0"/>
                  </a:cubicBezTo>
                  <a:lnTo>
                    <a:pt x="46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44" name="Freeform 2">
              <a:extLst>
                <a:ext uri="{FF2B5EF4-FFF2-40B4-BE49-F238E27FC236}">
                  <a16:creationId xmlns:a16="http://schemas.microsoft.com/office/drawing/2014/main" id="{0494D0CA-794C-0E4B-AA3F-CCDBD58298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3050" y="3275013"/>
              <a:ext cx="677863" cy="631825"/>
            </a:xfrm>
            <a:custGeom>
              <a:avLst/>
              <a:gdLst>
                <a:gd name="T0" fmla="*/ 1883 w 1884"/>
                <a:gd name="T1" fmla="*/ 0 h 1755"/>
                <a:gd name="T2" fmla="*/ 1883 w 1884"/>
                <a:gd name="T3" fmla="*/ 298 h 1755"/>
                <a:gd name="T4" fmla="*/ 1174 w 1884"/>
                <a:gd name="T5" fmla="*/ 298 h 1755"/>
                <a:gd name="T6" fmla="*/ 1174 w 1884"/>
                <a:gd name="T7" fmla="*/ 1754 h 1755"/>
                <a:gd name="T8" fmla="*/ 709 w 1884"/>
                <a:gd name="T9" fmla="*/ 1754 h 1755"/>
                <a:gd name="T10" fmla="*/ 709 w 1884"/>
                <a:gd name="T11" fmla="*/ 298 h 1755"/>
                <a:gd name="T12" fmla="*/ 0 w 1884"/>
                <a:gd name="T13" fmla="*/ 298 h 1755"/>
                <a:gd name="T14" fmla="*/ 0 w 1884"/>
                <a:gd name="T15" fmla="*/ 0 h 1755"/>
                <a:gd name="T16" fmla="*/ 1883 w 1884"/>
                <a:gd name="T17" fmla="*/ 0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84" h="1755">
                  <a:moveTo>
                    <a:pt x="1883" y="0"/>
                  </a:moveTo>
                  <a:cubicBezTo>
                    <a:pt x="1883" y="4"/>
                    <a:pt x="1883" y="298"/>
                    <a:pt x="1883" y="298"/>
                  </a:cubicBezTo>
                  <a:lnTo>
                    <a:pt x="1174" y="298"/>
                  </a:lnTo>
                  <a:lnTo>
                    <a:pt x="1174" y="1754"/>
                  </a:lnTo>
                  <a:lnTo>
                    <a:pt x="709" y="1754"/>
                  </a:lnTo>
                  <a:lnTo>
                    <a:pt x="709" y="298"/>
                  </a:lnTo>
                  <a:lnTo>
                    <a:pt x="0" y="298"/>
                  </a:lnTo>
                  <a:lnTo>
                    <a:pt x="0" y="0"/>
                  </a:lnTo>
                  <a:lnTo>
                    <a:pt x="1883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45" name="Freeform 3">
              <a:extLst>
                <a:ext uri="{FF2B5EF4-FFF2-40B4-BE49-F238E27FC236}">
                  <a16:creationId xmlns:a16="http://schemas.microsoft.com/office/drawing/2014/main" id="{9DCC5901-D10A-FB4A-B33B-ED481418C9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4863" y="3275013"/>
              <a:ext cx="796925" cy="631825"/>
            </a:xfrm>
            <a:custGeom>
              <a:avLst/>
              <a:gdLst>
                <a:gd name="T0" fmla="*/ 2214 w 2215"/>
                <a:gd name="T1" fmla="*/ 1754 h 1755"/>
                <a:gd name="T2" fmla="*/ 1695 w 2215"/>
                <a:gd name="T3" fmla="*/ 1754 h 1755"/>
                <a:gd name="T4" fmla="*/ 1542 w 2215"/>
                <a:gd name="T5" fmla="*/ 1377 h 1755"/>
                <a:gd name="T6" fmla="*/ 672 w 2215"/>
                <a:gd name="T7" fmla="*/ 1377 h 1755"/>
                <a:gd name="T8" fmla="*/ 518 w 2215"/>
                <a:gd name="T9" fmla="*/ 1754 h 1755"/>
                <a:gd name="T10" fmla="*/ 0 w 2215"/>
                <a:gd name="T11" fmla="*/ 1754 h 1755"/>
                <a:gd name="T12" fmla="*/ 825 w 2215"/>
                <a:gd name="T13" fmla="*/ 0 h 1755"/>
                <a:gd name="T14" fmla="*/ 1392 w 2215"/>
                <a:gd name="T15" fmla="*/ 0 h 1755"/>
                <a:gd name="T16" fmla="*/ 2214 w 2215"/>
                <a:gd name="T17" fmla="*/ 1754 h 1755"/>
                <a:gd name="T18" fmla="*/ 788 w 2215"/>
                <a:gd name="T19" fmla="*/ 1095 h 1755"/>
                <a:gd name="T20" fmla="*/ 1434 w 2215"/>
                <a:gd name="T21" fmla="*/ 1095 h 1755"/>
                <a:gd name="T22" fmla="*/ 1107 w 2215"/>
                <a:gd name="T23" fmla="*/ 298 h 1755"/>
                <a:gd name="T24" fmla="*/ 788 w 2215"/>
                <a:gd name="T25" fmla="*/ 1095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15" h="1755">
                  <a:moveTo>
                    <a:pt x="2214" y="1754"/>
                  </a:moveTo>
                  <a:cubicBezTo>
                    <a:pt x="2214" y="1754"/>
                    <a:pt x="1691" y="1754"/>
                    <a:pt x="1695" y="1754"/>
                  </a:cubicBezTo>
                  <a:lnTo>
                    <a:pt x="1542" y="1377"/>
                  </a:lnTo>
                  <a:lnTo>
                    <a:pt x="672" y="1377"/>
                  </a:lnTo>
                  <a:cubicBezTo>
                    <a:pt x="672" y="1377"/>
                    <a:pt x="522" y="1754"/>
                    <a:pt x="518" y="1754"/>
                  </a:cubicBezTo>
                  <a:lnTo>
                    <a:pt x="0" y="1754"/>
                  </a:lnTo>
                  <a:lnTo>
                    <a:pt x="825" y="0"/>
                  </a:lnTo>
                  <a:lnTo>
                    <a:pt x="1392" y="0"/>
                  </a:lnTo>
                  <a:lnTo>
                    <a:pt x="2214" y="1754"/>
                  </a:lnTo>
                  <a:close/>
                  <a:moveTo>
                    <a:pt x="788" y="1095"/>
                  </a:moveTo>
                  <a:lnTo>
                    <a:pt x="1434" y="1095"/>
                  </a:lnTo>
                  <a:lnTo>
                    <a:pt x="1107" y="298"/>
                  </a:lnTo>
                  <a:lnTo>
                    <a:pt x="788" y="1095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46" name="Freeform 4">
              <a:extLst>
                <a:ext uri="{FF2B5EF4-FFF2-40B4-BE49-F238E27FC236}">
                  <a16:creationId xmlns:a16="http://schemas.microsoft.com/office/drawing/2014/main" id="{E89E2B8D-ACF0-2F45-AEFB-BDDCF2F74F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85000" y="3275013"/>
              <a:ext cx="166688" cy="631825"/>
            </a:xfrm>
            <a:custGeom>
              <a:avLst/>
              <a:gdLst>
                <a:gd name="T0" fmla="*/ 232 w 465"/>
                <a:gd name="T1" fmla="*/ 1754 h 1755"/>
                <a:gd name="T2" fmla="*/ 0 w 465"/>
                <a:gd name="T3" fmla="*/ 1754 h 1755"/>
                <a:gd name="T4" fmla="*/ 0 w 465"/>
                <a:gd name="T5" fmla="*/ 0 h 1755"/>
                <a:gd name="T6" fmla="*/ 464 w 465"/>
                <a:gd name="T7" fmla="*/ 0 h 1755"/>
                <a:gd name="T8" fmla="*/ 464 w 465"/>
                <a:gd name="T9" fmla="*/ 1754 h 1755"/>
                <a:gd name="T10" fmla="*/ 232 w 465"/>
                <a:gd name="T11" fmla="*/ 1754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5" h="1755">
                  <a:moveTo>
                    <a:pt x="232" y="1754"/>
                  </a:moveTo>
                  <a:lnTo>
                    <a:pt x="0" y="1754"/>
                  </a:lnTo>
                  <a:lnTo>
                    <a:pt x="0" y="0"/>
                  </a:lnTo>
                  <a:lnTo>
                    <a:pt x="464" y="0"/>
                  </a:lnTo>
                  <a:lnTo>
                    <a:pt x="464" y="1754"/>
                  </a:lnTo>
                  <a:lnTo>
                    <a:pt x="232" y="175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48" name="Freeform 5">
              <a:extLst>
                <a:ext uri="{FF2B5EF4-FFF2-40B4-BE49-F238E27FC236}">
                  <a16:creationId xmlns:a16="http://schemas.microsoft.com/office/drawing/2014/main" id="{22029583-0D66-5343-987C-CF43A574E8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9588" y="3275013"/>
              <a:ext cx="673100" cy="631825"/>
            </a:xfrm>
            <a:custGeom>
              <a:avLst/>
              <a:gdLst>
                <a:gd name="T0" fmla="*/ 465 w 1868"/>
                <a:gd name="T1" fmla="*/ 0 h 1755"/>
                <a:gd name="T2" fmla="*/ 465 w 1868"/>
                <a:gd name="T3" fmla="*/ 700 h 1755"/>
                <a:gd name="T4" fmla="*/ 1402 w 1868"/>
                <a:gd name="T5" fmla="*/ 700 h 1755"/>
                <a:gd name="T6" fmla="*/ 1402 w 1868"/>
                <a:gd name="T7" fmla="*/ 0 h 1755"/>
                <a:gd name="T8" fmla="*/ 1867 w 1868"/>
                <a:gd name="T9" fmla="*/ 0 h 1755"/>
                <a:gd name="T10" fmla="*/ 1867 w 1868"/>
                <a:gd name="T11" fmla="*/ 1754 h 1755"/>
                <a:gd name="T12" fmla="*/ 1402 w 1868"/>
                <a:gd name="T13" fmla="*/ 1754 h 1755"/>
                <a:gd name="T14" fmla="*/ 1402 w 1868"/>
                <a:gd name="T15" fmla="*/ 983 h 1755"/>
                <a:gd name="T16" fmla="*/ 465 w 1868"/>
                <a:gd name="T17" fmla="*/ 983 h 1755"/>
                <a:gd name="T18" fmla="*/ 465 w 1868"/>
                <a:gd name="T19" fmla="*/ 1754 h 1755"/>
                <a:gd name="T20" fmla="*/ 0 w 1868"/>
                <a:gd name="T21" fmla="*/ 1754 h 1755"/>
                <a:gd name="T22" fmla="*/ 0 w 1868"/>
                <a:gd name="T23" fmla="*/ 0 h 1755"/>
                <a:gd name="T24" fmla="*/ 465 w 1868"/>
                <a:gd name="T25" fmla="*/ 0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68" h="1755">
                  <a:moveTo>
                    <a:pt x="465" y="0"/>
                  </a:moveTo>
                  <a:cubicBezTo>
                    <a:pt x="465" y="0"/>
                    <a:pt x="465" y="705"/>
                    <a:pt x="465" y="700"/>
                  </a:cubicBezTo>
                  <a:lnTo>
                    <a:pt x="1402" y="700"/>
                  </a:lnTo>
                  <a:cubicBezTo>
                    <a:pt x="1402" y="705"/>
                    <a:pt x="1402" y="0"/>
                    <a:pt x="1402" y="0"/>
                  </a:cubicBezTo>
                  <a:cubicBezTo>
                    <a:pt x="1402" y="0"/>
                    <a:pt x="1863" y="0"/>
                    <a:pt x="1867" y="0"/>
                  </a:cubicBezTo>
                  <a:cubicBezTo>
                    <a:pt x="1867" y="0"/>
                    <a:pt x="1867" y="1750"/>
                    <a:pt x="1867" y="1754"/>
                  </a:cubicBezTo>
                  <a:lnTo>
                    <a:pt x="1402" y="1754"/>
                  </a:lnTo>
                  <a:cubicBezTo>
                    <a:pt x="1402" y="1754"/>
                    <a:pt x="1402" y="987"/>
                    <a:pt x="1402" y="983"/>
                  </a:cubicBezTo>
                  <a:cubicBezTo>
                    <a:pt x="1402" y="987"/>
                    <a:pt x="465" y="983"/>
                    <a:pt x="465" y="983"/>
                  </a:cubicBezTo>
                  <a:cubicBezTo>
                    <a:pt x="465" y="987"/>
                    <a:pt x="465" y="1754"/>
                    <a:pt x="465" y="1754"/>
                  </a:cubicBezTo>
                  <a:lnTo>
                    <a:pt x="0" y="1754"/>
                  </a:lnTo>
                  <a:cubicBezTo>
                    <a:pt x="0" y="1754"/>
                    <a:pt x="5" y="0"/>
                    <a:pt x="0" y="0"/>
                  </a:cubicBezTo>
                  <a:lnTo>
                    <a:pt x="46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49" name="Freeform 6">
              <a:extLst>
                <a:ext uri="{FF2B5EF4-FFF2-40B4-BE49-F238E27FC236}">
                  <a16:creationId xmlns:a16="http://schemas.microsoft.com/office/drawing/2014/main" id="{853178F1-F0AF-6240-8FB2-09BC14B17D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4450" y="3275013"/>
              <a:ext cx="168275" cy="631825"/>
            </a:xfrm>
            <a:custGeom>
              <a:avLst/>
              <a:gdLst>
                <a:gd name="T0" fmla="*/ 233 w 466"/>
                <a:gd name="T1" fmla="*/ 1754 h 1755"/>
                <a:gd name="T2" fmla="*/ 0 w 466"/>
                <a:gd name="T3" fmla="*/ 1754 h 1755"/>
                <a:gd name="T4" fmla="*/ 0 w 466"/>
                <a:gd name="T5" fmla="*/ 0 h 1755"/>
                <a:gd name="T6" fmla="*/ 465 w 466"/>
                <a:gd name="T7" fmla="*/ 0 h 1755"/>
                <a:gd name="T8" fmla="*/ 465 w 466"/>
                <a:gd name="T9" fmla="*/ 1754 h 1755"/>
                <a:gd name="T10" fmla="*/ 233 w 466"/>
                <a:gd name="T11" fmla="*/ 1754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6" h="1755">
                  <a:moveTo>
                    <a:pt x="233" y="1754"/>
                  </a:moveTo>
                  <a:lnTo>
                    <a:pt x="0" y="1754"/>
                  </a:lnTo>
                  <a:lnTo>
                    <a:pt x="0" y="0"/>
                  </a:lnTo>
                  <a:lnTo>
                    <a:pt x="465" y="0"/>
                  </a:lnTo>
                  <a:lnTo>
                    <a:pt x="465" y="1754"/>
                  </a:lnTo>
                  <a:lnTo>
                    <a:pt x="233" y="175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50" name="Freeform 7">
              <a:extLst>
                <a:ext uri="{FF2B5EF4-FFF2-40B4-BE49-F238E27FC236}">
                  <a16:creationId xmlns:a16="http://schemas.microsoft.com/office/drawing/2014/main" id="{587CA836-2BC9-604B-8F93-B6FA817F99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3213" y="3262313"/>
              <a:ext cx="715962" cy="663575"/>
            </a:xfrm>
            <a:custGeom>
              <a:avLst/>
              <a:gdLst>
                <a:gd name="T0" fmla="*/ 62 w 1988"/>
                <a:gd name="T1" fmla="*/ 1307 h 1842"/>
                <a:gd name="T2" fmla="*/ 0 w 1988"/>
                <a:gd name="T3" fmla="*/ 933 h 1842"/>
                <a:gd name="T4" fmla="*/ 120 w 1988"/>
                <a:gd name="T5" fmla="*/ 423 h 1842"/>
                <a:gd name="T6" fmla="*/ 518 w 1988"/>
                <a:gd name="T7" fmla="*/ 91 h 1842"/>
                <a:gd name="T8" fmla="*/ 1033 w 1988"/>
                <a:gd name="T9" fmla="*/ 0 h 1842"/>
                <a:gd name="T10" fmla="*/ 1618 w 1988"/>
                <a:gd name="T11" fmla="*/ 125 h 1842"/>
                <a:gd name="T12" fmla="*/ 1950 w 1988"/>
                <a:gd name="T13" fmla="*/ 531 h 1842"/>
                <a:gd name="T14" fmla="*/ 1966 w 1988"/>
                <a:gd name="T15" fmla="*/ 643 h 1842"/>
                <a:gd name="T16" fmla="*/ 1481 w 1988"/>
                <a:gd name="T17" fmla="*/ 643 h 1842"/>
                <a:gd name="T18" fmla="*/ 1456 w 1988"/>
                <a:gd name="T19" fmla="*/ 506 h 1842"/>
                <a:gd name="T20" fmla="*/ 1240 w 1988"/>
                <a:gd name="T21" fmla="*/ 303 h 1842"/>
                <a:gd name="T22" fmla="*/ 1037 w 1988"/>
                <a:gd name="T23" fmla="*/ 274 h 1842"/>
                <a:gd name="T24" fmla="*/ 809 w 1988"/>
                <a:gd name="T25" fmla="*/ 315 h 1842"/>
                <a:gd name="T26" fmla="*/ 556 w 1988"/>
                <a:gd name="T27" fmla="*/ 573 h 1842"/>
                <a:gd name="T28" fmla="*/ 494 w 1988"/>
                <a:gd name="T29" fmla="*/ 942 h 1842"/>
                <a:gd name="T30" fmla="*/ 539 w 1988"/>
                <a:gd name="T31" fmla="*/ 1249 h 1842"/>
                <a:gd name="T32" fmla="*/ 792 w 1988"/>
                <a:gd name="T33" fmla="*/ 1527 h 1842"/>
                <a:gd name="T34" fmla="*/ 1041 w 1988"/>
                <a:gd name="T35" fmla="*/ 1572 h 1842"/>
                <a:gd name="T36" fmla="*/ 1257 w 1988"/>
                <a:gd name="T37" fmla="*/ 1539 h 1842"/>
                <a:gd name="T38" fmla="*/ 1460 w 1988"/>
                <a:gd name="T39" fmla="*/ 1356 h 1842"/>
                <a:gd name="T40" fmla="*/ 1497 w 1988"/>
                <a:gd name="T41" fmla="*/ 1170 h 1842"/>
                <a:gd name="T42" fmla="*/ 1987 w 1988"/>
                <a:gd name="T43" fmla="*/ 1170 h 1842"/>
                <a:gd name="T44" fmla="*/ 1962 w 1988"/>
                <a:gd name="T45" fmla="*/ 1336 h 1842"/>
                <a:gd name="T46" fmla="*/ 1638 w 1988"/>
                <a:gd name="T47" fmla="*/ 1721 h 1842"/>
                <a:gd name="T48" fmla="*/ 1041 w 1988"/>
                <a:gd name="T49" fmla="*/ 1841 h 1842"/>
                <a:gd name="T50" fmla="*/ 568 w 1988"/>
                <a:gd name="T51" fmla="*/ 1771 h 1842"/>
                <a:gd name="T52" fmla="*/ 62 w 1988"/>
                <a:gd name="T53" fmla="*/ 1307 h 1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988" h="1842">
                  <a:moveTo>
                    <a:pt x="62" y="1307"/>
                  </a:moveTo>
                  <a:cubicBezTo>
                    <a:pt x="21" y="1191"/>
                    <a:pt x="0" y="1066"/>
                    <a:pt x="0" y="933"/>
                  </a:cubicBezTo>
                  <a:cubicBezTo>
                    <a:pt x="0" y="751"/>
                    <a:pt x="33" y="573"/>
                    <a:pt x="120" y="423"/>
                  </a:cubicBezTo>
                  <a:cubicBezTo>
                    <a:pt x="211" y="270"/>
                    <a:pt x="348" y="154"/>
                    <a:pt x="518" y="91"/>
                  </a:cubicBezTo>
                  <a:cubicBezTo>
                    <a:pt x="680" y="33"/>
                    <a:pt x="850" y="0"/>
                    <a:pt x="1033" y="0"/>
                  </a:cubicBezTo>
                  <a:cubicBezTo>
                    <a:pt x="1240" y="0"/>
                    <a:pt x="1439" y="46"/>
                    <a:pt x="1618" y="125"/>
                  </a:cubicBezTo>
                  <a:cubicBezTo>
                    <a:pt x="1784" y="195"/>
                    <a:pt x="1912" y="349"/>
                    <a:pt x="1950" y="531"/>
                  </a:cubicBezTo>
                  <a:cubicBezTo>
                    <a:pt x="1958" y="568"/>
                    <a:pt x="1962" y="606"/>
                    <a:pt x="1966" y="643"/>
                  </a:cubicBezTo>
                  <a:lnTo>
                    <a:pt x="1481" y="643"/>
                  </a:lnTo>
                  <a:cubicBezTo>
                    <a:pt x="1481" y="597"/>
                    <a:pt x="1472" y="552"/>
                    <a:pt x="1456" y="506"/>
                  </a:cubicBezTo>
                  <a:cubicBezTo>
                    <a:pt x="1419" y="411"/>
                    <a:pt x="1340" y="332"/>
                    <a:pt x="1240" y="303"/>
                  </a:cubicBezTo>
                  <a:cubicBezTo>
                    <a:pt x="1174" y="282"/>
                    <a:pt x="1107" y="274"/>
                    <a:pt x="1037" y="274"/>
                  </a:cubicBezTo>
                  <a:cubicBezTo>
                    <a:pt x="958" y="274"/>
                    <a:pt x="879" y="286"/>
                    <a:pt x="809" y="315"/>
                  </a:cubicBezTo>
                  <a:cubicBezTo>
                    <a:pt x="688" y="357"/>
                    <a:pt x="597" y="452"/>
                    <a:pt x="556" y="573"/>
                  </a:cubicBezTo>
                  <a:cubicBezTo>
                    <a:pt x="514" y="689"/>
                    <a:pt x="494" y="813"/>
                    <a:pt x="494" y="942"/>
                  </a:cubicBezTo>
                  <a:cubicBezTo>
                    <a:pt x="494" y="1050"/>
                    <a:pt x="510" y="1153"/>
                    <a:pt x="539" y="1249"/>
                  </a:cubicBezTo>
                  <a:cubicBezTo>
                    <a:pt x="572" y="1377"/>
                    <a:pt x="672" y="1481"/>
                    <a:pt x="792" y="1527"/>
                  </a:cubicBezTo>
                  <a:cubicBezTo>
                    <a:pt x="871" y="1556"/>
                    <a:pt x="954" y="1572"/>
                    <a:pt x="1041" y="1572"/>
                  </a:cubicBezTo>
                  <a:cubicBezTo>
                    <a:pt x="1116" y="1572"/>
                    <a:pt x="1186" y="1560"/>
                    <a:pt x="1257" y="1539"/>
                  </a:cubicBezTo>
                  <a:cubicBezTo>
                    <a:pt x="1348" y="1510"/>
                    <a:pt x="1423" y="1444"/>
                    <a:pt x="1460" y="1356"/>
                  </a:cubicBezTo>
                  <a:cubicBezTo>
                    <a:pt x="1485" y="1298"/>
                    <a:pt x="1497" y="1236"/>
                    <a:pt x="1497" y="1170"/>
                  </a:cubicBezTo>
                  <a:lnTo>
                    <a:pt x="1987" y="1170"/>
                  </a:lnTo>
                  <a:cubicBezTo>
                    <a:pt x="1983" y="1228"/>
                    <a:pt x="1974" y="1282"/>
                    <a:pt x="1962" y="1336"/>
                  </a:cubicBezTo>
                  <a:cubicBezTo>
                    <a:pt x="1920" y="1510"/>
                    <a:pt x="1800" y="1655"/>
                    <a:pt x="1638" y="1721"/>
                  </a:cubicBezTo>
                  <a:cubicBezTo>
                    <a:pt x="1456" y="1800"/>
                    <a:pt x="1253" y="1841"/>
                    <a:pt x="1041" y="1841"/>
                  </a:cubicBezTo>
                  <a:cubicBezTo>
                    <a:pt x="875" y="1841"/>
                    <a:pt x="718" y="1817"/>
                    <a:pt x="568" y="1771"/>
                  </a:cubicBezTo>
                  <a:cubicBezTo>
                    <a:pt x="336" y="1692"/>
                    <a:pt x="137" y="1527"/>
                    <a:pt x="62" y="1307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51" name="Freeform 8">
              <a:extLst>
                <a:ext uri="{FF2B5EF4-FFF2-40B4-BE49-F238E27FC236}">
                  <a16:creationId xmlns:a16="http://schemas.microsoft.com/office/drawing/2014/main" id="{9BEF782E-D5DE-734F-9C51-AB343EB194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1138" y="4083050"/>
              <a:ext cx="153987" cy="398463"/>
            </a:xfrm>
            <a:custGeom>
              <a:avLst/>
              <a:gdLst>
                <a:gd name="T0" fmla="*/ 415 w 428"/>
                <a:gd name="T1" fmla="*/ 0 h 1109"/>
                <a:gd name="T2" fmla="*/ 0 w 428"/>
                <a:gd name="T3" fmla="*/ 38 h 1109"/>
                <a:gd name="T4" fmla="*/ 0 w 428"/>
                <a:gd name="T5" fmla="*/ 100 h 1109"/>
                <a:gd name="T6" fmla="*/ 12 w 428"/>
                <a:gd name="T7" fmla="*/ 100 h 1109"/>
                <a:gd name="T8" fmla="*/ 178 w 428"/>
                <a:gd name="T9" fmla="*/ 241 h 1109"/>
                <a:gd name="T10" fmla="*/ 178 w 428"/>
                <a:gd name="T11" fmla="*/ 1108 h 1109"/>
                <a:gd name="T12" fmla="*/ 427 w 428"/>
                <a:gd name="T13" fmla="*/ 1108 h 1109"/>
                <a:gd name="T14" fmla="*/ 427 w 428"/>
                <a:gd name="T15" fmla="*/ 0 h 1109"/>
                <a:gd name="T16" fmla="*/ 415 w 428"/>
                <a:gd name="T17" fmla="*/ 0 h 1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8" h="1109">
                  <a:moveTo>
                    <a:pt x="415" y="0"/>
                  </a:moveTo>
                  <a:lnTo>
                    <a:pt x="0" y="38"/>
                  </a:lnTo>
                  <a:lnTo>
                    <a:pt x="0" y="100"/>
                  </a:lnTo>
                  <a:lnTo>
                    <a:pt x="12" y="100"/>
                  </a:lnTo>
                  <a:cubicBezTo>
                    <a:pt x="178" y="121"/>
                    <a:pt x="178" y="121"/>
                    <a:pt x="178" y="241"/>
                  </a:cubicBezTo>
                  <a:lnTo>
                    <a:pt x="178" y="1108"/>
                  </a:lnTo>
                  <a:lnTo>
                    <a:pt x="427" y="1108"/>
                  </a:lnTo>
                  <a:lnTo>
                    <a:pt x="427" y="0"/>
                  </a:lnTo>
                  <a:lnTo>
                    <a:pt x="41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52" name="Freeform 9">
              <a:extLst>
                <a:ext uri="{FF2B5EF4-FFF2-40B4-BE49-F238E27FC236}">
                  <a16:creationId xmlns:a16="http://schemas.microsoft.com/office/drawing/2014/main" id="{0C8F20BF-80B8-AA43-8103-58006CF5B9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6088" y="4198938"/>
              <a:ext cx="315912" cy="282575"/>
            </a:xfrm>
            <a:custGeom>
              <a:avLst/>
              <a:gdLst>
                <a:gd name="T0" fmla="*/ 643 w 876"/>
                <a:gd name="T1" fmla="*/ 4 h 785"/>
                <a:gd name="T2" fmla="*/ 353 w 876"/>
                <a:gd name="T3" fmla="*/ 170 h 785"/>
                <a:gd name="T4" fmla="*/ 353 w 876"/>
                <a:gd name="T5" fmla="*/ 0 h 785"/>
                <a:gd name="T6" fmla="*/ 336 w 876"/>
                <a:gd name="T7" fmla="*/ 4 h 785"/>
                <a:gd name="T8" fmla="*/ 0 w 876"/>
                <a:gd name="T9" fmla="*/ 58 h 785"/>
                <a:gd name="T10" fmla="*/ 0 w 876"/>
                <a:gd name="T11" fmla="*/ 116 h 785"/>
                <a:gd name="T12" fmla="*/ 17 w 876"/>
                <a:gd name="T13" fmla="*/ 116 h 785"/>
                <a:gd name="T14" fmla="*/ 145 w 876"/>
                <a:gd name="T15" fmla="*/ 240 h 785"/>
                <a:gd name="T16" fmla="*/ 145 w 876"/>
                <a:gd name="T17" fmla="*/ 784 h 785"/>
                <a:gd name="T18" fmla="*/ 353 w 876"/>
                <a:gd name="T19" fmla="*/ 784 h 785"/>
                <a:gd name="T20" fmla="*/ 353 w 876"/>
                <a:gd name="T21" fmla="*/ 386 h 785"/>
                <a:gd name="T22" fmla="*/ 560 w 876"/>
                <a:gd name="T23" fmla="*/ 141 h 785"/>
                <a:gd name="T24" fmla="*/ 664 w 876"/>
                <a:gd name="T25" fmla="*/ 361 h 785"/>
                <a:gd name="T26" fmla="*/ 664 w 876"/>
                <a:gd name="T27" fmla="*/ 784 h 785"/>
                <a:gd name="T28" fmla="*/ 871 w 876"/>
                <a:gd name="T29" fmla="*/ 784 h 785"/>
                <a:gd name="T30" fmla="*/ 871 w 876"/>
                <a:gd name="T31" fmla="*/ 240 h 785"/>
                <a:gd name="T32" fmla="*/ 643 w 876"/>
                <a:gd name="T33" fmla="*/ 4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6" h="785">
                  <a:moveTo>
                    <a:pt x="643" y="4"/>
                  </a:moveTo>
                  <a:cubicBezTo>
                    <a:pt x="490" y="4"/>
                    <a:pt x="398" y="108"/>
                    <a:pt x="353" y="170"/>
                  </a:cubicBezTo>
                  <a:cubicBezTo>
                    <a:pt x="353" y="112"/>
                    <a:pt x="353" y="0"/>
                    <a:pt x="353" y="0"/>
                  </a:cubicBezTo>
                  <a:lnTo>
                    <a:pt x="336" y="4"/>
                  </a:lnTo>
                  <a:lnTo>
                    <a:pt x="0" y="58"/>
                  </a:lnTo>
                  <a:lnTo>
                    <a:pt x="0" y="116"/>
                  </a:lnTo>
                  <a:lnTo>
                    <a:pt x="17" y="116"/>
                  </a:lnTo>
                  <a:cubicBezTo>
                    <a:pt x="124" y="120"/>
                    <a:pt x="145" y="141"/>
                    <a:pt x="145" y="240"/>
                  </a:cubicBezTo>
                  <a:lnTo>
                    <a:pt x="145" y="784"/>
                  </a:lnTo>
                  <a:lnTo>
                    <a:pt x="353" y="784"/>
                  </a:lnTo>
                  <a:lnTo>
                    <a:pt x="353" y="386"/>
                  </a:lnTo>
                  <a:cubicBezTo>
                    <a:pt x="353" y="278"/>
                    <a:pt x="452" y="141"/>
                    <a:pt x="560" y="141"/>
                  </a:cubicBezTo>
                  <a:cubicBezTo>
                    <a:pt x="660" y="141"/>
                    <a:pt x="664" y="224"/>
                    <a:pt x="664" y="361"/>
                  </a:cubicBezTo>
                  <a:lnTo>
                    <a:pt x="664" y="784"/>
                  </a:lnTo>
                  <a:lnTo>
                    <a:pt x="871" y="784"/>
                  </a:lnTo>
                  <a:lnTo>
                    <a:pt x="871" y="240"/>
                  </a:lnTo>
                  <a:cubicBezTo>
                    <a:pt x="875" y="87"/>
                    <a:pt x="792" y="4"/>
                    <a:pt x="643" y="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53" name="Freeform 10">
              <a:extLst>
                <a:ext uri="{FF2B5EF4-FFF2-40B4-BE49-F238E27FC236}">
                  <a16:creationId xmlns:a16="http://schemas.microsoft.com/office/drawing/2014/main" id="{5B65AB5A-E732-2349-89E5-B07E524928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6138" y="4200525"/>
              <a:ext cx="212725" cy="288925"/>
            </a:xfrm>
            <a:custGeom>
              <a:avLst/>
              <a:gdLst>
                <a:gd name="T0" fmla="*/ 348 w 590"/>
                <a:gd name="T1" fmla="*/ 303 h 802"/>
                <a:gd name="T2" fmla="*/ 195 w 590"/>
                <a:gd name="T3" fmla="*/ 170 h 802"/>
                <a:gd name="T4" fmla="*/ 307 w 590"/>
                <a:gd name="T5" fmla="*/ 100 h 802"/>
                <a:gd name="T6" fmla="*/ 502 w 590"/>
                <a:gd name="T7" fmla="*/ 166 h 802"/>
                <a:gd name="T8" fmla="*/ 535 w 590"/>
                <a:gd name="T9" fmla="*/ 187 h 802"/>
                <a:gd name="T10" fmla="*/ 535 w 590"/>
                <a:gd name="T11" fmla="*/ 162 h 802"/>
                <a:gd name="T12" fmla="*/ 535 w 590"/>
                <a:gd name="T13" fmla="*/ 33 h 802"/>
                <a:gd name="T14" fmla="*/ 506 w 590"/>
                <a:gd name="T15" fmla="*/ 25 h 802"/>
                <a:gd name="T16" fmla="*/ 315 w 590"/>
                <a:gd name="T17" fmla="*/ 0 h 802"/>
                <a:gd name="T18" fmla="*/ 0 w 590"/>
                <a:gd name="T19" fmla="*/ 224 h 802"/>
                <a:gd name="T20" fmla="*/ 228 w 590"/>
                <a:gd name="T21" fmla="*/ 465 h 802"/>
                <a:gd name="T22" fmla="*/ 390 w 590"/>
                <a:gd name="T23" fmla="*/ 606 h 802"/>
                <a:gd name="T24" fmla="*/ 249 w 590"/>
                <a:gd name="T25" fmla="*/ 697 h 802"/>
                <a:gd name="T26" fmla="*/ 20 w 590"/>
                <a:gd name="T27" fmla="*/ 618 h 802"/>
                <a:gd name="T28" fmla="*/ 0 w 590"/>
                <a:gd name="T29" fmla="*/ 606 h 802"/>
                <a:gd name="T30" fmla="*/ 0 w 590"/>
                <a:gd name="T31" fmla="*/ 767 h 802"/>
                <a:gd name="T32" fmla="*/ 16 w 590"/>
                <a:gd name="T33" fmla="*/ 771 h 802"/>
                <a:gd name="T34" fmla="*/ 244 w 590"/>
                <a:gd name="T35" fmla="*/ 801 h 802"/>
                <a:gd name="T36" fmla="*/ 580 w 590"/>
                <a:gd name="T37" fmla="*/ 568 h 802"/>
                <a:gd name="T38" fmla="*/ 348 w 590"/>
                <a:gd name="T39" fmla="*/ 303 h 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90" h="802">
                  <a:moveTo>
                    <a:pt x="348" y="303"/>
                  </a:moveTo>
                  <a:cubicBezTo>
                    <a:pt x="265" y="261"/>
                    <a:pt x="195" y="228"/>
                    <a:pt x="195" y="170"/>
                  </a:cubicBezTo>
                  <a:cubicBezTo>
                    <a:pt x="195" y="104"/>
                    <a:pt x="274" y="100"/>
                    <a:pt x="307" y="100"/>
                  </a:cubicBezTo>
                  <a:cubicBezTo>
                    <a:pt x="394" y="100"/>
                    <a:pt x="468" y="145"/>
                    <a:pt x="502" y="166"/>
                  </a:cubicBezTo>
                  <a:lnTo>
                    <a:pt x="535" y="187"/>
                  </a:lnTo>
                  <a:lnTo>
                    <a:pt x="535" y="162"/>
                  </a:lnTo>
                  <a:lnTo>
                    <a:pt x="535" y="33"/>
                  </a:lnTo>
                  <a:lnTo>
                    <a:pt x="506" y="25"/>
                  </a:lnTo>
                  <a:cubicBezTo>
                    <a:pt x="468" y="17"/>
                    <a:pt x="398" y="0"/>
                    <a:pt x="315" y="0"/>
                  </a:cubicBezTo>
                  <a:cubicBezTo>
                    <a:pt x="120" y="0"/>
                    <a:pt x="0" y="83"/>
                    <a:pt x="0" y="224"/>
                  </a:cubicBezTo>
                  <a:cubicBezTo>
                    <a:pt x="0" y="353"/>
                    <a:pt x="124" y="411"/>
                    <a:pt x="228" y="465"/>
                  </a:cubicBezTo>
                  <a:cubicBezTo>
                    <a:pt x="311" y="506"/>
                    <a:pt x="390" y="543"/>
                    <a:pt x="390" y="606"/>
                  </a:cubicBezTo>
                  <a:cubicBezTo>
                    <a:pt x="390" y="664"/>
                    <a:pt x="340" y="697"/>
                    <a:pt x="249" y="697"/>
                  </a:cubicBezTo>
                  <a:cubicBezTo>
                    <a:pt x="149" y="697"/>
                    <a:pt x="70" y="647"/>
                    <a:pt x="20" y="618"/>
                  </a:cubicBezTo>
                  <a:lnTo>
                    <a:pt x="0" y="606"/>
                  </a:lnTo>
                  <a:lnTo>
                    <a:pt x="0" y="767"/>
                  </a:lnTo>
                  <a:lnTo>
                    <a:pt x="16" y="771"/>
                  </a:lnTo>
                  <a:cubicBezTo>
                    <a:pt x="58" y="780"/>
                    <a:pt x="137" y="801"/>
                    <a:pt x="244" y="801"/>
                  </a:cubicBezTo>
                  <a:cubicBezTo>
                    <a:pt x="456" y="801"/>
                    <a:pt x="580" y="713"/>
                    <a:pt x="580" y="568"/>
                  </a:cubicBezTo>
                  <a:cubicBezTo>
                    <a:pt x="589" y="419"/>
                    <a:pt x="460" y="357"/>
                    <a:pt x="348" y="303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54" name="Freeform 11">
              <a:extLst>
                <a:ext uri="{FF2B5EF4-FFF2-40B4-BE49-F238E27FC236}">
                  <a16:creationId xmlns:a16="http://schemas.microsoft.com/office/drawing/2014/main" id="{18907CF9-1658-E045-9ADF-2C0EB38067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5375" y="4198938"/>
              <a:ext cx="325438" cy="396875"/>
            </a:xfrm>
            <a:custGeom>
              <a:avLst/>
              <a:gdLst>
                <a:gd name="T0" fmla="*/ 577 w 906"/>
                <a:gd name="T1" fmla="*/ 4 h 1104"/>
                <a:gd name="T2" fmla="*/ 357 w 906"/>
                <a:gd name="T3" fmla="*/ 112 h 1104"/>
                <a:gd name="T4" fmla="*/ 357 w 906"/>
                <a:gd name="T5" fmla="*/ 0 h 1104"/>
                <a:gd name="T6" fmla="*/ 336 w 906"/>
                <a:gd name="T7" fmla="*/ 4 h 1104"/>
                <a:gd name="T8" fmla="*/ 0 w 906"/>
                <a:gd name="T9" fmla="*/ 58 h 1104"/>
                <a:gd name="T10" fmla="*/ 0 w 906"/>
                <a:gd name="T11" fmla="*/ 116 h 1104"/>
                <a:gd name="T12" fmla="*/ 13 w 906"/>
                <a:gd name="T13" fmla="*/ 116 h 1104"/>
                <a:gd name="T14" fmla="*/ 137 w 906"/>
                <a:gd name="T15" fmla="*/ 240 h 1104"/>
                <a:gd name="T16" fmla="*/ 137 w 906"/>
                <a:gd name="T17" fmla="*/ 1103 h 1104"/>
                <a:gd name="T18" fmla="*/ 345 w 906"/>
                <a:gd name="T19" fmla="*/ 1103 h 1104"/>
                <a:gd name="T20" fmla="*/ 345 w 906"/>
                <a:gd name="T21" fmla="*/ 709 h 1104"/>
                <a:gd name="T22" fmla="*/ 560 w 906"/>
                <a:gd name="T23" fmla="*/ 800 h 1104"/>
                <a:gd name="T24" fmla="*/ 896 w 906"/>
                <a:gd name="T25" fmla="*/ 390 h 1104"/>
                <a:gd name="T26" fmla="*/ 577 w 906"/>
                <a:gd name="T27" fmla="*/ 4 h 1104"/>
                <a:gd name="T28" fmla="*/ 515 w 906"/>
                <a:gd name="T29" fmla="*/ 120 h 1104"/>
                <a:gd name="T30" fmla="*/ 672 w 906"/>
                <a:gd name="T31" fmla="*/ 394 h 1104"/>
                <a:gd name="T32" fmla="*/ 515 w 906"/>
                <a:gd name="T33" fmla="*/ 688 h 1104"/>
                <a:gd name="T34" fmla="*/ 349 w 906"/>
                <a:gd name="T35" fmla="*/ 456 h 1104"/>
                <a:gd name="T36" fmla="*/ 349 w 906"/>
                <a:gd name="T37" fmla="*/ 390 h 1104"/>
                <a:gd name="T38" fmla="*/ 515 w 906"/>
                <a:gd name="T39" fmla="*/ 120 h 1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06" h="1104">
                  <a:moveTo>
                    <a:pt x="577" y="4"/>
                  </a:moveTo>
                  <a:cubicBezTo>
                    <a:pt x="498" y="4"/>
                    <a:pt x="424" y="41"/>
                    <a:pt x="357" y="112"/>
                  </a:cubicBezTo>
                  <a:cubicBezTo>
                    <a:pt x="357" y="75"/>
                    <a:pt x="357" y="0"/>
                    <a:pt x="357" y="0"/>
                  </a:cubicBezTo>
                  <a:lnTo>
                    <a:pt x="336" y="4"/>
                  </a:lnTo>
                  <a:lnTo>
                    <a:pt x="0" y="58"/>
                  </a:lnTo>
                  <a:lnTo>
                    <a:pt x="0" y="116"/>
                  </a:lnTo>
                  <a:lnTo>
                    <a:pt x="13" y="116"/>
                  </a:lnTo>
                  <a:cubicBezTo>
                    <a:pt x="117" y="120"/>
                    <a:pt x="137" y="141"/>
                    <a:pt x="137" y="240"/>
                  </a:cubicBezTo>
                  <a:lnTo>
                    <a:pt x="137" y="1103"/>
                  </a:lnTo>
                  <a:lnTo>
                    <a:pt x="345" y="1103"/>
                  </a:lnTo>
                  <a:cubicBezTo>
                    <a:pt x="345" y="1103"/>
                    <a:pt x="345" y="775"/>
                    <a:pt x="345" y="709"/>
                  </a:cubicBezTo>
                  <a:cubicBezTo>
                    <a:pt x="382" y="755"/>
                    <a:pt x="444" y="800"/>
                    <a:pt x="560" y="800"/>
                  </a:cubicBezTo>
                  <a:cubicBezTo>
                    <a:pt x="780" y="800"/>
                    <a:pt x="896" y="659"/>
                    <a:pt x="896" y="390"/>
                  </a:cubicBezTo>
                  <a:cubicBezTo>
                    <a:pt x="905" y="145"/>
                    <a:pt x="784" y="4"/>
                    <a:pt x="577" y="4"/>
                  </a:cubicBezTo>
                  <a:close/>
                  <a:moveTo>
                    <a:pt x="515" y="120"/>
                  </a:moveTo>
                  <a:cubicBezTo>
                    <a:pt x="656" y="120"/>
                    <a:pt x="672" y="274"/>
                    <a:pt x="672" y="394"/>
                  </a:cubicBezTo>
                  <a:cubicBezTo>
                    <a:pt x="672" y="593"/>
                    <a:pt x="623" y="688"/>
                    <a:pt x="515" y="688"/>
                  </a:cubicBezTo>
                  <a:cubicBezTo>
                    <a:pt x="378" y="688"/>
                    <a:pt x="349" y="560"/>
                    <a:pt x="349" y="456"/>
                  </a:cubicBezTo>
                  <a:lnTo>
                    <a:pt x="349" y="390"/>
                  </a:lnTo>
                  <a:cubicBezTo>
                    <a:pt x="353" y="307"/>
                    <a:pt x="370" y="120"/>
                    <a:pt x="515" y="120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55" name="Freeform 12">
              <a:extLst>
                <a:ext uri="{FF2B5EF4-FFF2-40B4-BE49-F238E27FC236}">
                  <a16:creationId xmlns:a16="http://schemas.microsoft.com/office/drawing/2014/main" id="{6582D328-B23E-7E45-9263-09C9535401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3200" y="4198938"/>
              <a:ext cx="123825" cy="282575"/>
            </a:xfrm>
            <a:custGeom>
              <a:avLst/>
              <a:gdLst>
                <a:gd name="T0" fmla="*/ 0 w 345"/>
                <a:gd name="T1" fmla="*/ 58 h 785"/>
                <a:gd name="T2" fmla="*/ 0 w 345"/>
                <a:gd name="T3" fmla="*/ 116 h 785"/>
                <a:gd name="T4" fmla="*/ 12 w 345"/>
                <a:gd name="T5" fmla="*/ 116 h 785"/>
                <a:gd name="T6" fmla="*/ 137 w 345"/>
                <a:gd name="T7" fmla="*/ 240 h 785"/>
                <a:gd name="T8" fmla="*/ 137 w 345"/>
                <a:gd name="T9" fmla="*/ 784 h 785"/>
                <a:gd name="T10" fmla="*/ 344 w 345"/>
                <a:gd name="T11" fmla="*/ 784 h 785"/>
                <a:gd name="T12" fmla="*/ 344 w 345"/>
                <a:gd name="T13" fmla="*/ 0 h 785"/>
                <a:gd name="T14" fmla="*/ 328 w 345"/>
                <a:gd name="T15" fmla="*/ 4 h 785"/>
                <a:gd name="T16" fmla="*/ 0 w 345"/>
                <a:gd name="T17" fmla="*/ 58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5" h="785">
                  <a:moveTo>
                    <a:pt x="0" y="58"/>
                  </a:moveTo>
                  <a:lnTo>
                    <a:pt x="0" y="116"/>
                  </a:lnTo>
                  <a:lnTo>
                    <a:pt x="12" y="116"/>
                  </a:lnTo>
                  <a:cubicBezTo>
                    <a:pt x="116" y="120"/>
                    <a:pt x="137" y="141"/>
                    <a:pt x="137" y="240"/>
                  </a:cubicBezTo>
                  <a:lnTo>
                    <a:pt x="137" y="784"/>
                  </a:lnTo>
                  <a:lnTo>
                    <a:pt x="344" y="784"/>
                  </a:lnTo>
                  <a:lnTo>
                    <a:pt x="344" y="0"/>
                  </a:lnTo>
                  <a:lnTo>
                    <a:pt x="328" y="4"/>
                  </a:lnTo>
                  <a:lnTo>
                    <a:pt x="0" y="5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59" name="Freeform 13">
              <a:extLst>
                <a:ext uri="{FF2B5EF4-FFF2-40B4-BE49-F238E27FC236}">
                  <a16:creationId xmlns:a16="http://schemas.microsoft.com/office/drawing/2014/main" id="{1C5D63DB-4DD9-2E40-B566-7E733EBF88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6063" y="4084638"/>
              <a:ext cx="93662" cy="82550"/>
            </a:xfrm>
            <a:custGeom>
              <a:avLst/>
              <a:gdLst>
                <a:gd name="T0" fmla="*/ 129 w 262"/>
                <a:gd name="T1" fmla="*/ 228 h 229"/>
                <a:gd name="T2" fmla="*/ 261 w 262"/>
                <a:gd name="T3" fmla="*/ 112 h 229"/>
                <a:gd name="T4" fmla="*/ 133 w 262"/>
                <a:gd name="T5" fmla="*/ 0 h 229"/>
                <a:gd name="T6" fmla="*/ 4 w 262"/>
                <a:gd name="T7" fmla="*/ 112 h 229"/>
                <a:gd name="T8" fmla="*/ 129 w 262"/>
                <a:gd name="T9" fmla="*/ 228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2" h="229">
                  <a:moveTo>
                    <a:pt x="129" y="228"/>
                  </a:moveTo>
                  <a:cubicBezTo>
                    <a:pt x="199" y="228"/>
                    <a:pt x="261" y="178"/>
                    <a:pt x="261" y="112"/>
                  </a:cubicBezTo>
                  <a:cubicBezTo>
                    <a:pt x="261" y="49"/>
                    <a:pt x="203" y="0"/>
                    <a:pt x="133" y="0"/>
                  </a:cubicBezTo>
                  <a:cubicBezTo>
                    <a:pt x="62" y="0"/>
                    <a:pt x="4" y="49"/>
                    <a:pt x="4" y="112"/>
                  </a:cubicBezTo>
                  <a:cubicBezTo>
                    <a:pt x="0" y="178"/>
                    <a:pt x="58" y="228"/>
                    <a:pt x="129" y="22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0" name="Freeform 14">
              <a:extLst>
                <a:ext uri="{FF2B5EF4-FFF2-40B4-BE49-F238E27FC236}">
                  <a16:creationId xmlns:a16="http://schemas.microsoft.com/office/drawing/2014/main" id="{6CC37E30-3AA8-3A4D-938A-A8B8E7A953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638" y="4200525"/>
              <a:ext cx="244475" cy="280988"/>
            </a:xfrm>
            <a:custGeom>
              <a:avLst/>
              <a:gdLst>
                <a:gd name="T0" fmla="*/ 676 w 677"/>
                <a:gd name="T1" fmla="*/ 174 h 781"/>
                <a:gd name="T2" fmla="*/ 676 w 677"/>
                <a:gd name="T3" fmla="*/ 12 h 781"/>
                <a:gd name="T4" fmla="*/ 663 w 677"/>
                <a:gd name="T5" fmla="*/ 12 h 781"/>
                <a:gd name="T6" fmla="*/ 564 w 677"/>
                <a:gd name="T7" fmla="*/ 4 h 781"/>
                <a:gd name="T8" fmla="*/ 348 w 677"/>
                <a:gd name="T9" fmla="*/ 158 h 781"/>
                <a:gd name="T10" fmla="*/ 348 w 677"/>
                <a:gd name="T11" fmla="*/ 0 h 781"/>
                <a:gd name="T12" fmla="*/ 331 w 677"/>
                <a:gd name="T13" fmla="*/ 0 h 781"/>
                <a:gd name="T14" fmla="*/ 0 w 677"/>
                <a:gd name="T15" fmla="*/ 54 h 781"/>
                <a:gd name="T16" fmla="*/ 0 w 677"/>
                <a:gd name="T17" fmla="*/ 112 h 781"/>
                <a:gd name="T18" fmla="*/ 12 w 677"/>
                <a:gd name="T19" fmla="*/ 112 h 781"/>
                <a:gd name="T20" fmla="*/ 141 w 677"/>
                <a:gd name="T21" fmla="*/ 236 h 781"/>
                <a:gd name="T22" fmla="*/ 141 w 677"/>
                <a:gd name="T23" fmla="*/ 780 h 781"/>
                <a:gd name="T24" fmla="*/ 348 w 677"/>
                <a:gd name="T25" fmla="*/ 780 h 781"/>
                <a:gd name="T26" fmla="*/ 348 w 677"/>
                <a:gd name="T27" fmla="*/ 390 h 781"/>
                <a:gd name="T28" fmla="*/ 568 w 677"/>
                <a:gd name="T29" fmla="*/ 170 h 781"/>
                <a:gd name="T30" fmla="*/ 643 w 677"/>
                <a:gd name="T31" fmla="*/ 183 h 781"/>
                <a:gd name="T32" fmla="*/ 676 w 677"/>
                <a:gd name="T33" fmla="*/ 191 h 781"/>
                <a:gd name="T34" fmla="*/ 676 w 677"/>
                <a:gd name="T35" fmla="*/ 174 h 7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77" h="781">
                  <a:moveTo>
                    <a:pt x="676" y="174"/>
                  </a:moveTo>
                  <a:lnTo>
                    <a:pt x="676" y="12"/>
                  </a:lnTo>
                  <a:lnTo>
                    <a:pt x="663" y="12"/>
                  </a:lnTo>
                  <a:cubicBezTo>
                    <a:pt x="630" y="8"/>
                    <a:pt x="593" y="4"/>
                    <a:pt x="564" y="4"/>
                  </a:cubicBezTo>
                  <a:cubicBezTo>
                    <a:pt x="443" y="4"/>
                    <a:pt x="381" y="91"/>
                    <a:pt x="348" y="158"/>
                  </a:cubicBezTo>
                  <a:cubicBezTo>
                    <a:pt x="348" y="95"/>
                    <a:pt x="348" y="0"/>
                    <a:pt x="348" y="0"/>
                  </a:cubicBezTo>
                  <a:lnTo>
                    <a:pt x="331" y="0"/>
                  </a:lnTo>
                  <a:lnTo>
                    <a:pt x="0" y="54"/>
                  </a:lnTo>
                  <a:lnTo>
                    <a:pt x="0" y="112"/>
                  </a:lnTo>
                  <a:lnTo>
                    <a:pt x="12" y="112"/>
                  </a:lnTo>
                  <a:cubicBezTo>
                    <a:pt x="116" y="116"/>
                    <a:pt x="141" y="137"/>
                    <a:pt x="141" y="236"/>
                  </a:cubicBezTo>
                  <a:lnTo>
                    <a:pt x="141" y="780"/>
                  </a:lnTo>
                  <a:lnTo>
                    <a:pt x="348" y="780"/>
                  </a:lnTo>
                  <a:lnTo>
                    <a:pt x="348" y="390"/>
                  </a:lnTo>
                  <a:cubicBezTo>
                    <a:pt x="348" y="324"/>
                    <a:pt x="369" y="170"/>
                    <a:pt x="568" y="170"/>
                  </a:cubicBezTo>
                  <a:cubicBezTo>
                    <a:pt x="593" y="170"/>
                    <a:pt x="618" y="178"/>
                    <a:pt x="643" y="183"/>
                  </a:cubicBezTo>
                  <a:lnTo>
                    <a:pt x="676" y="191"/>
                  </a:lnTo>
                  <a:lnTo>
                    <a:pt x="676" y="17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1" name="Freeform 15">
              <a:extLst>
                <a:ext uri="{FF2B5EF4-FFF2-40B4-BE49-F238E27FC236}">
                  <a16:creationId xmlns:a16="http://schemas.microsoft.com/office/drawing/2014/main" id="{15F29EA2-8A57-A243-BA94-EEAE6BD449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275" y="4200525"/>
              <a:ext cx="266700" cy="287338"/>
            </a:xfrm>
            <a:custGeom>
              <a:avLst/>
              <a:gdLst>
                <a:gd name="T0" fmla="*/ 738 w 743"/>
                <a:gd name="T1" fmla="*/ 315 h 797"/>
                <a:gd name="T2" fmla="*/ 390 w 743"/>
                <a:gd name="T3" fmla="*/ 0 h 797"/>
                <a:gd name="T4" fmla="*/ 0 w 743"/>
                <a:gd name="T5" fmla="*/ 373 h 797"/>
                <a:gd name="T6" fmla="*/ 456 w 743"/>
                <a:gd name="T7" fmla="*/ 796 h 797"/>
                <a:gd name="T8" fmla="*/ 713 w 743"/>
                <a:gd name="T9" fmla="*/ 755 h 797"/>
                <a:gd name="T10" fmla="*/ 726 w 743"/>
                <a:gd name="T11" fmla="*/ 751 h 797"/>
                <a:gd name="T12" fmla="*/ 726 w 743"/>
                <a:gd name="T13" fmla="*/ 651 h 797"/>
                <a:gd name="T14" fmla="*/ 705 w 743"/>
                <a:gd name="T15" fmla="*/ 660 h 797"/>
                <a:gd name="T16" fmla="*/ 543 w 743"/>
                <a:gd name="T17" fmla="*/ 684 h 797"/>
                <a:gd name="T18" fmla="*/ 232 w 743"/>
                <a:gd name="T19" fmla="*/ 332 h 797"/>
                <a:gd name="T20" fmla="*/ 742 w 743"/>
                <a:gd name="T21" fmla="*/ 332 h 797"/>
                <a:gd name="T22" fmla="*/ 742 w 743"/>
                <a:gd name="T23" fmla="*/ 315 h 797"/>
                <a:gd name="T24" fmla="*/ 738 w 743"/>
                <a:gd name="T25" fmla="*/ 315 h 797"/>
                <a:gd name="T26" fmla="*/ 386 w 743"/>
                <a:gd name="T27" fmla="*/ 83 h 797"/>
                <a:gd name="T28" fmla="*/ 531 w 743"/>
                <a:gd name="T29" fmla="*/ 236 h 797"/>
                <a:gd name="T30" fmla="*/ 228 w 743"/>
                <a:gd name="T31" fmla="*/ 236 h 797"/>
                <a:gd name="T32" fmla="*/ 386 w 743"/>
                <a:gd name="T33" fmla="*/ 83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43" h="797">
                  <a:moveTo>
                    <a:pt x="738" y="315"/>
                  </a:moveTo>
                  <a:cubicBezTo>
                    <a:pt x="738" y="104"/>
                    <a:pt x="622" y="0"/>
                    <a:pt x="390" y="0"/>
                  </a:cubicBezTo>
                  <a:cubicBezTo>
                    <a:pt x="128" y="0"/>
                    <a:pt x="0" y="124"/>
                    <a:pt x="0" y="373"/>
                  </a:cubicBezTo>
                  <a:cubicBezTo>
                    <a:pt x="0" y="639"/>
                    <a:pt x="170" y="796"/>
                    <a:pt x="456" y="796"/>
                  </a:cubicBezTo>
                  <a:cubicBezTo>
                    <a:pt x="581" y="796"/>
                    <a:pt x="676" y="763"/>
                    <a:pt x="713" y="755"/>
                  </a:cubicBezTo>
                  <a:lnTo>
                    <a:pt x="726" y="751"/>
                  </a:lnTo>
                  <a:lnTo>
                    <a:pt x="726" y="651"/>
                  </a:lnTo>
                  <a:lnTo>
                    <a:pt x="705" y="660"/>
                  </a:lnTo>
                  <a:cubicBezTo>
                    <a:pt x="672" y="672"/>
                    <a:pt x="610" y="684"/>
                    <a:pt x="543" y="684"/>
                  </a:cubicBezTo>
                  <a:cubicBezTo>
                    <a:pt x="319" y="684"/>
                    <a:pt x="236" y="498"/>
                    <a:pt x="232" y="332"/>
                  </a:cubicBezTo>
                  <a:cubicBezTo>
                    <a:pt x="261" y="332"/>
                    <a:pt x="742" y="332"/>
                    <a:pt x="742" y="332"/>
                  </a:cubicBezTo>
                  <a:lnTo>
                    <a:pt x="742" y="315"/>
                  </a:lnTo>
                  <a:lnTo>
                    <a:pt x="738" y="315"/>
                  </a:lnTo>
                  <a:close/>
                  <a:moveTo>
                    <a:pt x="386" y="83"/>
                  </a:moveTo>
                  <a:cubicBezTo>
                    <a:pt x="498" y="83"/>
                    <a:pt x="527" y="166"/>
                    <a:pt x="531" y="236"/>
                  </a:cubicBezTo>
                  <a:cubicBezTo>
                    <a:pt x="506" y="236"/>
                    <a:pt x="257" y="236"/>
                    <a:pt x="228" y="236"/>
                  </a:cubicBezTo>
                  <a:cubicBezTo>
                    <a:pt x="232" y="183"/>
                    <a:pt x="269" y="83"/>
                    <a:pt x="386" y="8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2" name="Freeform 16">
              <a:extLst>
                <a:ext uri="{FF2B5EF4-FFF2-40B4-BE49-F238E27FC236}">
                  <a16:creationId xmlns:a16="http://schemas.microsoft.com/office/drawing/2014/main" id="{8896A965-59FA-E943-96EE-601F7005C8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0175" y="4071938"/>
              <a:ext cx="314325" cy="409575"/>
            </a:xfrm>
            <a:custGeom>
              <a:avLst/>
              <a:gdLst>
                <a:gd name="T0" fmla="*/ 634 w 872"/>
                <a:gd name="T1" fmla="*/ 357 h 1138"/>
                <a:gd name="T2" fmla="*/ 348 w 872"/>
                <a:gd name="T3" fmla="*/ 523 h 1138"/>
                <a:gd name="T4" fmla="*/ 348 w 872"/>
                <a:gd name="T5" fmla="*/ 0 h 1138"/>
                <a:gd name="T6" fmla="*/ 332 w 872"/>
                <a:gd name="T7" fmla="*/ 4 h 1138"/>
                <a:gd name="T8" fmla="*/ 0 w 872"/>
                <a:gd name="T9" fmla="*/ 46 h 1138"/>
                <a:gd name="T10" fmla="*/ 0 w 872"/>
                <a:gd name="T11" fmla="*/ 104 h 1138"/>
                <a:gd name="T12" fmla="*/ 16 w 872"/>
                <a:gd name="T13" fmla="*/ 104 h 1138"/>
                <a:gd name="T14" fmla="*/ 141 w 872"/>
                <a:gd name="T15" fmla="*/ 233 h 1138"/>
                <a:gd name="T16" fmla="*/ 141 w 872"/>
                <a:gd name="T17" fmla="*/ 1137 h 1138"/>
                <a:gd name="T18" fmla="*/ 348 w 872"/>
                <a:gd name="T19" fmla="*/ 1137 h 1138"/>
                <a:gd name="T20" fmla="*/ 348 w 872"/>
                <a:gd name="T21" fmla="*/ 747 h 1138"/>
                <a:gd name="T22" fmla="*/ 547 w 872"/>
                <a:gd name="T23" fmla="*/ 494 h 1138"/>
                <a:gd name="T24" fmla="*/ 663 w 872"/>
                <a:gd name="T25" fmla="*/ 660 h 1138"/>
                <a:gd name="T26" fmla="*/ 663 w 872"/>
                <a:gd name="T27" fmla="*/ 1137 h 1138"/>
                <a:gd name="T28" fmla="*/ 871 w 872"/>
                <a:gd name="T29" fmla="*/ 1137 h 1138"/>
                <a:gd name="T30" fmla="*/ 871 w 872"/>
                <a:gd name="T31" fmla="*/ 635 h 1138"/>
                <a:gd name="T32" fmla="*/ 634 w 872"/>
                <a:gd name="T33" fmla="*/ 357 h 1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2" h="1138">
                  <a:moveTo>
                    <a:pt x="634" y="357"/>
                  </a:moveTo>
                  <a:cubicBezTo>
                    <a:pt x="481" y="357"/>
                    <a:pt x="394" y="452"/>
                    <a:pt x="348" y="523"/>
                  </a:cubicBezTo>
                  <a:cubicBezTo>
                    <a:pt x="348" y="440"/>
                    <a:pt x="348" y="0"/>
                    <a:pt x="348" y="0"/>
                  </a:cubicBezTo>
                  <a:lnTo>
                    <a:pt x="332" y="4"/>
                  </a:lnTo>
                  <a:lnTo>
                    <a:pt x="0" y="46"/>
                  </a:lnTo>
                  <a:lnTo>
                    <a:pt x="0" y="104"/>
                  </a:lnTo>
                  <a:lnTo>
                    <a:pt x="16" y="104"/>
                  </a:lnTo>
                  <a:cubicBezTo>
                    <a:pt x="120" y="108"/>
                    <a:pt x="141" y="133"/>
                    <a:pt x="141" y="233"/>
                  </a:cubicBezTo>
                  <a:lnTo>
                    <a:pt x="141" y="1137"/>
                  </a:lnTo>
                  <a:lnTo>
                    <a:pt x="348" y="1137"/>
                  </a:lnTo>
                  <a:lnTo>
                    <a:pt x="348" y="747"/>
                  </a:lnTo>
                  <a:cubicBezTo>
                    <a:pt x="348" y="606"/>
                    <a:pt x="456" y="494"/>
                    <a:pt x="547" y="494"/>
                  </a:cubicBezTo>
                  <a:cubicBezTo>
                    <a:pt x="663" y="494"/>
                    <a:pt x="663" y="581"/>
                    <a:pt x="663" y="660"/>
                  </a:cubicBezTo>
                  <a:lnTo>
                    <a:pt x="663" y="1137"/>
                  </a:lnTo>
                  <a:lnTo>
                    <a:pt x="871" y="1137"/>
                  </a:lnTo>
                  <a:lnTo>
                    <a:pt x="871" y="635"/>
                  </a:lnTo>
                  <a:cubicBezTo>
                    <a:pt x="871" y="552"/>
                    <a:pt x="871" y="357"/>
                    <a:pt x="634" y="357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3" name="Freeform 17">
              <a:extLst>
                <a:ext uri="{FF2B5EF4-FFF2-40B4-BE49-F238E27FC236}">
                  <a16:creationId xmlns:a16="http://schemas.microsoft.com/office/drawing/2014/main" id="{00A05657-BBA5-E04D-A9B7-BB46AB4158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4350" y="4200525"/>
              <a:ext cx="266700" cy="287338"/>
            </a:xfrm>
            <a:custGeom>
              <a:avLst/>
              <a:gdLst>
                <a:gd name="T0" fmla="*/ 742 w 743"/>
                <a:gd name="T1" fmla="*/ 315 h 797"/>
                <a:gd name="T2" fmla="*/ 394 w 743"/>
                <a:gd name="T3" fmla="*/ 0 h 797"/>
                <a:gd name="T4" fmla="*/ 0 w 743"/>
                <a:gd name="T5" fmla="*/ 373 h 797"/>
                <a:gd name="T6" fmla="*/ 456 w 743"/>
                <a:gd name="T7" fmla="*/ 796 h 797"/>
                <a:gd name="T8" fmla="*/ 713 w 743"/>
                <a:gd name="T9" fmla="*/ 755 h 797"/>
                <a:gd name="T10" fmla="*/ 726 w 743"/>
                <a:gd name="T11" fmla="*/ 751 h 797"/>
                <a:gd name="T12" fmla="*/ 726 w 743"/>
                <a:gd name="T13" fmla="*/ 651 h 797"/>
                <a:gd name="T14" fmla="*/ 705 w 743"/>
                <a:gd name="T15" fmla="*/ 660 h 797"/>
                <a:gd name="T16" fmla="*/ 543 w 743"/>
                <a:gd name="T17" fmla="*/ 684 h 797"/>
                <a:gd name="T18" fmla="*/ 232 w 743"/>
                <a:gd name="T19" fmla="*/ 332 h 797"/>
                <a:gd name="T20" fmla="*/ 742 w 743"/>
                <a:gd name="T21" fmla="*/ 332 h 797"/>
                <a:gd name="T22" fmla="*/ 742 w 743"/>
                <a:gd name="T23" fmla="*/ 315 h 797"/>
                <a:gd name="T24" fmla="*/ 386 w 743"/>
                <a:gd name="T25" fmla="*/ 83 h 797"/>
                <a:gd name="T26" fmla="*/ 531 w 743"/>
                <a:gd name="T27" fmla="*/ 236 h 797"/>
                <a:gd name="T28" fmla="*/ 228 w 743"/>
                <a:gd name="T29" fmla="*/ 236 h 797"/>
                <a:gd name="T30" fmla="*/ 386 w 743"/>
                <a:gd name="T31" fmla="*/ 83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43" h="797">
                  <a:moveTo>
                    <a:pt x="742" y="315"/>
                  </a:moveTo>
                  <a:cubicBezTo>
                    <a:pt x="742" y="104"/>
                    <a:pt x="626" y="0"/>
                    <a:pt x="394" y="0"/>
                  </a:cubicBezTo>
                  <a:cubicBezTo>
                    <a:pt x="133" y="0"/>
                    <a:pt x="0" y="124"/>
                    <a:pt x="0" y="373"/>
                  </a:cubicBezTo>
                  <a:cubicBezTo>
                    <a:pt x="0" y="639"/>
                    <a:pt x="170" y="796"/>
                    <a:pt x="456" y="796"/>
                  </a:cubicBezTo>
                  <a:cubicBezTo>
                    <a:pt x="581" y="796"/>
                    <a:pt x="676" y="763"/>
                    <a:pt x="713" y="755"/>
                  </a:cubicBezTo>
                  <a:lnTo>
                    <a:pt x="726" y="751"/>
                  </a:lnTo>
                  <a:lnTo>
                    <a:pt x="726" y="651"/>
                  </a:lnTo>
                  <a:lnTo>
                    <a:pt x="705" y="660"/>
                  </a:lnTo>
                  <a:cubicBezTo>
                    <a:pt x="672" y="672"/>
                    <a:pt x="610" y="684"/>
                    <a:pt x="543" y="684"/>
                  </a:cubicBezTo>
                  <a:cubicBezTo>
                    <a:pt x="319" y="684"/>
                    <a:pt x="236" y="498"/>
                    <a:pt x="232" y="332"/>
                  </a:cubicBezTo>
                  <a:cubicBezTo>
                    <a:pt x="261" y="332"/>
                    <a:pt x="742" y="332"/>
                    <a:pt x="742" y="332"/>
                  </a:cubicBezTo>
                  <a:lnTo>
                    <a:pt x="742" y="315"/>
                  </a:lnTo>
                  <a:close/>
                  <a:moveTo>
                    <a:pt x="386" y="83"/>
                  </a:moveTo>
                  <a:cubicBezTo>
                    <a:pt x="498" y="83"/>
                    <a:pt x="527" y="166"/>
                    <a:pt x="531" y="236"/>
                  </a:cubicBezTo>
                  <a:cubicBezTo>
                    <a:pt x="506" y="236"/>
                    <a:pt x="257" y="236"/>
                    <a:pt x="228" y="236"/>
                  </a:cubicBezTo>
                  <a:cubicBezTo>
                    <a:pt x="236" y="183"/>
                    <a:pt x="270" y="83"/>
                    <a:pt x="386" y="8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4" name="Freeform 18">
              <a:extLst>
                <a:ext uri="{FF2B5EF4-FFF2-40B4-BE49-F238E27FC236}">
                  <a16:creationId xmlns:a16="http://schemas.microsoft.com/office/drawing/2014/main" id="{75D59710-E8C6-394A-9E64-D4371DD868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4113" y="4121150"/>
              <a:ext cx="212725" cy="366713"/>
            </a:xfrm>
            <a:custGeom>
              <a:avLst/>
              <a:gdLst>
                <a:gd name="T0" fmla="*/ 141 w 589"/>
                <a:gd name="T1" fmla="*/ 237 h 1017"/>
                <a:gd name="T2" fmla="*/ 0 w 589"/>
                <a:gd name="T3" fmla="*/ 237 h 1017"/>
                <a:gd name="T4" fmla="*/ 0 w 589"/>
                <a:gd name="T5" fmla="*/ 328 h 1017"/>
                <a:gd name="T6" fmla="*/ 141 w 589"/>
                <a:gd name="T7" fmla="*/ 328 h 1017"/>
                <a:gd name="T8" fmla="*/ 141 w 589"/>
                <a:gd name="T9" fmla="*/ 797 h 1017"/>
                <a:gd name="T10" fmla="*/ 427 w 589"/>
                <a:gd name="T11" fmla="*/ 1016 h 1017"/>
                <a:gd name="T12" fmla="*/ 551 w 589"/>
                <a:gd name="T13" fmla="*/ 1004 h 1017"/>
                <a:gd name="T14" fmla="*/ 564 w 589"/>
                <a:gd name="T15" fmla="*/ 1004 h 1017"/>
                <a:gd name="T16" fmla="*/ 564 w 589"/>
                <a:gd name="T17" fmla="*/ 909 h 1017"/>
                <a:gd name="T18" fmla="*/ 547 w 589"/>
                <a:gd name="T19" fmla="*/ 913 h 1017"/>
                <a:gd name="T20" fmla="*/ 485 w 589"/>
                <a:gd name="T21" fmla="*/ 917 h 1017"/>
                <a:gd name="T22" fmla="*/ 352 w 589"/>
                <a:gd name="T23" fmla="*/ 772 h 1017"/>
                <a:gd name="T24" fmla="*/ 352 w 589"/>
                <a:gd name="T25" fmla="*/ 328 h 1017"/>
                <a:gd name="T26" fmla="*/ 588 w 589"/>
                <a:gd name="T27" fmla="*/ 328 h 1017"/>
                <a:gd name="T28" fmla="*/ 588 w 589"/>
                <a:gd name="T29" fmla="*/ 237 h 1017"/>
                <a:gd name="T30" fmla="*/ 352 w 589"/>
                <a:gd name="T31" fmla="*/ 237 h 1017"/>
                <a:gd name="T32" fmla="*/ 352 w 589"/>
                <a:gd name="T33" fmla="*/ 0 h 1017"/>
                <a:gd name="T34" fmla="*/ 141 w 589"/>
                <a:gd name="T35" fmla="*/ 0 h 1017"/>
                <a:gd name="T36" fmla="*/ 141 w 589"/>
                <a:gd name="T37" fmla="*/ 237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89" h="1017">
                  <a:moveTo>
                    <a:pt x="141" y="237"/>
                  </a:moveTo>
                  <a:lnTo>
                    <a:pt x="0" y="237"/>
                  </a:lnTo>
                  <a:lnTo>
                    <a:pt x="0" y="328"/>
                  </a:lnTo>
                  <a:lnTo>
                    <a:pt x="141" y="328"/>
                  </a:lnTo>
                  <a:lnTo>
                    <a:pt x="141" y="797"/>
                  </a:lnTo>
                  <a:cubicBezTo>
                    <a:pt x="141" y="1000"/>
                    <a:pt x="270" y="1016"/>
                    <a:pt x="427" y="1016"/>
                  </a:cubicBezTo>
                  <a:cubicBezTo>
                    <a:pt x="464" y="1016"/>
                    <a:pt x="505" y="1012"/>
                    <a:pt x="551" y="1004"/>
                  </a:cubicBezTo>
                  <a:lnTo>
                    <a:pt x="564" y="1004"/>
                  </a:lnTo>
                  <a:lnTo>
                    <a:pt x="564" y="909"/>
                  </a:lnTo>
                  <a:lnTo>
                    <a:pt x="547" y="913"/>
                  </a:lnTo>
                  <a:cubicBezTo>
                    <a:pt x="530" y="917"/>
                    <a:pt x="510" y="917"/>
                    <a:pt x="485" y="917"/>
                  </a:cubicBezTo>
                  <a:cubicBezTo>
                    <a:pt x="360" y="917"/>
                    <a:pt x="352" y="880"/>
                    <a:pt x="352" y="772"/>
                  </a:cubicBezTo>
                  <a:lnTo>
                    <a:pt x="352" y="328"/>
                  </a:lnTo>
                  <a:lnTo>
                    <a:pt x="588" y="328"/>
                  </a:lnTo>
                  <a:lnTo>
                    <a:pt x="588" y="237"/>
                  </a:lnTo>
                  <a:lnTo>
                    <a:pt x="352" y="237"/>
                  </a:lnTo>
                  <a:lnTo>
                    <a:pt x="352" y="0"/>
                  </a:lnTo>
                  <a:lnTo>
                    <a:pt x="141" y="0"/>
                  </a:lnTo>
                  <a:lnTo>
                    <a:pt x="141" y="237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5" name="Freeform 19">
              <a:extLst>
                <a:ext uri="{FF2B5EF4-FFF2-40B4-BE49-F238E27FC236}">
                  <a16:creationId xmlns:a16="http://schemas.microsoft.com/office/drawing/2014/main" id="{E31E38F3-CCD4-0D4A-B5AE-0E15DBF0F8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49963" y="4087813"/>
              <a:ext cx="450850" cy="395287"/>
            </a:xfrm>
            <a:custGeom>
              <a:avLst/>
              <a:gdLst>
                <a:gd name="T0" fmla="*/ 1245 w 1254"/>
                <a:gd name="T1" fmla="*/ 0 h 1096"/>
                <a:gd name="T2" fmla="*/ 1033 w 1254"/>
                <a:gd name="T3" fmla="*/ 0 h 1096"/>
                <a:gd name="T4" fmla="*/ 1033 w 1254"/>
                <a:gd name="T5" fmla="*/ 829 h 1096"/>
                <a:gd name="T6" fmla="*/ 485 w 1254"/>
                <a:gd name="T7" fmla="*/ 0 h 1096"/>
                <a:gd name="T8" fmla="*/ 0 w 1254"/>
                <a:gd name="T9" fmla="*/ 0 h 1096"/>
                <a:gd name="T10" fmla="*/ 0 w 1254"/>
                <a:gd name="T11" fmla="*/ 62 h 1096"/>
                <a:gd name="T12" fmla="*/ 42 w 1254"/>
                <a:gd name="T13" fmla="*/ 70 h 1096"/>
                <a:gd name="T14" fmla="*/ 178 w 1254"/>
                <a:gd name="T15" fmla="*/ 220 h 1096"/>
                <a:gd name="T16" fmla="*/ 178 w 1254"/>
                <a:gd name="T17" fmla="*/ 1095 h 1096"/>
                <a:gd name="T18" fmla="*/ 403 w 1254"/>
                <a:gd name="T19" fmla="*/ 1095 h 1096"/>
                <a:gd name="T20" fmla="*/ 403 w 1254"/>
                <a:gd name="T21" fmla="*/ 228 h 1096"/>
                <a:gd name="T22" fmla="*/ 975 w 1254"/>
                <a:gd name="T23" fmla="*/ 1095 h 1096"/>
                <a:gd name="T24" fmla="*/ 1253 w 1254"/>
                <a:gd name="T25" fmla="*/ 1095 h 1096"/>
                <a:gd name="T26" fmla="*/ 1253 w 1254"/>
                <a:gd name="T27" fmla="*/ 0 h 1096"/>
                <a:gd name="T28" fmla="*/ 1245 w 1254"/>
                <a:gd name="T29" fmla="*/ 0 h 10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54" h="1096">
                  <a:moveTo>
                    <a:pt x="1245" y="0"/>
                  </a:moveTo>
                  <a:lnTo>
                    <a:pt x="1033" y="0"/>
                  </a:lnTo>
                  <a:cubicBezTo>
                    <a:pt x="1033" y="0"/>
                    <a:pt x="1033" y="751"/>
                    <a:pt x="1033" y="829"/>
                  </a:cubicBezTo>
                  <a:cubicBezTo>
                    <a:pt x="992" y="763"/>
                    <a:pt x="485" y="0"/>
                    <a:pt x="485" y="0"/>
                  </a:cubicBezTo>
                  <a:lnTo>
                    <a:pt x="0" y="0"/>
                  </a:lnTo>
                  <a:lnTo>
                    <a:pt x="0" y="62"/>
                  </a:lnTo>
                  <a:lnTo>
                    <a:pt x="42" y="70"/>
                  </a:lnTo>
                  <a:cubicBezTo>
                    <a:pt x="170" y="91"/>
                    <a:pt x="178" y="95"/>
                    <a:pt x="178" y="220"/>
                  </a:cubicBezTo>
                  <a:lnTo>
                    <a:pt x="178" y="1095"/>
                  </a:lnTo>
                  <a:lnTo>
                    <a:pt x="403" y="1095"/>
                  </a:lnTo>
                  <a:cubicBezTo>
                    <a:pt x="403" y="1095"/>
                    <a:pt x="403" y="307"/>
                    <a:pt x="403" y="228"/>
                  </a:cubicBezTo>
                  <a:cubicBezTo>
                    <a:pt x="448" y="294"/>
                    <a:pt x="975" y="1095"/>
                    <a:pt x="975" y="1095"/>
                  </a:cubicBezTo>
                  <a:lnTo>
                    <a:pt x="1253" y="1095"/>
                  </a:lnTo>
                  <a:lnTo>
                    <a:pt x="1253" y="0"/>
                  </a:lnTo>
                  <a:lnTo>
                    <a:pt x="124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6" name="Freeform 20">
              <a:extLst>
                <a:ext uri="{FF2B5EF4-FFF2-40B4-BE49-F238E27FC236}">
                  <a16:creationId xmlns:a16="http://schemas.microsoft.com/office/drawing/2014/main" id="{EA81CA55-89FF-C642-90AD-A67CE9108A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73838" y="4200525"/>
              <a:ext cx="266700" cy="287338"/>
            </a:xfrm>
            <a:custGeom>
              <a:avLst/>
              <a:gdLst>
                <a:gd name="T0" fmla="*/ 390 w 740"/>
                <a:gd name="T1" fmla="*/ 0 h 797"/>
                <a:gd name="T2" fmla="*/ 0 w 740"/>
                <a:gd name="T3" fmla="*/ 373 h 797"/>
                <a:gd name="T4" fmla="*/ 456 w 740"/>
                <a:gd name="T5" fmla="*/ 796 h 797"/>
                <a:gd name="T6" fmla="*/ 714 w 740"/>
                <a:gd name="T7" fmla="*/ 755 h 797"/>
                <a:gd name="T8" fmla="*/ 726 w 740"/>
                <a:gd name="T9" fmla="*/ 751 h 797"/>
                <a:gd name="T10" fmla="*/ 726 w 740"/>
                <a:gd name="T11" fmla="*/ 651 h 797"/>
                <a:gd name="T12" fmla="*/ 705 w 740"/>
                <a:gd name="T13" fmla="*/ 660 h 797"/>
                <a:gd name="T14" fmla="*/ 539 w 740"/>
                <a:gd name="T15" fmla="*/ 684 h 797"/>
                <a:gd name="T16" fmla="*/ 228 w 740"/>
                <a:gd name="T17" fmla="*/ 332 h 797"/>
                <a:gd name="T18" fmla="*/ 739 w 740"/>
                <a:gd name="T19" fmla="*/ 332 h 797"/>
                <a:gd name="T20" fmla="*/ 739 w 740"/>
                <a:gd name="T21" fmla="*/ 315 h 797"/>
                <a:gd name="T22" fmla="*/ 390 w 740"/>
                <a:gd name="T23" fmla="*/ 0 h 797"/>
                <a:gd name="T24" fmla="*/ 386 w 740"/>
                <a:gd name="T25" fmla="*/ 83 h 797"/>
                <a:gd name="T26" fmla="*/ 531 w 740"/>
                <a:gd name="T27" fmla="*/ 236 h 797"/>
                <a:gd name="T28" fmla="*/ 228 w 740"/>
                <a:gd name="T29" fmla="*/ 236 h 797"/>
                <a:gd name="T30" fmla="*/ 386 w 740"/>
                <a:gd name="T31" fmla="*/ 83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40" h="797">
                  <a:moveTo>
                    <a:pt x="390" y="0"/>
                  </a:moveTo>
                  <a:cubicBezTo>
                    <a:pt x="129" y="0"/>
                    <a:pt x="0" y="124"/>
                    <a:pt x="0" y="373"/>
                  </a:cubicBezTo>
                  <a:cubicBezTo>
                    <a:pt x="0" y="639"/>
                    <a:pt x="170" y="796"/>
                    <a:pt x="456" y="796"/>
                  </a:cubicBezTo>
                  <a:cubicBezTo>
                    <a:pt x="581" y="796"/>
                    <a:pt x="676" y="767"/>
                    <a:pt x="714" y="755"/>
                  </a:cubicBezTo>
                  <a:lnTo>
                    <a:pt x="726" y="751"/>
                  </a:lnTo>
                  <a:lnTo>
                    <a:pt x="726" y="651"/>
                  </a:lnTo>
                  <a:lnTo>
                    <a:pt x="705" y="660"/>
                  </a:lnTo>
                  <a:cubicBezTo>
                    <a:pt x="672" y="672"/>
                    <a:pt x="610" y="684"/>
                    <a:pt x="539" y="684"/>
                  </a:cubicBezTo>
                  <a:cubicBezTo>
                    <a:pt x="315" y="684"/>
                    <a:pt x="232" y="498"/>
                    <a:pt x="228" y="332"/>
                  </a:cubicBezTo>
                  <a:lnTo>
                    <a:pt x="739" y="332"/>
                  </a:lnTo>
                  <a:lnTo>
                    <a:pt x="739" y="315"/>
                  </a:lnTo>
                  <a:cubicBezTo>
                    <a:pt x="739" y="104"/>
                    <a:pt x="622" y="0"/>
                    <a:pt x="390" y="0"/>
                  </a:cubicBezTo>
                  <a:close/>
                  <a:moveTo>
                    <a:pt x="386" y="83"/>
                  </a:moveTo>
                  <a:cubicBezTo>
                    <a:pt x="498" y="83"/>
                    <a:pt x="527" y="162"/>
                    <a:pt x="531" y="236"/>
                  </a:cubicBezTo>
                  <a:lnTo>
                    <a:pt x="228" y="236"/>
                  </a:lnTo>
                  <a:cubicBezTo>
                    <a:pt x="232" y="187"/>
                    <a:pt x="270" y="83"/>
                    <a:pt x="386" y="8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7" name="Freeform 21">
              <a:extLst>
                <a:ext uri="{FF2B5EF4-FFF2-40B4-BE49-F238E27FC236}">
                  <a16:creationId xmlns:a16="http://schemas.microsoft.com/office/drawing/2014/main" id="{B993E30F-1BC1-EE44-BD31-C649CB700C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4075" y="4121150"/>
              <a:ext cx="212725" cy="366713"/>
            </a:xfrm>
            <a:custGeom>
              <a:avLst/>
              <a:gdLst>
                <a:gd name="T0" fmla="*/ 141 w 590"/>
                <a:gd name="T1" fmla="*/ 237 h 1017"/>
                <a:gd name="T2" fmla="*/ 0 w 590"/>
                <a:gd name="T3" fmla="*/ 237 h 1017"/>
                <a:gd name="T4" fmla="*/ 0 w 590"/>
                <a:gd name="T5" fmla="*/ 328 h 1017"/>
                <a:gd name="T6" fmla="*/ 141 w 590"/>
                <a:gd name="T7" fmla="*/ 328 h 1017"/>
                <a:gd name="T8" fmla="*/ 141 w 590"/>
                <a:gd name="T9" fmla="*/ 797 h 1017"/>
                <a:gd name="T10" fmla="*/ 427 w 590"/>
                <a:gd name="T11" fmla="*/ 1016 h 1017"/>
                <a:gd name="T12" fmla="*/ 551 w 590"/>
                <a:gd name="T13" fmla="*/ 1004 h 1017"/>
                <a:gd name="T14" fmla="*/ 564 w 590"/>
                <a:gd name="T15" fmla="*/ 1004 h 1017"/>
                <a:gd name="T16" fmla="*/ 564 w 590"/>
                <a:gd name="T17" fmla="*/ 909 h 1017"/>
                <a:gd name="T18" fmla="*/ 547 w 590"/>
                <a:gd name="T19" fmla="*/ 913 h 1017"/>
                <a:gd name="T20" fmla="*/ 485 w 590"/>
                <a:gd name="T21" fmla="*/ 917 h 1017"/>
                <a:gd name="T22" fmla="*/ 352 w 590"/>
                <a:gd name="T23" fmla="*/ 772 h 1017"/>
                <a:gd name="T24" fmla="*/ 352 w 590"/>
                <a:gd name="T25" fmla="*/ 328 h 1017"/>
                <a:gd name="T26" fmla="*/ 589 w 590"/>
                <a:gd name="T27" fmla="*/ 328 h 1017"/>
                <a:gd name="T28" fmla="*/ 589 w 590"/>
                <a:gd name="T29" fmla="*/ 237 h 1017"/>
                <a:gd name="T30" fmla="*/ 352 w 590"/>
                <a:gd name="T31" fmla="*/ 237 h 1017"/>
                <a:gd name="T32" fmla="*/ 352 w 590"/>
                <a:gd name="T33" fmla="*/ 0 h 1017"/>
                <a:gd name="T34" fmla="*/ 141 w 590"/>
                <a:gd name="T35" fmla="*/ 0 h 1017"/>
                <a:gd name="T36" fmla="*/ 141 w 590"/>
                <a:gd name="T37" fmla="*/ 237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0" h="1017">
                  <a:moveTo>
                    <a:pt x="141" y="237"/>
                  </a:moveTo>
                  <a:lnTo>
                    <a:pt x="0" y="237"/>
                  </a:lnTo>
                  <a:lnTo>
                    <a:pt x="0" y="328"/>
                  </a:lnTo>
                  <a:lnTo>
                    <a:pt x="141" y="328"/>
                  </a:lnTo>
                  <a:lnTo>
                    <a:pt x="141" y="797"/>
                  </a:lnTo>
                  <a:cubicBezTo>
                    <a:pt x="141" y="1000"/>
                    <a:pt x="269" y="1016"/>
                    <a:pt x="427" y="1016"/>
                  </a:cubicBezTo>
                  <a:cubicBezTo>
                    <a:pt x="464" y="1016"/>
                    <a:pt x="506" y="1012"/>
                    <a:pt x="551" y="1004"/>
                  </a:cubicBezTo>
                  <a:lnTo>
                    <a:pt x="564" y="1004"/>
                  </a:lnTo>
                  <a:lnTo>
                    <a:pt x="564" y="909"/>
                  </a:lnTo>
                  <a:lnTo>
                    <a:pt x="547" y="913"/>
                  </a:lnTo>
                  <a:cubicBezTo>
                    <a:pt x="531" y="917"/>
                    <a:pt x="510" y="917"/>
                    <a:pt x="485" y="917"/>
                  </a:cubicBezTo>
                  <a:cubicBezTo>
                    <a:pt x="361" y="917"/>
                    <a:pt x="352" y="880"/>
                    <a:pt x="352" y="772"/>
                  </a:cubicBezTo>
                  <a:lnTo>
                    <a:pt x="352" y="328"/>
                  </a:lnTo>
                  <a:lnTo>
                    <a:pt x="589" y="328"/>
                  </a:lnTo>
                  <a:lnTo>
                    <a:pt x="589" y="237"/>
                  </a:lnTo>
                  <a:lnTo>
                    <a:pt x="352" y="237"/>
                  </a:lnTo>
                  <a:lnTo>
                    <a:pt x="352" y="0"/>
                  </a:lnTo>
                  <a:lnTo>
                    <a:pt x="141" y="0"/>
                  </a:lnTo>
                  <a:lnTo>
                    <a:pt x="141" y="237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91" name="Freeform 22">
              <a:extLst>
                <a:ext uri="{FF2B5EF4-FFF2-40B4-BE49-F238E27FC236}">
                  <a16:creationId xmlns:a16="http://schemas.microsoft.com/office/drawing/2014/main" id="{5220F4C6-9400-5942-B0AF-9C8740ABF2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0063" y="4206875"/>
              <a:ext cx="331787" cy="274638"/>
            </a:xfrm>
            <a:custGeom>
              <a:avLst/>
              <a:gdLst>
                <a:gd name="T0" fmla="*/ 705 w 921"/>
                <a:gd name="T1" fmla="*/ 248 h 764"/>
                <a:gd name="T2" fmla="*/ 920 w 921"/>
                <a:gd name="T3" fmla="*/ 0 h 764"/>
                <a:gd name="T4" fmla="*/ 701 w 921"/>
                <a:gd name="T5" fmla="*/ 0 h 764"/>
                <a:gd name="T6" fmla="*/ 497 w 921"/>
                <a:gd name="T7" fmla="*/ 236 h 764"/>
                <a:gd name="T8" fmla="*/ 319 w 921"/>
                <a:gd name="T9" fmla="*/ 0 h 764"/>
                <a:gd name="T10" fmla="*/ 0 w 921"/>
                <a:gd name="T11" fmla="*/ 0 h 764"/>
                <a:gd name="T12" fmla="*/ 0 w 921"/>
                <a:gd name="T13" fmla="*/ 62 h 764"/>
                <a:gd name="T14" fmla="*/ 12 w 921"/>
                <a:gd name="T15" fmla="*/ 62 h 764"/>
                <a:gd name="T16" fmla="*/ 211 w 921"/>
                <a:gd name="T17" fmla="*/ 178 h 764"/>
                <a:gd name="T18" fmla="*/ 344 w 921"/>
                <a:gd name="T19" fmla="*/ 352 h 764"/>
                <a:gd name="T20" fmla="*/ 128 w 921"/>
                <a:gd name="T21" fmla="*/ 601 h 764"/>
                <a:gd name="T22" fmla="*/ 348 w 921"/>
                <a:gd name="T23" fmla="*/ 601 h 764"/>
                <a:gd name="T24" fmla="*/ 443 w 921"/>
                <a:gd name="T25" fmla="*/ 489 h 764"/>
                <a:gd name="T26" fmla="*/ 651 w 921"/>
                <a:gd name="T27" fmla="*/ 763 h 764"/>
                <a:gd name="T28" fmla="*/ 900 w 921"/>
                <a:gd name="T29" fmla="*/ 763 h 764"/>
                <a:gd name="T30" fmla="*/ 506 w 921"/>
                <a:gd name="T31" fmla="*/ 248 h 764"/>
                <a:gd name="T32" fmla="*/ 705 w 921"/>
                <a:gd name="T33" fmla="*/ 248 h 7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21" h="764">
                  <a:moveTo>
                    <a:pt x="705" y="248"/>
                  </a:moveTo>
                  <a:lnTo>
                    <a:pt x="920" y="0"/>
                  </a:lnTo>
                  <a:lnTo>
                    <a:pt x="701" y="0"/>
                  </a:lnTo>
                  <a:lnTo>
                    <a:pt x="497" y="236"/>
                  </a:lnTo>
                  <a:lnTo>
                    <a:pt x="319" y="0"/>
                  </a:lnTo>
                  <a:lnTo>
                    <a:pt x="0" y="0"/>
                  </a:lnTo>
                  <a:lnTo>
                    <a:pt x="0" y="62"/>
                  </a:lnTo>
                  <a:lnTo>
                    <a:pt x="12" y="62"/>
                  </a:lnTo>
                  <a:cubicBezTo>
                    <a:pt x="120" y="70"/>
                    <a:pt x="145" y="87"/>
                    <a:pt x="211" y="178"/>
                  </a:cubicBezTo>
                  <a:lnTo>
                    <a:pt x="344" y="352"/>
                  </a:lnTo>
                  <a:lnTo>
                    <a:pt x="128" y="601"/>
                  </a:lnTo>
                  <a:lnTo>
                    <a:pt x="348" y="601"/>
                  </a:lnTo>
                  <a:lnTo>
                    <a:pt x="443" y="489"/>
                  </a:lnTo>
                  <a:lnTo>
                    <a:pt x="651" y="763"/>
                  </a:lnTo>
                  <a:lnTo>
                    <a:pt x="900" y="763"/>
                  </a:lnTo>
                  <a:lnTo>
                    <a:pt x="506" y="248"/>
                  </a:lnTo>
                  <a:lnTo>
                    <a:pt x="705" y="24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92" name="Freeform 23">
              <a:extLst>
                <a:ext uri="{FF2B5EF4-FFF2-40B4-BE49-F238E27FC236}">
                  <a16:creationId xmlns:a16="http://schemas.microsoft.com/office/drawing/2014/main" id="{0D77D15C-59D2-2D40-8EFB-AE8D4D6452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5500" y="4010025"/>
              <a:ext cx="176213" cy="111125"/>
            </a:xfrm>
            <a:custGeom>
              <a:avLst/>
              <a:gdLst>
                <a:gd name="T0" fmla="*/ 224 w 490"/>
                <a:gd name="T1" fmla="*/ 307 h 308"/>
                <a:gd name="T2" fmla="*/ 0 w 490"/>
                <a:gd name="T3" fmla="*/ 307 h 308"/>
                <a:gd name="T4" fmla="*/ 269 w 490"/>
                <a:gd name="T5" fmla="*/ 0 h 308"/>
                <a:gd name="T6" fmla="*/ 489 w 490"/>
                <a:gd name="T7" fmla="*/ 0 h 308"/>
                <a:gd name="T8" fmla="*/ 224 w 490"/>
                <a:gd name="T9" fmla="*/ 307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0" h="308">
                  <a:moveTo>
                    <a:pt x="224" y="307"/>
                  </a:moveTo>
                  <a:lnTo>
                    <a:pt x="0" y="307"/>
                  </a:lnTo>
                  <a:lnTo>
                    <a:pt x="269" y="0"/>
                  </a:lnTo>
                  <a:lnTo>
                    <a:pt x="489" y="0"/>
                  </a:lnTo>
                  <a:lnTo>
                    <a:pt x="224" y="307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DC087B14-6753-6F4D-B0BE-B2E45CBD35B4}"/>
              </a:ext>
            </a:extLst>
          </p:cNvPr>
          <p:cNvSpPr/>
          <p:nvPr userDrawn="1"/>
        </p:nvSpPr>
        <p:spPr>
          <a:xfrm>
            <a:off x="-1" y="0"/>
            <a:ext cx="5942893" cy="5157216"/>
          </a:xfrm>
          <a:prstGeom prst="rect">
            <a:avLst/>
          </a:prstGeom>
          <a:gradFill flip="none" rotWithShape="1">
            <a:gsLst>
              <a:gs pos="0">
                <a:schemeClr val="tx2"/>
              </a:gs>
              <a:gs pos="66000">
                <a:srgbClr val="051C2C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5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1348" y="2803117"/>
            <a:ext cx="4286425" cy="830997"/>
          </a:xfrm>
          <a:prstGeom prst="rect">
            <a:avLst/>
          </a:prstGeom>
          <a:effectLst/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charset="2"/>
              <a:buNone/>
              <a:tabLst/>
              <a:defRPr sz="2400" cap="none" baseline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Subtitle placeholder</a:t>
            </a:r>
          </a:p>
          <a:p>
            <a:r>
              <a:rPr lang="en-US" dirty="0"/>
              <a:t>Subtitle placeholder</a:t>
            </a:r>
          </a:p>
        </p:txBody>
      </p:sp>
      <p:sp>
        <p:nvSpPr>
          <p:cNvPr id="57" name="Title 1"/>
          <p:cNvSpPr>
            <a:spLocks noGrp="1"/>
          </p:cNvSpPr>
          <p:nvPr>
            <p:ph type="ctrTitle" hasCustomPrompt="1"/>
          </p:nvPr>
        </p:nvSpPr>
        <p:spPr>
          <a:xfrm>
            <a:off x="681348" y="725773"/>
            <a:ext cx="5148359" cy="2071294"/>
          </a:xfrm>
          <a:prstGeom prst="rect">
            <a:avLst/>
          </a:prstGeom>
          <a:effectLst/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4400" b="1" cap="none" baseline="0"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2 Line Hitachi Title Slide Placeholder </a:t>
            </a:r>
            <a:br>
              <a:rPr lang="en-US" dirty="0"/>
            </a:br>
            <a:r>
              <a:rPr lang="en-US" dirty="0"/>
              <a:t>2 Line Hitachi </a:t>
            </a:r>
          </a:p>
        </p:txBody>
      </p:sp>
      <p:sp>
        <p:nvSpPr>
          <p:cNvPr id="58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681348" y="3905309"/>
            <a:ext cx="3544411" cy="307777"/>
          </a:xfrm>
        </p:spPr>
        <p:txBody>
          <a:bodyPr anchor="t"/>
          <a:lstStyle>
            <a:lvl1pPr marL="0" indent="0">
              <a:spcBef>
                <a:spcPts val="0"/>
              </a:spcBef>
              <a:spcAft>
                <a:spcPts val="300"/>
              </a:spcAft>
              <a:buNone/>
              <a:defRPr sz="1400" b="1" baseline="0">
                <a:solidFill>
                  <a:schemeClr val="bg1"/>
                </a:solidFill>
              </a:defRPr>
            </a:lvl1pPr>
            <a:lvl2pPr marL="280987" indent="0">
              <a:buNone/>
              <a:defRPr/>
            </a:lvl2pPr>
            <a:lvl3pPr marL="574675" indent="0">
              <a:buNone/>
              <a:defRPr/>
            </a:lvl3pPr>
            <a:lvl4pPr marL="855663" indent="0">
              <a:buNone/>
              <a:defRPr/>
            </a:lvl4pPr>
            <a:lvl5pPr marL="1090613" indent="0">
              <a:buNone/>
              <a:defRPr/>
            </a:lvl5pPr>
          </a:lstStyle>
          <a:p>
            <a:pPr lvl="0"/>
            <a:r>
              <a:rPr lang="en-US" dirty="0"/>
              <a:t>Name Here</a:t>
            </a:r>
          </a:p>
        </p:txBody>
      </p:sp>
      <p:sp>
        <p:nvSpPr>
          <p:cNvPr id="7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681348" y="4134651"/>
            <a:ext cx="3544411" cy="461665"/>
          </a:xfrm>
        </p:spPr>
        <p:txBody>
          <a:bodyPr anchor="t"/>
          <a:lstStyle>
            <a:lvl1pPr marL="0" indent="0">
              <a:spcBef>
                <a:spcPts val="0"/>
              </a:spcBef>
              <a:spcAft>
                <a:spcPts val="300"/>
              </a:spcAft>
              <a:buNone/>
              <a:defRPr sz="1200">
                <a:solidFill>
                  <a:schemeClr val="bg1"/>
                </a:solidFill>
              </a:defRPr>
            </a:lvl1pPr>
            <a:lvl2pPr marL="280987" indent="0">
              <a:buNone/>
              <a:defRPr/>
            </a:lvl2pPr>
            <a:lvl3pPr marL="574675" indent="0">
              <a:buNone/>
              <a:defRPr/>
            </a:lvl3pPr>
            <a:lvl4pPr marL="855663" indent="0">
              <a:buNone/>
              <a:defRPr/>
            </a:lvl4pPr>
            <a:lvl5pPr marL="1090613" indent="0">
              <a:buNone/>
              <a:defRPr/>
            </a:lvl5pPr>
          </a:lstStyle>
          <a:p>
            <a:pPr lvl="0"/>
            <a:r>
              <a:rPr lang="en-US" dirty="0"/>
              <a:t>Title/Department</a:t>
            </a:r>
            <a:br>
              <a:rPr lang="en-US" dirty="0"/>
            </a:br>
            <a:r>
              <a:rPr lang="en-US" dirty="0"/>
              <a:t>Date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11" y="4915450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111F478C-84AE-4601-9BE4-60468A3A6C06}" type="slidenum">
              <a:rPr lang="en-US" sz="800" smtClean="0">
                <a:solidFill>
                  <a:prstClr val="white">
                    <a:alpha val="50000"/>
                  </a:prstClr>
                </a:solidFill>
                <a:latin typeface="Arial"/>
              </a:rPr>
              <a:pPr/>
              <a:t>‹#›</a:t>
            </a:fld>
            <a:endParaRPr lang="en-US" sz="800" dirty="0">
              <a:solidFill>
                <a:prstClr val="white">
                  <a:alpha val="50000"/>
                </a:prstClr>
              </a:solidFill>
              <a:latin typeface="Arial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F6F85EA-1CAA-F34C-8631-AB308554EFA3}"/>
              </a:ext>
            </a:extLst>
          </p:cNvPr>
          <p:cNvSpPr txBox="1"/>
          <p:nvPr userDrawn="1"/>
        </p:nvSpPr>
        <p:spPr>
          <a:xfrm>
            <a:off x="1611" y="4915450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111F478C-84AE-4601-9BE4-60468A3A6C06}" type="slidenum">
              <a:rPr lang="en-US" sz="800" smtClean="0">
                <a:solidFill>
                  <a:prstClr val="white">
                    <a:alpha val="50000"/>
                  </a:prstClr>
                </a:solidFill>
                <a:latin typeface="Arial"/>
              </a:rPr>
              <a:pPr/>
              <a:t>‹#›</a:t>
            </a:fld>
            <a:endParaRPr lang="en-US" sz="800" dirty="0">
              <a:solidFill>
                <a:prstClr val="white">
                  <a:alpha val="50000"/>
                </a:prstClr>
              </a:solidFill>
              <a:latin typeface="Arial"/>
            </a:endParaRPr>
          </a:p>
        </p:txBody>
      </p:sp>
      <p:pic>
        <p:nvPicPr>
          <p:cNvPr id="68" name="Graphic 67">
            <a:extLst>
              <a:ext uri="{FF2B5EF4-FFF2-40B4-BE49-F238E27FC236}">
                <a16:creationId xmlns:a16="http://schemas.microsoft.com/office/drawing/2014/main" id="{6ACC0D47-CD69-A847-8C9B-9B3ED8E969C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20" y="812800"/>
            <a:ext cx="571500" cy="4330700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F7A76005-52C4-4175-98F3-A93E756F20FA}"/>
              </a:ext>
            </a:extLst>
          </p:cNvPr>
          <p:cNvSpPr txBox="1"/>
          <p:nvPr userDrawn="1"/>
        </p:nvSpPr>
        <p:spPr>
          <a:xfrm>
            <a:off x="6641794" y="4911221"/>
            <a:ext cx="24625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rPr>
              <a:t>© Hitachi Vantara LLC 2021.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800784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86272875-7CFB-E54E-A464-DFC119BD2050}"/>
              </a:ext>
            </a:extLst>
          </p:cNvPr>
          <p:cNvSpPr/>
          <p:nvPr userDrawn="1"/>
        </p:nvSpPr>
        <p:spPr>
          <a:xfrm>
            <a:off x="0" y="0"/>
            <a:ext cx="5955030" cy="5157216"/>
          </a:xfrm>
          <a:prstGeom prst="rect">
            <a:avLst/>
          </a:prstGeom>
          <a:gradFill>
            <a:gsLst>
              <a:gs pos="0">
                <a:schemeClr val="accent2">
                  <a:lumMod val="42000"/>
                </a:schemeClr>
              </a:gs>
              <a:gs pos="93000">
                <a:schemeClr val="accent2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5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1348" y="2803117"/>
            <a:ext cx="4286425" cy="830997"/>
          </a:xfrm>
          <a:prstGeom prst="rect">
            <a:avLst/>
          </a:prstGeom>
          <a:effectLst/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charset="2"/>
              <a:buNone/>
              <a:tabLst/>
              <a:defRPr sz="2400" cap="none" baseline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Subtitle placeholder</a:t>
            </a:r>
          </a:p>
          <a:p>
            <a:r>
              <a:rPr lang="en-US" dirty="0"/>
              <a:t>Subtitle placeholder</a:t>
            </a:r>
          </a:p>
        </p:txBody>
      </p:sp>
      <p:sp>
        <p:nvSpPr>
          <p:cNvPr id="57" name="Title 1"/>
          <p:cNvSpPr>
            <a:spLocks noGrp="1"/>
          </p:cNvSpPr>
          <p:nvPr>
            <p:ph type="ctrTitle" hasCustomPrompt="1"/>
          </p:nvPr>
        </p:nvSpPr>
        <p:spPr>
          <a:xfrm>
            <a:off x="681348" y="725773"/>
            <a:ext cx="5148359" cy="2071294"/>
          </a:xfrm>
          <a:prstGeom prst="rect">
            <a:avLst/>
          </a:prstGeom>
          <a:effectLst/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4400" b="1" cap="none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2 Line Hitachi Title Slide Placeholder </a:t>
            </a:r>
            <a:br>
              <a:rPr lang="en-US" dirty="0"/>
            </a:br>
            <a:r>
              <a:rPr lang="en-US" dirty="0"/>
              <a:t>2 Line Hitachi </a:t>
            </a:r>
          </a:p>
        </p:txBody>
      </p:sp>
      <p:sp>
        <p:nvSpPr>
          <p:cNvPr id="58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681349" y="3905309"/>
            <a:ext cx="3544411" cy="307777"/>
          </a:xfrm>
        </p:spPr>
        <p:txBody>
          <a:bodyPr anchor="t"/>
          <a:lstStyle>
            <a:lvl1pPr marL="0" indent="0">
              <a:spcBef>
                <a:spcPts val="0"/>
              </a:spcBef>
              <a:spcAft>
                <a:spcPts val="300"/>
              </a:spcAft>
              <a:buNone/>
              <a:defRPr sz="1400" b="1" baseline="0">
                <a:solidFill>
                  <a:schemeClr val="bg1"/>
                </a:solidFill>
              </a:defRPr>
            </a:lvl1pPr>
            <a:lvl2pPr marL="280987" indent="0">
              <a:buNone/>
              <a:defRPr/>
            </a:lvl2pPr>
            <a:lvl3pPr marL="574675" indent="0">
              <a:buNone/>
              <a:defRPr/>
            </a:lvl3pPr>
            <a:lvl4pPr marL="855663" indent="0">
              <a:buNone/>
              <a:defRPr/>
            </a:lvl4pPr>
            <a:lvl5pPr marL="1090613" indent="0">
              <a:buNone/>
              <a:defRPr/>
            </a:lvl5pPr>
          </a:lstStyle>
          <a:p>
            <a:pPr lvl="0"/>
            <a:r>
              <a:rPr lang="en-US" dirty="0"/>
              <a:t>Name Here</a:t>
            </a:r>
          </a:p>
        </p:txBody>
      </p:sp>
      <p:sp>
        <p:nvSpPr>
          <p:cNvPr id="7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681349" y="4134651"/>
            <a:ext cx="3544411" cy="461665"/>
          </a:xfrm>
        </p:spPr>
        <p:txBody>
          <a:bodyPr anchor="t"/>
          <a:lstStyle>
            <a:lvl1pPr marL="0" indent="0">
              <a:spcBef>
                <a:spcPts val="0"/>
              </a:spcBef>
              <a:spcAft>
                <a:spcPts val="300"/>
              </a:spcAft>
              <a:buNone/>
              <a:defRPr sz="1200">
                <a:solidFill>
                  <a:schemeClr val="bg1"/>
                </a:solidFill>
              </a:defRPr>
            </a:lvl1pPr>
            <a:lvl2pPr marL="280987" indent="0">
              <a:buNone/>
              <a:defRPr/>
            </a:lvl2pPr>
            <a:lvl3pPr marL="574675" indent="0">
              <a:buNone/>
              <a:defRPr/>
            </a:lvl3pPr>
            <a:lvl4pPr marL="855663" indent="0">
              <a:buNone/>
              <a:defRPr/>
            </a:lvl4pPr>
            <a:lvl5pPr marL="1090613" indent="0">
              <a:buNone/>
              <a:defRPr/>
            </a:lvl5pPr>
          </a:lstStyle>
          <a:p>
            <a:pPr lvl="0"/>
            <a:r>
              <a:rPr lang="en-US" dirty="0"/>
              <a:t>Title/Department</a:t>
            </a:r>
            <a:br>
              <a:rPr lang="en-US" dirty="0"/>
            </a:br>
            <a:r>
              <a:rPr lang="en-US" dirty="0"/>
              <a:t>Date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11" y="4915450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111F478C-84AE-4601-9BE4-60468A3A6C06}" type="slidenum">
              <a:rPr lang="en-US" sz="800" smtClean="0">
                <a:solidFill>
                  <a:prstClr val="white">
                    <a:alpha val="50000"/>
                  </a:prstClr>
                </a:solidFill>
                <a:latin typeface="Arial"/>
              </a:rPr>
              <a:pPr/>
              <a:t>‹#›</a:t>
            </a:fld>
            <a:endParaRPr lang="en-US" sz="800" dirty="0">
              <a:solidFill>
                <a:prstClr val="white">
                  <a:alpha val="50000"/>
                </a:prstClr>
              </a:solidFill>
              <a:latin typeface="Arial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F6F85EA-1CAA-F34C-8631-AB308554EFA3}"/>
              </a:ext>
            </a:extLst>
          </p:cNvPr>
          <p:cNvSpPr txBox="1"/>
          <p:nvPr userDrawn="1"/>
        </p:nvSpPr>
        <p:spPr>
          <a:xfrm>
            <a:off x="1611" y="4915450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111F478C-84AE-4601-9BE4-60468A3A6C06}" type="slidenum">
              <a:rPr lang="en-US" sz="800" smtClean="0">
                <a:solidFill>
                  <a:prstClr val="white">
                    <a:alpha val="50000"/>
                  </a:prstClr>
                </a:solidFill>
                <a:latin typeface="Arial"/>
              </a:rPr>
              <a:pPr/>
              <a:t>‹#›</a:t>
            </a:fld>
            <a:endParaRPr lang="en-US" sz="800" dirty="0">
              <a:solidFill>
                <a:prstClr val="white">
                  <a:alpha val="50000"/>
                </a:prstClr>
              </a:solidFill>
              <a:latin typeface="Arial"/>
            </a:endParaRPr>
          </a:p>
        </p:txBody>
      </p:sp>
      <p:pic>
        <p:nvPicPr>
          <p:cNvPr id="69" name="Graphic 68">
            <a:extLst>
              <a:ext uri="{FF2B5EF4-FFF2-40B4-BE49-F238E27FC236}">
                <a16:creationId xmlns:a16="http://schemas.microsoft.com/office/drawing/2014/main" id="{7F8506D6-2826-9940-A9FF-C97A6858C4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993" y="812800"/>
            <a:ext cx="559612" cy="4334256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88303897-558F-9043-8F09-D56A5F5061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31735" y="0"/>
            <a:ext cx="3212265" cy="5157216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A4A9F135-63EB-41DD-9D10-F093A1C6C474}"/>
              </a:ext>
            </a:extLst>
          </p:cNvPr>
          <p:cNvSpPr/>
          <p:nvPr userDrawn="1"/>
        </p:nvSpPr>
        <p:spPr>
          <a:xfrm>
            <a:off x="5942892" y="0"/>
            <a:ext cx="3201108" cy="5157216"/>
          </a:xfrm>
          <a:prstGeom prst="rect">
            <a:avLst/>
          </a:prstGeom>
          <a:gradFill flip="none" rotWithShape="1">
            <a:gsLst>
              <a:gs pos="62000">
                <a:schemeClr val="tx2">
                  <a:alpha val="0"/>
                </a:schemeClr>
              </a:gs>
              <a:gs pos="100000">
                <a:schemeClr val="tx2">
                  <a:alpha val="69000"/>
                </a:schemeClr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90C0EE3-5415-442B-8861-FC590BA875A6}"/>
              </a:ext>
            </a:extLst>
          </p:cNvPr>
          <p:cNvGrpSpPr/>
          <p:nvPr userDrawn="1"/>
        </p:nvGrpSpPr>
        <p:grpSpPr>
          <a:xfrm>
            <a:off x="7684916" y="225821"/>
            <a:ext cx="1247901" cy="356665"/>
            <a:chOff x="2751138" y="3262313"/>
            <a:chExt cx="4665662" cy="1333500"/>
          </a:xfrm>
          <a:solidFill>
            <a:schemeClr val="bg1"/>
          </a:solidFill>
        </p:grpSpPr>
        <p:sp>
          <p:nvSpPr>
            <p:cNvPr id="43" name="Freeform 1">
              <a:extLst>
                <a:ext uri="{FF2B5EF4-FFF2-40B4-BE49-F238E27FC236}">
                  <a16:creationId xmlns:a16="http://schemas.microsoft.com/office/drawing/2014/main" id="{56ACEAE8-6449-4338-9CF1-03ED13F389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0138" y="3275013"/>
              <a:ext cx="673100" cy="631825"/>
            </a:xfrm>
            <a:custGeom>
              <a:avLst/>
              <a:gdLst>
                <a:gd name="T0" fmla="*/ 465 w 1868"/>
                <a:gd name="T1" fmla="*/ 0 h 1755"/>
                <a:gd name="T2" fmla="*/ 465 w 1868"/>
                <a:gd name="T3" fmla="*/ 700 h 1755"/>
                <a:gd name="T4" fmla="*/ 1402 w 1868"/>
                <a:gd name="T5" fmla="*/ 700 h 1755"/>
                <a:gd name="T6" fmla="*/ 1402 w 1868"/>
                <a:gd name="T7" fmla="*/ 0 h 1755"/>
                <a:gd name="T8" fmla="*/ 1867 w 1868"/>
                <a:gd name="T9" fmla="*/ 0 h 1755"/>
                <a:gd name="T10" fmla="*/ 1867 w 1868"/>
                <a:gd name="T11" fmla="*/ 1754 h 1755"/>
                <a:gd name="T12" fmla="*/ 1402 w 1868"/>
                <a:gd name="T13" fmla="*/ 1754 h 1755"/>
                <a:gd name="T14" fmla="*/ 1402 w 1868"/>
                <a:gd name="T15" fmla="*/ 983 h 1755"/>
                <a:gd name="T16" fmla="*/ 465 w 1868"/>
                <a:gd name="T17" fmla="*/ 983 h 1755"/>
                <a:gd name="T18" fmla="*/ 465 w 1868"/>
                <a:gd name="T19" fmla="*/ 1754 h 1755"/>
                <a:gd name="T20" fmla="*/ 0 w 1868"/>
                <a:gd name="T21" fmla="*/ 1754 h 1755"/>
                <a:gd name="T22" fmla="*/ 0 w 1868"/>
                <a:gd name="T23" fmla="*/ 0 h 1755"/>
                <a:gd name="T24" fmla="*/ 465 w 1868"/>
                <a:gd name="T25" fmla="*/ 0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68" h="1755">
                  <a:moveTo>
                    <a:pt x="465" y="0"/>
                  </a:moveTo>
                  <a:cubicBezTo>
                    <a:pt x="465" y="0"/>
                    <a:pt x="465" y="705"/>
                    <a:pt x="465" y="700"/>
                  </a:cubicBezTo>
                  <a:lnTo>
                    <a:pt x="1402" y="700"/>
                  </a:lnTo>
                  <a:cubicBezTo>
                    <a:pt x="1402" y="705"/>
                    <a:pt x="1402" y="0"/>
                    <a:pt x="1402" y="0"/>
                  </a:cubicBezTo>
                  <a:cubicBezTo>
                    <a:pt x="1402" y="0"/>
                    <a:pt x="1863" y="0"/>
                    <a:pt x="1867" y="0"/>
                  </a:cubicBezTo>
                  <a:cubicBezTo>
                    <a:pt x="1867" y="0"/>
                    <a:pt x="1867" y="1750"/>
                    <a:pt x="1867" y="1754"/>
                  </a:cubicBezTo>
                  <a:lnTo>
                    <a:pt x="1402" y="1754"/>
                  </a:lnTo>
                  <a:cubicBezTo>
                    <a:pt x="1402" y="1754"/>
                    <a:pt x="1402" y="987"/>
                    <a:pt x="1402" y="983"/>
                  </a:cubicBezTo>
                  <a:cubicBezTo>
                    <a:pt x="1402" y="987"/>
                    <a:pt x="465" y="983"/>
                    <a:pt x="465" y="983"/>
                  </a:cubicBezTo>
                  <a:cubicBezTo>
                    <a:pt x="465" y="987"/>
                    <a:pt x="465" y="1754"/>
                    <a:pt x="465" y="1754"/>
                  </a:cubicBezTo>
                  <a:lnTo>
                    <a:pt x="0" y="1754"/>
                  </a:lnTo>
                  <a:cubicBezTo>
                    <a:pt x="0" y="1754"/>
                    <a:pt x="4" y="0"/>
                    <a:pt x="0" y="0"/>
                  </a:cubicBezTo>
                  <a:lnTo>
                    <a:pt x="46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44" name="Freeform 2">
              <a:extLst>
                <a:ext uri="{FF2B5EF4-FFF2-40B4-BE49-F238E27FC236}">
                  <a16:creationId xmlns:a16="http://schemas.microsoft.com/office/drawing/2014/main" id="{81E02AE2-8D19-4B52-B6CE-052102609F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3050" y="3275013"/>
              <a:ext cx="677863" cy="631825"/>
            </a:xfrm>
            <a:custGeom>
              <a:avLst/>
              <a:gdLst>
                <a:gd name="T0" fmla="*/ 1883 w 1884"/>
                <a:gd name="T1" fmla="*/ 0 h 1755"/>
                <a:gd name="T2" fmla="*/ 1883 w 1884"/>
                <a:gd name="T3" fmla="*/ 298 h 1755"/>
                <a:gd name="T4" fmla="*/ 1174 w 1884"/>
                <a:gd name="T5" fmla="*/ 298 h 1755"/>
                <a:gd name="T6" fmla="*/ 1174 w 1884"/>
                <a:gd name="T7" fmla="*/ 1754 h 1755"/>
                <a:gd name="T8" fmla="*/ 709 w 1884"/>
                <a:gd name="T9" fmla="*/ 1754 h 1755"/>
                <a:gd name="T10" fmla="*/ 709 w 1884"/>
                <a:gd name="T11" fmla="*/ 298 h 1755"/>
                <a:gd name="T12" fmla="*/ 0 w 1884"/>
                <a:gd name="T13" fmla="*/ 298 h 1755"/>
                <a:gd name="T14" fmla="*/ 0 w 1884"/>
                <a:gd name="T15" fmla="*/ 0 h 1755"/>
                <a:gd name="T16" fmla="*/ 1883 w 1884"/>
                <a:gd name="T17" fmla="*/ 0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84" h="1755">
                  <a:moveTo>
                    <a:pt x="1883" y="0"/>
                  </a:moveTo>
                  <a:cubicBezTo>
                    <a:pt x="1883" y="4"/>
                    <a:pt x="1883" y="298"/>
                    <a:pt x="1883" y="298"/>
                  </a:cubicBezTo>
                  <a:lnTo>
                    <a:pt x="1174" y="298"/>
                  </a:lnTo>
                  <a:lnTo>
                    <a:pt x="1174" y="1754"/>
                  </a:lnTo>
                  <a:lnTo>
                    <a:pt x="709" y="1754"/>
                  </a:lnTo>
                  <a:lnTo>
                    <a:pt x="709" y="298"/>
                  </a:lnTo>
                  <a:lnTo>
                    <a:pt x="0" y="298"/>
                  </a:lnTo>
                  <a:lnTo>
                    <a:pt x="0" y="0"/>
                  </a:lnTo>
                  <a:lnTo>
                    <a:pt x="1883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45" name="Freeform 3">
              <a:extLst>
                <a:ext uri="{FF2B5EF4-FFF2-40B4-BE49-F238E27FC236}">
                  <a16:creationId xmlns:a16="http://schemas.microsoft.com/office/drawing/2014/main" id="{C4296AD6-0E74-4C36-A0DD-F8542B079F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4863" y="3275013"/>
              <a:ext cx="796925" cy="631825"/>
            </a:xfrm>
            <a:custGeom>
              <a:avLst/>
              <a:gdLst>
                <a:gd name="T0" fmla="*/ 2214 w 2215"/>
                <a:gd name="T1" fmla="*/ 1754 h 1755"/>
                <a:gd name="T2" fmla="*/ 1695 w 2215"/>
                <a:gd name="T3" fmla="*/ 1754 h 1755"/>
                <a:gd name="T4" fmla="*/ 1542 w 2215"/>
                <a:gd name="T5" fmla="*/ 1377 h 1755"/>
                <a:gd name="T6" fmla="*/ 672 w 2215"/>
                <a:gd name="T7" fmla="*/ 1377 h 1755"/>
                <a:gd name="T8" fmla="*/ 518 w 2215"/>
                <a:gd name="T9" fmla="*/ 1754 h 1755"/>
                <a:gd name="T10" fmla="*/ 0 w 2215"/>
                <a:gd name="T11" fmla="*/ 1754 h 1755"/>
                <a:gd name="T12" fmla="*/ 825 w 2215"/>
                <a:gd name="T13" fmla="*/ 0 h 1755"/>
                <a:gd name="T14" fmla="*/ 1392 w 2215"/>
                <a:gd name="T15" fmla="*/ 0 h 1755"/>
                <a:gd name="T16" fmla="*/ 2214 w 2215"/>
                <a:gd name="T17" fmla="*/ 1754 h 1755"/>
                <a:gd name="T18" fmla="*/ 788 w 2215"/>
                <a:gd name="T19" fmla="*/ 1095 h 1755"/>
                <a:gd name="T20" fmla="*/ 1434 w 2215"/>
                <a:gd name="T21" fmla="*/ 1095 h 1755"/>
                <a:gd name="T22" fmla="*/ 1107 w 2215"/>
                <a:gd name="T23" fmla="*/ 298 h 1755"/>
                <a:gd name="T24" fmla="*/ 788 w 2215"/>
                <a:gd name="T25" fmla="*/ 1095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15" h="1755">
                  <a:moveTo>
                    <a:pt x="2214" y="1754"/>
                  </a:moveTo>
                  <a:cubicBezTo>
                    <a:pt x="2214" y="1754"/>
                    <a:pt x="1691" y="1754"/>
                    <a:pt x="1695" y="1754"/>
                  </a:cubicBezTo>
                  <a:lnTo>
                    <a:pt x="1542" y="1377"/>
                  </a:lnTo>
                  <a:lnTo>
                    <a:pt x="672" y="1377"/>
                  </a:lnTo>
                  <a:cubicBezTo>
                    <a:pt x="672" y="1377"/>
                    <a:pt x="522" y="1754"/>
                    <a:pt x="518" y="1754"/>
                  </a:cubicBezTo>
                  <a:lnTo>
                    <a:pt x="0" y="1754"/>
                  </a:lnTo>
                  <a:lnTo>
                    <a:pt x="825" y="0"/>
                  </a:lnTo>
                  <a:lnTo>
                    <a:pt x="1392" y="0"/>
                  </a:lnTo>
                  <a:lnTo>
                    <a:pt x="2214" y="1754"/>
                  </a:lnTo>
                  <a:close/>
                  <a:moveTo>
                    <a:pt x="788" y="1095"/>
                  </a:moveTo>
                  <a:lnTo>
                    <a:pt x="1434" y="1095"/>
                  </a:lnTo>
                  <a:lnTo>
                    <a:pt x="1107" y="298"/>
                  </a:lnTo>
                  <a:lnTo>
                    <a:pt x="788" y="1095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46" name="Freeform 4">
              <a:extLst>
                <a:ext uri="{FF2B5EF4-FFF2-40B4-BE49-F238E27FC236}">
                  <a16:creationId xmlns:a16="http://schemas.microsoft.com/office/drawing/2014/main" id="{F0C6B104-44D3-4FB8-8BC4-1DA6E1F1BF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85000" y="3275013"/>
              <a:ext cx="166688" cy="631825"/>
            </a:xfrm>
            <a:custGeom>
              <a:avLst/>
              <a:gdLst>
                <a:gd name="T0" fmla="*/ 232 w 465"/>
                <a:gd name="T1" fmla="*/ 1754 h 1755"/>
                <a:gd name="T2" fmla="*/ 0 w 465"/>
                <a:gd name="T3" fmla="*/ 1754 h 1755"/>
                <a:gd name="T4" fmla="*/ 0 w 465"/>
                <a:gd name="T5" fmla="*/ 0 h 1755"/>
                <a:gd name="T6" fmla="*/ 464 w 465"/>
                <a:gd name="T7" fmla="*/ 0 h 1755"/>
                <a:gd name="T8" fmla="*/ 464 w 465"/>
                <a:gd name="T9" fmla="*/ 1754 h 1755"/>
                <a:gd name="T10" fmla="*/ 232 w 465"/>
                <a:gd name="T11" fmla="*/ 1754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5" h="1755">
                  <a:moveTo>
                    <a:pt x="232" y="1754"/>
                  </a:moveTo>
                  <a:lnTo>
                    <a:pt x="0" y="1754"/>
                  </a:lnTo>
                  <a:lnTo>
                    <a:pt x="0" y="0"/>
                  </a:lnTo>
                  <a:lnTo>
                    <a:pt x="464" y="0"/>
                  </a:lnTo>
                  <a:lnTo>
                    <a:pt x="464" y="1754"/>
                  </a:lnTo>
                  <a:lnTo>
                    <a:pt x="232" y="175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48" name="Freeform 5">
              <a:extLst>
                <a:ext uri="{FF2B5EF4-FFF2-40B4-BE49-F238E27FC236}">
                  <a16:creationId xmlns:a16="http://schemas.microsoft.com/office/drawing/2014/main" id="{D44DCD55-A511-4BD0-8F05-83B4B4D6ED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9588" y="3275013"/>
              <a:ext cx="673100" cy="631825"/>
            </a:xfrm>
            <a:custGeom>
              <a:avLst/>
              <a:gdLst>
                <a:gd name="T0" fmla="*/ 465 w 1868"/>
                <a:gd name="T1" fmla="*/ 0 h 1755"/>
                <a:gd name="T2" fmla="*/ 465 w 1868"/>
                <a:gd name="T3" fmla="*/ 700 h 1755"/>
                <a:gd name="T4" fmla="*/ 1402 w 1868"/>
                <a:gd name="T5" fmla="*/ 700 h 1755"/>
                <a:gd name="T6" fmla="*/ 1402 w 1868"/>
                <a:gd name="T7" fmla="*/ 0 h 1755"/>
                <a:gd name="T8" fmla="*/ 1867 w 1868"/>
                <a:gd name="T9" fmla="*/ 0 h 1755"/>
                <a:gd name="T10" fmla="*/ 1867 w 1868"/>
                <a:gd name="T11" fmla="*/ 1754 h 1755"/>
                <a:gd name="T12" fmla="*/ 1402 w 1868"/>
                <a:gd name="T13" fmla="*/ 1754 h 1755"/>
                <a:gd name="T14" fmla="*/ 1402 w 1868"/>
                <a:gd name="T15" fmla="*/ 983 h 1755"/>
                <a:gd name="T16" fmla="*/ 465 w 1868"/>
                <a:gd name="T17" fmla="*/ 983 h 1755"/>
                <a:gd name="T18" fmla="*/ 465 w 1868"/>
                <a:gd name="T19" fmla="*/ 1754 h 1755"/>
                <a:gd name="T20" fmla="*/ 0 w 1868"/>
                <a:gd name="T21" fmla="*/ 1754 h 1755"/>
                <a:gd name="T22" fmla="*/ 0 w 1868"/>
                <a:gd name="T23" fmla="*/ 0 h 1755"/>
                <a:gd name="T24" fmla="*/ 465 w 1868"/>
                <a:gd name="T25" fmla="*/ 0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68" h="1755">
                  <a:moveTo>
                    <a:pt x="465" y="0"/>
                  </a:moveTo>
                  <a:cubicBezTo>
                    <a:pt x="465" y="0"/>
                    <a:pt x="465" y="705"/>
                    <a:pt x="465" y="700"/>
                  </a:cubicBezTo>
                  <a:lnTo>
                    <a:pt x="1402" y="700"/>
                  </a:lnTo>
                  <a:cubicBezTo>
                    <a:pt x="1402" y="705"/>
                    <a:pt x="1402" y="0"/>
                    <a:pt x="1402" y="0"/>
                  </a:cubicBezTo>
                  <a:cubicBezTo>
                    <a:pt x="1402" y="0"/>
                    <a:pt x="1863" y="0"/>
                    <a:pt x="1867" y="0"/>
                  </a:cubicBezTo>
                  <a:cubicBezTo>
                    <a:pt x="1867" y="0"/>
                    <a:pt x="1867" y="1750"/>
                    <a:pt x="1867" y="1754"/>
                  </a:cubicBezTo>
                  <a:lnTo>
                    <a:pt x="1402" y="1754"/>
                  </a:lnTo>
                  <a:cubicBezTo>
                    <a:pt x="1402" y="1754"/>
                    <a:pt x="1402" y="987"/>
                    <a:pt x="1402" y="983"/>
                  </a:cubicBezTo>
                  <a:cubicBezTo>
                    <a:pt x="1402" y="987"/>
                    <a:pt x="465" y="983"/>
                    <a:pt x="465" y="983"/>
                  </a:cubicBezTo>
                  <a:cubicBezTo>
                    <a:pt x="465" y="987"/>
                    <a:pt x="465" y="1754"/>
                    <a:pt x="465" y="1754"/>
                  </a:cubicBezTo>
                  <a:lnTo>
                    <a:pt x="0" y="1754"/>
                  </a:lnTo>
                  <a:cubicBezTo>
                    <a:pt x="0" y="1754"/>
                    <a:pt x="5" y="0"/>
                    <a:pt x="0" y="0"/>
                  </a:cubicBezTo>
                  <a:lnTo>
                    <a:pt x="46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49" name="Freeform 6">
              <a:extLst>
                <a:ext uri="{FF2B5EF4-FFF2-40B4-BE49-F238E27FC236}">
                  <a16:creationId xmlns:a16="http://schemas.microsoft.com/office/drawing/2014/main" id="{F35E04CD-FC82-42ED-9FBB-283CC785B1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4450" y="3275013"/>
              <a:ext cx="168275" cy="631825"/>
            </a:xfrm>
            <a:custGeom>
              <a:avLst/>
              <a:gdLst>
                <a:gd name="T0" fmla="*/ 233 w 466"/>
                <a:gd name="T1" fmla="*/ 1754 h 1755"/>
                <a:gd name="T2" fmla="*/ 0 w 466"/>
                <a:gd name="T3" fmla="*/ 1754 h 1755"/>
                <a:gd name="T4" fmla="*/ 0 w 466"/>
                <a:gd name="T5" fmla="*/ 0 h 1755"/>
                <a:gd name="T6" fmla="*/ 465 w 466"/>
                <a:gd name="T7" fmla="*/ 0 h 1755"/>
                <a:gd name="T8" fmla="*/ 465 w 466"/>
                <a:gd name="T9" fmla="*/ 1754 h 1755"/>
                <a:gd name="T10" fmla="*/ 233 w 466"/>
                <a:gd name="T11" fmla="*/ 1754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6" h="1755">
                  <a:moveTo>
                    <a:pt x="233" y="1754"/>
                  </a:moveTo>
                  <a:lnTo>
                    <a:pt x="0" y="1754"/>
                  </a:lnTo>
                  <a:lnTo>
                    <a:pt x="0" y="0"/>
                  </a:lnTo>
                  <a:lnTo>
                    <a:pt x="465" y="0"/>
                  </a:lnTo>
                  <a:lnTo>
                    <a:pt x="465" y="1754"/>
                  </a:lnTo>
                  <a:lnTo>
                    <a:pt x="233" y="175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50" name="Freeform 7">
              <a:extLst>
                <a:ext uri="{FF2B5EF4-FFF2-40B4-BE49-F238E27FC236}">
                  <a16:creationId xmlns:a16="http://schemas.microsoft.com/office/drawing/2014/main" id="{257F3B36-6697-47CE-AA92-1CBBD3AF8D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3213" y="3262313"/>
              <a:ext cx="715962" cy="663575"/>
            </a:xfrm>
            <a:custGeom>
              <a:avLst/>
              <a:gdLst>
                <a:gd name="T0" fmla="*/ 62 w 1988"/>
                <a:gd name="T1" fmla="*/ 1307 h 1842"/>
                <a:gd name="T2" fmla="*/ 0 w 1988"/>
                <a:gd name="T3" fmla="*/ 933 h 1842"/>
                <a:gd name="T4" fmla="*/ 120 w 1988"/>
                <a:gd name="T5" fmla="*/ 423 h 1842"/>
                <a:gd name="T6" fmla="*/ 518 w 1988"/>
                <a:gd name="T7" fmla="*/ 91 h 1842"/>
                <a:gd name="T8" fmla="*/ 1033 w 1988"/>
                <a:gd name="T9" fmla="*/ 0 h 1842"/>
                <a:gd name="T10" fmla="*/ 1618 w 1988"/>
                <a:gd name="T11" fmla="*/ 125 h 1842"/>
                <a:gd name="T12" fmla="*/ 1950 w 1988"/>
                <a:gd name="T13" fmla="*/ 531 h 1842"/>
                <a:gd name="T14" fmla="*/ 1966 w 1988"/>
                <a:gd name="T15" fmla="*/ 643 h 1842"/>
                <a:gd name="T16" fmla="*/ 1481 w 1988"/>
                <a:gd name="T17" fmla="*/ 643 h 1842"/>
                <a:gd name="T18" fmla="*/ 1456 w 1988"/>
                <a:gd name="T19" fmla="*/ 506 h 1842"/>
                <a:gd name="T20" fmla="*/ 1240 w 1988"/>
                <a:gd name="T21" fmla="*/ 303 h 1842"/>
                <a:gd name="T22" fmla="*/ 1037 w 1988"/>
                <a:gd name="T23" fmla="*/ 274 h 1842"/>
                <a:gd name="T24" fmla="*/ 809 w 1988"/>
                <a:gd name="T25" fmla="*/ 315 h 1842"/>
                <a:gd name="T26" fmla="*/ 556 w 1988"/>
                <a:gd name="T27" fmla="*/ 573 h 1842"/>
                <a:gd name="T28" fmla="*/ 494 w 1988"/>
                <a:gd name="T29" fmla="*/ 942 h 1842"/>
                <a:gd name="T30" fmla="*/ 539 w 1988"/>
                <a:gd name="T31" fmla="*/ 1249 h 1842"/>
                <a:gd name="T32" fmla="*/ 792 w 1988"/>
                <a:gd name="T33" fmla="*/ 1527 h 1842"/>
                <a:gd name="T34" fmla="*/ 1041 w 1988"/>
                <a:gd name="T35" fmla="*/ 1572 h 1842"/>
                <a:gd name="T36" fmla="*/ 1257 w 1988"/>
                <a:gd name="T37" fmla="*/ 1539 h 1842"/>
                <a:gd name="T38" fmla="*/ 1460 w 1988"/>
                <a:gd name="T39" fmla="*/ 1356 h 1842"/>
                <a:gd name="T40" fmla="*/ 1497 w 1988"/>
                <a:gd name="T41" fmla="*/ 1170 h 1842"/>
                <a:gd name="T42" fmla="*/ 1987 w 1988"/>
                <a:gd name="T43" fmla="*/ 1170 h 1842"/>
                <a:gd name="T44" fmla="*/ 1962 w 1988"/>
                <a:gd name="T45" fmla="*/ 1336 h 1842"/>
                <a:gd name="T46" fmla="*/ 1638 w 1988"/>
                <a:gd name="T47" fmla="*/ 1721 h 1842"/>
                <a:gd name="T48" fmla="*/ 1041 w 1988"/>
                <a:gd name="T49" fmla="*/ 1841 h 1842"/>
                <a:gd name="T50" fmla="*/ 568 w 1988"/>
                <a:gd name="T51" fmla="*/ 1771 h 1842"/>
                <a:gd name="T52" fmla="*/ 62 w 1988"/>
                <a:gd name="T53" fmla="*/ 1307 h 1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988" h="1842">
                  <a:moveTo>
                    <a:pt x="62" y="1307"/>
                  </a:moveTo>
                  <a:cubicBezTo>
                    <a:pt x="21" y="1191"/>
                    <a:pt x="0" y="1066"/>
                    <a:pt x="0" y="933"/>
                  </a:cubicBezTo>
                  <a:cubicBezTo>
                    <a:pt x="0" y="751"/>
                    <a:pt x="33" y="573"/>
                    <a:pt x="120" y="423"/>
                  </a:cubicBezTo>
                  <a:cubicBezTo>
                    <a:pt x="211" y="270"/>
                    <a:pt x="348" y="154"/>
                    <a:pt x="518" y="91"/>
                  </a:cubicBezTo>
                  <a:cubicBezTo>
                    <a:pt x="680" y="33"/>
                    <a:pt x="850" y="0"/>
                    <a:pt x="1033" y="0"/>
                  </a:cubicBezTo>
                  <a:cubicBezTo>
                    <a:pt x="1240" y="0"/>
                    <a:pt x="1439" y="46"/>
                    <a:pt x="1618" y="125"/>
                  </a:cubicBezTo>
                  <a:cubicBezTo>
                    <a:pt x="1784" y="195"/>
                    <a:pt x="1912" y="349"/>
                    <a:pt x="1950" y="531"/>
                  </a:cubicBezTo>
                  <a:cubicBezTo>
                    <a:pt x="1958" y="568"/>
                    <a:pt x="1962" y="606"/>
                    <a:pt x="1966" y="643"/>
                  </a:cubicBezTo>
                  <a:lnTo>
                    <a:pt x="1481" y="643"/>
                  </a:lnTo>
                  <a:cubicBezTo>
                    <a:pt x="1481" y="597"/>
                    <a:pt x="1472" y="552"/>
                    <a:pt x="1456" y="506"/>
                  </a:cubicBezTo>
                  <a:cubicBezTo>
                    <a:pt x="1419" y="411"/>
                    <a:pt x="1340" y="332"/>
                    <a:pt x="1240" y="303"/>
                  </a:cubicBezTo>
                  <a:cubicBezTo>
                    <a:pt x="1174" y="282"/>
                    <a:pt x="1107" y="274"/>
                    <a:pt x="1037" y="274"/>
                  </a:cubicBezTo>
                  <a:cubicBezTo>
                    <a:pt x="958" y="274"/>
                    <a:pt x="879" y="286"/>
                    <a:pt x="809" y="315"/>
                  </a:cubicBezTo>
                  <a:cubicBezTo>
                    <a:pt x="688" y="357"/>
                    <a:pt x="597" y="452"/>
                    <a:pt x="556" y="573"/>
                  </a:cubicBezTo>
                  <a:cubicBezTo>
                    <a:pt x="514" y="689"/>
                    <a:pt x="494" y="813"/>
                    <a:pt x="494" y="942"/>
                  </a:cubicBezTo>
                  <a:cubicBezTo>
                    <a:pt x="494" y="1050"/>
                    <a:pt x="510" y="1153"/>
                    <a:pt x="539" y="1249"/>
                  </a:cubicBezTo>
                  <a:cubicBezTo>
                    <a:pt x="572" y="1377"/>
                    <a:pt x="672" y="1481"/>
                    <a:pt x="792" y="1527"/>
                  </a:cubicBezTo>
                  <a:cubicBezTo>
                    <a:pt x="871" y="1556"/>
                    <a:pt x="954" y="1572"/>
                    <a:pt x="1041" y="1572"/>
                  </a:cubicBezTo>
                  <a:cubicBezTo>
                    <a:pt x="1116" y="1572"/>
                    <a:pt x="1186" y="1560"/>
                    <a:pt x="1257" y="1539"/>
                  </a:cubicBezTo>
                  <a:cubicBezTo>
                    <a:pt x="1348" y="1510"/>
                    <a:pt x="1423" y="1444"/>
                    <a:pt x="1460" y="1356"/>
                  </a:cubicBezTo>
                  <a:cubicBezTo>
                    <a:pt x="1485" y="1298"/>
                    <a:pt x="1497" y="1236"/>
                    <a:pt x="1497" y="1170"/>
                  </a:cubicBezTo>
                  <a:lnTo>
                    <a:pt x="1987" y="1170"/>
                  </a:lnTo>
                  <a:cubicBezTo>
                    <a:pt x="1983" y="1228"/>
                    <a:pt x="1974" y="1282"/>
                    <a:pt x="1962" y="1336"/>
                  </a:cubicBezTo>
                  <a:cubicBezTo>
                    <a:pt x="1920" y="1510"/>
                    <a:pt x="1800" y="1655"/>
                    <a:pt x="1638" y="1721"/>
                  </a:cubicBezTo>
                  <a:cubicBezTo>
                    <a:pt x="1456" y="1800"/>
                    <a:pt x="1253" y="1841"/>
                    <a:pt x="1041" y="1841"/>
                  </a:cubicBezTo>
                  <a:cubicBezTo>
                    <a:pt x="875" y="1841"/>
                    <a:pt x="718" y="1817"/>
                    <a:pt x="568" y="1771"/>
                  </a:cubicBezTo>
                  <a:cubicBezTo>
                    <a:pt x="336" y="1692"/>
                    <a:pt x="137" y="1527"/>
                    <a:pt x="62" y="1307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51" name="Freeform 8">
              <a:extLst>
                <a:ext uri="{FF2B5EF4-FFF2-40B4-BE49-F238E27FC236}">
                  <a16:creationId xmlns:a16="http://schemas.microsoft.com/office/drawing/2014/main" id="{3A0032F3-6986-4082-826E-C6E5889CD2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1138" y="4083050"/>
              <a:ext cx="153987" cy="398463"/>
            </a:xfrm>
            <a:custGeom>
              <a:avLst/>
              <a:gdLst>
                <a:gd name="T0" fmla="*/ 415 w 428"/>
                <a:gd name="T1" fmla="*/ 0 h 1109"/>
                <a:gd name="T2" fmla="*/ 0 w 428"/>
                <a:gd name="T3" fmla="*/ 38 h 1109"/>
                <a:gd name="T4" fmla="*/ 0 w 428"/>
                <a:gd name="T5" fmla="*/ 100 h 1109"/>
                <a:gd name="T6" fmla="*/ 12 w 428"/>
                <a:gd name="T7" fmla="*/ 100 h 1109"/>
                <a:gd name="T8" fmla="*/ 178 w 428"/>
                <a:gd name="T9" fmla="*/ 241 h 1109"/>
                <a:gd name="T10" fmla="*/ 178 w 428"/>
                <a:gd name="T11" fmla="*/ 1108 h 1109"/>
                <a:gd name="T12" fmla="*/ 427 w 428"/>
                <a:gd name="T13" fmla="*/ 1108 h 1109"/>
                <a:gd name="T14" fmla="*/ 427 w 428"/>
                <a:gd name="T15" fmla="*/ 0 h 1109"/>
                <a:gd name="T16" fmla="*/ 415 w 428"/>
                <a:gd name="T17" fmla="*/ 0 h 1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8" h="1109">
                  <a:moveTo>
                    <a:pt x="415" y="0"/>
                  </a:moveTo>
                  <a:lnTo>
                    <a:pt x="0" y="38"/>
                  </a:lnTo>
                  <a:lnTo>
                    <a:pt x="0" y="100"/>
                  </a:lnTo>
                  <a:lnTo>
                    <a:pt x="12" y="100"/>
                  </a:lnTo>
                  <a:cubicBezTo>
                    <a:pt x="178" y="121"/>
                    <a:pt x="178" y="121"/>
                    <a:pt x="178" y="241"/>
                  </a:cubicBezTo>
                  <a:lnTo>
                    <a:pt x="178" y="1108"/>
                  </a:lnTo>
                  <a:lnTo>
                    <a:pt x="427" y="1108"/>
                  </a:lnTo>
                  <a:lnTo>
                    <a:pt x="427" y="0"/>
                  </a:lnTo>
                  <a:lnTo>
                    <a:pt x="41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52" name="Freeform 9">
              <a:extLst>
                <a:ext uri="{FF2B5EF4-FFF2-40B4-BE49-F238E27FC236}">
                  <a16:creationId xmlns:a16="http://schemas.microsoft.com/office/drawing/2014/main" id="{4FAF6955-B0AB-4172-8FF1-04F9BD3974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6088" y="4198938"/>
              <a:ext cx="315912" cy="282575"/>
            </a:xfrm>
            <a:custGeom>
              <a:avLst/>
              <a:gdLst>
                <a:gd name="T0" fmla="*/ 643 w 876"/>
                <a:gd name="T1" fmla="*/ 4 h 785"/>
                <a:gd name="T2" fmla="*/ 353 w 876"/>
                <a:gd name="T3" fmla="*/ 170 h 785"/>
                <a:gd name="T4" fmla="*/ 353 w 876"/>
                <a:gd name="T5" fmla="*/ 0 h 785"/>
                <a:gd name="T6" fmla="*/ 336 w 876"/>
                <a:gd name="T7" fmla="*/ 4 h 785"/>
                <a:gd name="T8" fmla="*/ 0 w 876"/>
                <a:gd name="T9" fmla="*/ 58 h 785"/>
                <a:gd name="T10" fmla="*/ 0 w 876"/>
                <a:gd name="T11" fmla="*/ 116 h 785"/>
                <a:gd name="T12" fmla="*/ 17 w 876"/>
                <a:gd name="T13" fmla="*/ 116 h 785"/>
                <a:gd name="T14" fmla="*/ 145 w 876"/>
                <a:gd name="T15" fmla="*/ 240 h 785"/>
                <a:gd name="T16" fmla="*/ 145 w 876"/>
                <a:gd name="T17" fmla="*/ 784 h 785"/>
                <a:gd name="T18" fmla="*/ 353 w 876"/>
                <a:gd name="T19" fmla="*/ 784 h 785"/>
                <a:gd name="T20" fmla="*/ 353 w 876"/>
                <a:gd name="T21" fmla="*/ 386 h 785"/>
                <a:gd name="T22" fmla="*/ 560 w 876"/>
                <a:gd name="T23" fmla="*/ 141 h 785"/>
                <a:gd name="T24" fmla="*/ 664 w 876"/>
                <a:gd name="T25" fmla="*/ 361 h 785"/>
                <a:gd name="T26" fmla="*/ 664 w 876"/>
                <a:gd name="T27" fmla="*/ 784 h 785"/>
                <a:gd name="T28" fmla="*/ 871 w 876"/>
                <a:gd name="T29" fmla="*/ 784 h 785"/>
                <a:gd name="T30" fmla="*/ 871 w 876"/>
                <a:gd name="T31" fmla="*/ 240 h 785"/>
                <a:gd name="T32" fmla="*/ 643 w 876"/>
                <a:gd name="T33" fmla="*/ 4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6" h="785">
                  <a:moveTo>
                    <a:pt x="643" y="4"/>
                  </a:moveTo>
                  <a:cubicBezTo>
                    <a:pt x="490" y="4"/>
                    <a:pt x="398" y="108"/>
                    <a:pt x="353" y="170"/>
                  </a:cubicBezTo>
                  <a:cubicBezTo>
                    <a:pt x="353" y="112"/>
                    <a:pt x="353" y="0"/>
                    <a:pt x="353" y="0"/>
                  </a:cubicBezTo>
                  <a:lnTo>
                    <a:pt x="336" y="4"/>
                  </a:lnTo>
                  <a:lnTo>
                    <a:pt x="0" y="58"/>
                  </a:lnTo>
                  <a:lnTo>
                    <a:pt x="0" y="116"/>
                  </a:lnTo>
                  <a:lnTo>
                    <a:pt x="17" y="116"/>
                  </a:lnTo>
                  <a:cubicBezTo>
                    <a:pt x="124" y="120"/>
                    <a:pt x="145" y="141"/>
                    <a:pt x="145" y="240"/>
                  </a:cubicBezTo>
                  <a:lnTo>
                    <a:pt x="145" y="784"/>
                  </a:lnTo>
                  <a:lnTo>
                    <a:pt x="353" y="784"/>
                  </a:lnTo>
                  <a:lnTo>
                    <a:pt x="353" y="386"/>
                  </a:lnTo>
                  <a:cubicBezTo>
                    <a:pt x="353" y="278"/>
                    <a:pt x="452" y="141"/>
                    <a:pt x="560" y="141"/>
                  </a:cubicBezTo>
                  <a:cubicBezTo>
                    <a:pt x="660" y="141"/>
                    <a:pt x="664" y="224"/>
                    <a:pt x="664" y="361"/>
                  </a:cubicBezTo>
                  <a:lnTo>
                    <a:pt x="664" y="784"/>
                  </a:lnTo>
                  <a:lnTo>
                    <a:pt x="871" y="784"/>
                  </a:lnTo>
                  <a:lnTo>
                    <a:pt x="871" y="240"/>
                  </a:lnTo>
                  <a:cubicBezTo>
                    <a:pt x="875" y="87"/>
                    <a:pt x="792" y="4"/>
                    <a:pt x="643" y="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53" name="Freeform 10">
              <a:extLst>
                <a:ext uri="{FF2B5EF4-FFF2-40B4-BE49-F238E27FC236}">
                  <a16:creationId xmlns:a16="http://schemas.microsoft.com/office/drawing/2014/main" id="{48B7FEA2-1920-449F-8526-87A09E573E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6138" y="4200525"/>
              <a:ext cx="212725" cy="288925"/>
            </a:xfrm>
            <a:custGeom>
              <a:avLst/>
              <a:gdLst>
                <a:gd name="T0" fmla="*/ 348 w 590"/>
                <a:gd name="T1" fmla="*/ 303 h 802"/>
                <a:gd name="T2" fmla="*/ 195 w 590"/>
                <a:gd name="T3" fmla="*/ 170 h 802"/>
                <a:gd name="T4" fmla="*/ 307 w 590"/>
                <a:gd name="T5" fmla="*/ 100 h 802"/>
                <a:gd name="T6" fmla="*/ 502 w 590"/>
                <a:gd name="T7" fmla="*/ 166 h 802"/>
                <a:gd name="T8" fmla="*/ 535 w 590"/>
                <a:gd name="T9" fmla="*/ 187 h 802"/>
                <a:gd name="T10" fmla="*/ 535 w 590"/>
                <a:gd name="T11" fmla="*/ 162 h 802"/>
                <a:gd name="T12" fmla="*/ 535 w 590"/>
                <a:gd name="T13" fmla="*/ 33 h 802"/>
                <a:gd name="T14" fmla="*/ 506 w 590"/>
                <a:gd name="T15" fmla="*/ 25 h 802"/>
                <a:gd name="T16" fmla="*/ 315 w 590"/>
                <a:gd name="T17" fmla="*/ 0 h 802"/>
                <a:gd name="T18" fmla="*/ 0 w 590"/>
                <a:gd name="T19" fmla="*/ 224 h 802"/>
                <a:gd name="T20" fmla="*/ 228 w 590"/>
                <a:gd name="T21" fmla="*/ 465 h 802"/>
                <a:gd name="T22" fmla="*/ 390 w 590"/>
                <a:gd name="T23" fmla="*/ 606 h 802"/>
                <a:gd name="T24" fmla="*/ 249 w 590"/>
                <a:gd name="T25" fmla="*/ 697 h 802"/>
                <a:gd name="T26" fmla="*/ 20 w 590"/>
                <a:gd name="T27" fmla="*/ 618 h 802"/>
                <a:gd name="T28" fmla="*/ 0 w 590"/>
                <a:gd name="T29" fmla="*/ 606 h 802"/>
                <a:gd name="T30" fmla="*/ 0 w 590"/>
                <a:gd name="T31" fmla="*/ 767 h 802"/>
                <a:gd name="T32" fmla="*/ 16 w 590"/>
                <a:gd name="T33" fmla="*/ 771 h 802"/>
                <a:gd name="T34" fmla="*/ 244 w 590"/>
                <a:gd name="T35" fmla="*/ 801 h 802"/>
                <a:gd name="T36" fmla="*/ 580 w 590"/>
                <a:gd name="T37" fmla="*/ 568 h 802"/>
                <a:gd name="T38" fmla="*/ 348 w 590"/>
                <a:gd name="T39" fmla="*/ 303 h 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90" h="802">
                  <a:moveTo>
                    <a:pt x="348" y="303"/>
                  </a:moveTo>
                  <a:cubicBezTo>
                    <a:pt x="265" y="261"/>
                    <a:pt x="195" y="228"/>
                    <a:pt x="195" y="170"/>
                  </a:cubicBezTo>
                  <a:cubicBezTo>
                    <a:pt x="195" y="104"/>
                    <a:pt x="274" y="100"/>
                    <a:pt x="307" y="100"/>
                  </a:cubicBezTo>
                  <a:cubicBezTo>
                    <a:pt x="394" y="100"/>
                    <a:pt x="468" y="145"/>
                    <a:pt x="502" y="166"/>
                  </a:cubicBezTo>
                  <a:lnTo>
                    <a:pt x="535" y="187"/>
                  </a:lnTo>
                  <a:lnTo>
                    <a:pt x="535" y="162"/>
                  </a:lnTo>
                  <a:lnTo>
                    <a:pt x="535" y="33"/>
                  </a:lnTo>
                  <a:lnTo>
                    <a:pt x="506" y="25"/>
                  </a:lnTo>
                  <a:cubicBezTo>
                    <a:pt x="468" y="17"/>
                    <a:pt x="398" y="0"/>
                    <a:pt x="315" y="0"/>
                  </a:cubicBezTo>
                  <a:cubicBezTo>
                    <a:pt x="120" y="0"/>
                    <a:pt x="0" y="83"/>
                    <a:pt x="0" y="224"/>
                  </a:cubicBezTo>
                  <a:cubicBezTo>
                    <a:pt x="0" y="353"/>
                    <a:pt x="124" y="411"/>
                    <a:pt x="228" y="465"/>
                  </a:cubicBezTo>
                  <a:cubicBezTo>
                    <a:pt x="311" y="506"/>
                    <a:pt x="390" y="543"/>
                    <a:pt x="390" y="606"/>
                  </a:cubicBezTo>
                  <a:cubicBezTo>
                    <a:pt x="390" y="664"/>
                    <a:pt x="340" y="697"/>
                    <a:pt x="249" y="697"/>
                  </a:cubicBezTo>
                  <a:cubicBezTo>
                    <a:pt x="149" y="697"/>
                    <a:pt x="70" y="647"/>
                    <a:pt x="20" y="618"/>
                  </a:cubicBezTo>
                  <a:lnTo>
                    <a:pt x="0" y="606"/>
                  </a:lnTo>
                  <a:lnTo>
                    <a:pt x="0" y="767"/>
                  </a:lnTo>
                  <a:lnTo>
                    <a:pt x="16" y="771"/>
                  </a:lnTo>
                  <a:cubicBezTo>
                    <a:pt x="58" y="780"/>
                    <a:pt x="137" y="801"/>
                    <a:pt x="244" y="801"/>
                  </a:cubicBezTo>
                  <a:cubicBezTo>
                    <a:pt x="456" y="801"/>
                    <a:pt x="580" y="713"/>
                    <a:pt x="580" y="568"/>
                  </a:cubicBezTo>
                  <a:cubicBezTo>
                    <a:pt x="589" y="419"/>
                    <a:pt x="460" y="357"/>
                    <a:pt x="348" y="303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54" name="Freeform 11">
              <a:extLst>
                <a:ext uri="{FF2B5EF4-FFF2-40B4-BE49-F238E27FC236}">
                  <a16:creationId xmlns:a16="http://schemas.microsoft.com/office/drawing/2014/main" id="{475F10B7-138E-4E71-8ABC-722F53E161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5375" y="4198938"/>
              <a:ext cx="325438" cy="396875"/>
            </a:xfrm>
            <a:custGeom>
              <a:avLst/>
              <a:gdLst>
                <a:gd name="T0" fmla="*/ 577 w 906"/>
                <a:gd name="T1" fmla="*/ 4 h 1104"/>
                <a:gd name="T2" fmla="*/ 357 w 906"/>
                <a:gd name="T3" fmla="*/ 112 h 1104"/>
                <a:gd name="T4" fmla="*/ 357 w 906"/>
                <a:gd name="T5" fmla="*/ 0 h 1104"/>
                <a:gd name="T6" fmla="*/ 336 w 906"/>
                <a:gd name="T7" fmla="*/ 4 h 1104"/>
                <a:gd name="T8" fmla="*/ 0 w 906"/>
                <a:gd name="T9" fmla="*/ 58 h 1104"/>
                <a:gd name="T10" fmla="*/ 0 w 906"/>
                <a:gd name="T11" fmla="*/ 116 h 1104"/>
                <a:gd name="T12" fmla="*/ 13 w 906"/>
                <a:gd name="T13" fmla="*/ 116 h 1104"/>
                <a:gd name="T14" fmla="*/ 137 w 906"/>
                <a:gd name="T15" fmla="*/ 240 h 1104"/>
                <a:gd name="T16" fmla="*/ 137 w 906"/>
                <a:gd name="T17" fmla="*/ 1103 h 1104"/>
                <a:gd name="T18" fmla="*/ 345 w 906"/>
                <a:gd name="T19" fmla="*/ 1103 h 1104"/>
                <a:gd name="T20" fmla="*/ 345 w 906"/>
                <a:gd name="T21" fmla="*/ 709 h 1104"/>
                <a:gd name="T22" fmla="*/ 560 w 906"/>
                <a:gd name="T23" fmla="*/ 800 h 1104"/>
                <a:gd name="T24" fmla="*/ 896 w 906"/>
                <a:gd name="T25" fmla="*/ 390 h 1104"/>
                <a:gd name="T26" fmla="*/ 577 w 906"/>
                <a:gd name="T27" fmla="*/ 4 h 1104"/>
                <a:gd name="T28" fmla="*/ 515 w 906"/>
                <a:gd name="T29" fmla="*/ 120 h 1104"/>
                <a:gd name="T30" fmla="*/ 672 w 906"/>
                <a:gd name="T31" fmla="*/ 394 h 1104"/>
                <a:gd name="T32" fmla="*/ 515 w 906"/>
                <a:gd name="T33" fmla="*/ 688 h 1104"/>
                <a:gd name="T34" fmla="*/ 349 w 906"/>
                <a:gd name="T35" fmla="*/ 456 h 1104"/>
                <a:gd name="T36" fmla="*/ 349 w 906"/>
                <a:gd name="T37" fmla="*/ 390 h 1104"/>
                <a:gd name="T38" fmla="*/ 515 w 906"/>
                <a:gd name="T39" fmla="*/ 120 h 1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06" h="1104">
                  <a:moveTo>
                    <a:pt x="577" y="4"/>
                  </a:moveTo>
                  <a:cubicBezTo>
                    <a:pt x="498" y="4"/>
                    <a:pt x="424" y="41"/>
                    <a:pt x="357" y="112"/>
                  </a:cubicBezTo>
                  <a:cubicBezTo>
                    <a:pt x="357" y="75"/>
                    <a:pt x="357" y="0"/>
                    <a:pt x="357" y="0"/>
                  </a:cubicBezTo>
                  <a:lnTo>
                    <a:pt x="336" y="4"/>
                  </a:lnTo>
                  <a:lnTo>
                    <a:pt x="0" y="58"/>
                  </a:lnTo>
                  <a:lnTo>
                    <a:pt x="0" y="116"/>
                  </a:lnTo>
                  <a:lnTo>
                    <a:pt x="13" y="116"/>
                  </a:lnTo>
                  <a:cubicBezTo>
                    <a:pt x="117" y="120"/>
                    <a:pt x="137" y="141"/>
                    <a:pt x="137" y="240"/>
                  </a:cubicBezTo>
                  <a:lnTo>
                    <a:pt x="137" y="1103"/>
                  </a:lnTo>
                  <a:lnTo>
                    <a:pt x="345" y="1103"/>
                  </a:lnTo>
                  <a:cubicBezTo>
                    <a:pt x="345" y="1103"/>
                    <a:pt x="345" y="775"/>
                    <a:pt x="345" y="709"/>
                  </a:cubicBezTo>
                  <a:cubicBezTo>
                    <a:pt x="382" y="755"/>
                    <a:pt x="444" y="800"/>
                    <a:pt x="560" y="800"/>
                  </a:cubicBezTo>
                  <a:cubicBezTo>
                    <a:pt x="780" y="800"/>
                    <a:pt x="896" y="659"/>
                    <a:pt x="896" y="390"/>
                  </a:cubicBezTo>
                  <a:cubicBezTo>
                    <a:pt x="905" y="145"/>
                    <a:pt x="784" y="4"/>
                    <a:pt x="577" y="4"/>
                  </a:cubicBezTo>
                  <a:close/>
                  <a:moveTo>
                    <a:pt x="515" y="120"/>
                  </a:moveTo>
                  <a:cubicBezTo>
                    <a:pt x="656" y="120"/>
                    <a:pt x="672" y="274"/>
                    <a:pt x="672" y="394"/>
                  </a:cubicBezTo>
                  <a:cubicBezTo>
                    <a:pt x="672" y="593"/>
                    <a:pt x="623" y="688"/>
                    <a:pt x="515" y="688"/>
                  </a:cubicBezTo>
                  <a:cubicBezTo>
                    <a:pt x="378" y="688"/>
                    <a:pt x="349" y="560"/>
                    <a:pt x="349" y="456"/>
                  </a:cubicBezTo>
                  <a:lnTo>
                    <a:pt x="349" y="390"/>
                  </a:lnTo>
                  <a:cubicBezTo>
                    <a:pt x="353" y="307"/>
                    <a:pt x="370" y="120"/>
                    <a:pt x="515" y="120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55" name="Freeform 12">
              <a:extLst>
                <a:ext uri="{FF2B5EF4-FFF2-40B4-BE49-F238E27FC236}">
                  <a16:creationId xmlns:a16="http://schemas.microsoft.com/office/drawing/2014/main" id="{F3D64A36-15B6-44A3-A0E7-663C92A2E2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3200" y="4198938"/>
              <a:ext cx="123825" cy="282575"/>
            </a:xfrm>
            <a:custGeom>
              <a:avLst/>
              <a:gdLst>
                <a:gd name="T0" fmla="*/ 0 w 345"/>
                <a:gd name="T1" fmla="*/ 58 h 785"/>
                <a:gd name="T2" fmla="*/ 0 w 345"/>
                <a:gd name="T3" fmla="*/ 116 h 785"/>
                <a:gd name="T4" fmla="*/ 12 w 345"/>
                <a:gd name="T5" fmla="*/ 116 h 785"/>
                <a:gd name="T6" fmla="*/ 137 w 345"/>
                <a:gd name="T7" fmla="*/ 240 h 785"/>
                <a:gd name="T8" fmla="*/ 137 w 345"/>
                <a:gd name="T9" fmla="*/ 784 h 785"/>
                <a:gd name="T10" fmla="*/ 344 w 345"/>
                <a:gd name="T11" fmla="*/ 784 h 785"/>
                <a:gd name="T12" fmla="*/ 344 w 345"/>
                <a:gd name="T13" fmla="*/ 0 h 785"/>
                <a:gd name="T14" fmla="*/ 328 w 345"/>
                <a:gd name="T15" fmla="*/ 4 h 785"/>
                <a:gd name="T16" fmla="*/ 0 w 345"/>
                <a:gd name="T17" fmla="*/ 58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5" h="785">
                  <a:moveTo>
                    <a:pt x="0" y="58"/>
                  </a:moveTo>
                  <a:lnTo>
                    <a:pt x="0" y="116"/>
                  </a:lnTo>
                  <a:lnTo>
                    <a:pt x="12" y="116"/>
                  </a:lnTo>
                  <a:cubicBezTo>
                    <a:pt x="116" y="120"/>
                    <a:pt x="137" y="141"/>
                    <a:pt x="137" y="240"/>
                  </a:cubicBezTo>
                  <a:lnTo>
                    <a:pt x="137" y="784"/>
                  </a:lnTo>
                  <a:lnTo>
                    <a:pt x="344" y="784"/>
                  </a:lnTo>
                  <a:lnTo>
                    <a:pt x="344" y="0"/>
                  </a:lnTo>
                  <a:lnTo>
                    <a:pt x="328" y="4"/>
                  </a:lnTo>
                  <a:lnTo>
                    <a:pt x="0" y="5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59" name="Freeform 13">
              <a:extLst>
                <a:ext uri="{FF2B5EF4-FFF2-40B4-BE49-F238E27FC236}">
                  <a16:creationId xmlns:a16="http://schemas.microsoft.com/office/drawing/2014/main" id="{DE1AE0B2-507C-42CC-ADC7-AB629C1217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6063" y="4084638"/>
              <a:ext cx="93662" cy="82550"/>
            </a:xfrm>
            <a:custGeom>
              <a:avLst/>
              <a:gdLst>
                <a:gd name="T0" fmla="*/ 129 w 262"/>
                <a:gd name="T1" fmla="*/ 228 h 229"/>
                <a:gd name="T2" fmla="*/ 261 w 262"/>
                <a:gd name="T3" fmla="*/ 112 h 229"/>
                <a:gd name="T4" fmla="*/ 133 w 262"/>
                <a:gd name="T5" fmla="*/ 0 h 229"/>
                <a:gd name="T6" fmla="*/ 4 w 262"/>
                <a:gd name="T7" fmla="*/ 112 h 229"/>
                <a:gd name="T8" fmla="*/ 129 w 262"/>
                <a:gd name="T9" fmla="*/ 228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2" h="229">
                  <a:moveTo>
                    <a:pt x="129" y="228"/>
                  </a:moveTo>
                  <a:cubicBezTo>
                    <a:pt x="199" y="228"/>
                    <a:pt x="261" y="178"/>
                    <a:pt x="261" y="112"/>
                  </a:cubicBezTo>
                  <a:cubicBezTo>
                    <a:pt x="261" y="49"/>
                    <a:pt x="203" y="0"/>
                    <a:pt x="133" y="0"/>
                  </a:cubicBezTo>
                  <a:cubicBezTo>
                    <a:pt x="62" y="0"/>
                    <a:pt x="4" y="49"/>
                    <a:pt x="4" y="112"/>
                  </a:cubicBezTo>
                  <a:cubicBezTo>
                    <a:pt x="0" y="178"/>
                    <a:pt x="58" y="228"/>
                    <a:pt x="129" y="22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0" name="Freeform 14">
              <a:extLst>
                <a:ext uri="{FF2B5EF4-FFF2-40B4-BE49-F238E27FC236}">
                  <a16:creationId xmlns:a16="http://schemas.microsoft.com/office/drawing/2014/main" id="{E4C0953A-E12D-4EF7-89F0-7C078A45A2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638" y="4200525"/>
              <a:ext cx="244475" cy="280988"/>
            </a:xfrm>
            <a:custGeom>
              <a:avLst/>
              <a:gdLst>
                <a:gd name="T0" fmla="*/ 676 w 677"/>
                <a:gd name="T1" fmla="*/ 174 h 781"/>
                <a:gd name="T2" fmla="*/ 676 w 677"/>
                <a:gd name="T3" fmla="*/ 12 h 781"/>
                <a:gd name="T4" fmla="*/ 663 w 677"/>
                <a:gd name="T5" fmla="*/ 12 h 781"/>
                <a:gd name="T6" fmla="*/ 564 w 677"/>
                <a:gd name="T7" fmla="*/ 4 h 781"/>
                <a:gd name="T8" fmla="*/ 348 w 677"/>
                <a:gd name="T9" fmla="*/ 158 h 781"/>
                <a:gd name="T10" fmla="*/ 348 w 677"/>
                <a:gd name="T11" fmla="*/ 0 h 781"/>
                <a:gd name="T12" fmla="*/ 331 w 677"/>
                <a:gd name="T13" fmla="*/ 0 h 781"/>
                <a:gd name="T14" fmla="*/ 0 w 677"/>
                <a:gd name="T15" fmla="*/ 54 h 781"/>
                <a:gd name="T16" fmla="*/ 0 w 677"/>
                <a:gd name="T17" fmla="*/ 112 h 781"/>
                <a:gd name="T18" fmla="*/ 12 w 677"/>
                <a:gd name="T19" fmla="*/ 112 h 781"/>
                <a:gd name="T20" fmla="*/ 141 w 677"/>
                <a:gd name="T21" fmla="*/ 236 h 781"/>
                <a:gd name="T22" fmla="*/ 141 w 677"/>
                <a:gd name="T23" fmla="*/ 780 h 781"/>
                <a:gd name="T24" fmla="*/ 348 w 677"/>
                <a:gd name="T25" fmla="*/ 780 h 781"/>
                <a:gd name="T26" fmla="*/ 348 w 677"/>
                <a:gd name="T27" fmla="*/ 390 h 781"/>
                <a:gd name="T28" fmla="*/ 568 w 677"/>
                <a:gd name="T29" fmla="*/ 170 h 781"/>
                <a:gd name="T30" fmla="*/ 643 w 677"/>
                <a:gd name="T31" fmla="*/ 183 h 781"/>
                <a:gd name="T32" fmla="*/ 676 w 677"/>
                <a:gd name="T33" fmla="*/ 191 h 781"/>
                <a:gd name="T34" fmla="*/ 676 w 677"/>
                <a:gd name="T35" fmla="*/ 174 h 7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77" h="781">
                  <a:moveTo>
                    <a:pt x="676" y="174"/>
                  </a:moveTo>
                  <a:lnTo>
                    <a:pt x="676" y="12"/>
                  </a:lnTo>
                  <a:lnTo>
                    <a:pt x="663" y="12"/>
                  </a:lnTo>
                  <a:cubicBezTo>
                    <a:pt x="630" y="8"/>
                    <a:pt x="593" y="4"/>
                    <a:pt x="564" y="4"/>
                  </a:cubicBezTo>
                  <a:cubicBezTo>
                    <a:pt x="443" y="4"/>
                    <a:pt x="381" y="91"/>
                    <a:pt x="348" y="158"/>
                  </a:cubicBezTo>
                  <a:cubicBezTo>
                    <a:pt x="348" y="95"/>
                    <a:pt x="348" y="0"/>
                    <a:pt x="348" y="0"/>
                  </a:cubicBezTo>
                  <a:lnTo>
                    <a:pt x="331" y="0"/>
                  </a:lnTo>
                  <a:lnTo>
                    <a:pt x="0" y="54"/>
                  </a:lnTo>
                  <a:lnTo>
                    <a:pt x="0" y="112"/>
                  </a:lnTo>
                  <a:lnTo>
                    <a:pt x="12" y="112"/>
                  </a:lnTo>
                  <a:cubicBezTo>
                    <a:pt x="116" y="116"/>
                    <a:pt x="141" y="137"/>
                    <a:pt x="141" y="236"/>
                  </a:cubicBezTo>
                  <a:lnTo>
                    <a:pt x="141" y="780"/>
                  </a:lnTo>
                  <a:lnTo>
                    <a:pt x="348" y="780"/>
                  </a:lnTo>
                  <a:lnTo>
                    <a:pt x="348" y="390"/>
                  </a:lnTo>
                  <a:cubicBezTo>
                    <a:pt x="348" y="324"/>
                    <a:pt x="369" y="170"/>
                    <a:pt x="568" y="170"/>
                  </a:cubicBezTo>
                  <a:cubicBezTo>
                    <a:pt x="593" y="170"/>
                    <a:pt x="618" y="178"/>
                    <a:pt x="643" y="183"/>
                  </a:cubicBezTo>
                  <a:lnTo>
                    <a:pt x="676" y="191"/>
                  </a:lnTo>
                  <a:lnTo>
                    <a:pt x="676" y="17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1" name="Freeform 15">
              <a:extLst>
                <a:ext uri="{FF2B5EF4-FFF2-40B4-BE49-F238E27FC236}">
                  <a16:creationId xmlns:a16="http://schemas.microsoft.com/office/drawing/2014/main" id="{A9AA110B-7D63-4F2A-A139-D6E0C6BEFA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275" y="4200525"/>
              <a:ext cx="266700" cy="287338"/>
            </a:xfrm>
            <a:custGeom>
              <a:avLst/>
              <a:gdLst>
                <a:gd name="T0" fmla="*/ 738 w 743"/>
                <a:gd name="T1" fmla="*/ 315 h 797"/>
                <a:gd name="T2" fmla="*/ 390 w 743"/>
                <a:gd name="T3" fmla="*/ 0 h 797"/>
                <a:gd name="T4" fmla="*/ 0 w 743"/>
                <a:gd name="T5" fmla="*/ 373 h 797"/>
                <a:gd name="T6" fmla="*/ 456 w 743"/>
                <a:gd name="T7" fmla="*/ 796 h 797"/>
                <a:gd name="T8" fmla="*/ 713 w 743"/>
                <a:gd name="T9" fmla="*/ 755 h 797"/>
                <a:gd name="T10" fmla="*/ 726 w 743"/>
                <a:gd name="T11" fmla="*/ 751 h 797"/>
                <a:gd name="T12" fmla="*/ 726 w 743"/>
                <a:gd name="T13" fmla="*/ 651 h 797"/>
                <a:gd name="T14" fmla="*/ 705 w 743"/>
                <a:gd name="T15" fmla="*/ 660 h 797"/>
                <a:gd name="T16" fmla="*/ 543 w 743"/>
                <a:gd name="T17" fmla="*/ 684 h 797"/>
                <a:gd name="T18" fmla="*/ 232 w 743"/>
                <a:gd name="T19" fmla="*/ 332 h 797"/>
                <a:gd name="T20" fmla="*/ 742 w 743"/>
                <a:gd name="T21" fmla="*/ 332 h 797"/>
                <a:gd name="T22" fmla="*/ 742 w 743"/>
                <a:gd name="T23" fmla="*/ 315 h 797"/>
                <a:gd name="T24" fmla="*/ 738 w 743"/>
                <a:gd name="T25" fmla="*/ 315 h 797"/>
                <a:gd name="T26" fmla="*/ 386 w 743"/>
                <a:gd name="T27" fmla="*/ 83 h 797"/>
                <a:gd name="T28" fmla="*/ 531 w 743"/>
                <a:gd name="T29" fmla="*/ 236 h 797"/>
                <a:gd name="T30" fmla="*/ 228 w 743"/>
                <a:gd name="T31" fmla="*/ 236 h 797"/>
                <a:gd name="T32" fmla="*/ 386 w 743"/>
                <a:gd name="T33" fmla="*/ 83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43" h="797">
                  <a:moveTo>
                    <a:pt x="738" y="315"/>
                  </a:moveTo>
                  <a:cubicBezTo>
                    <a:pt x="738" y="104"/>
                    <a:pt x="622" y="0"/>
                    <a:pt x="390" y="0"/>
                  </a:cubicBezTo>
                  <a:cubicBezTo>
                    <a:pt x="128" y="0"/>
                    <a:pt x="0" y="124"/>
                    <a:pt x="0" y="373"/>
                  </a:cubicBezTo>
                  <a:cubicBezTo>
                    <a:pt x="0" y="639"/>
                    <a:pt x="170" y="796"/>
                    <a:pt x="456" y="796"/>
                  </a:cubicBezTo>
                  <a:cubicBezTo>
                    <a:pt x="581" y="796"/>
                    <a:pt x="676" y="763"/>
                    <a:pt x="713" y="755"/>
                  </a:cubicBezTo>
                  <a:lnTo>
                    <a:pt x="726" y="751"/>
                  </a:lnTo>
                  <a:lnTo>
                    <a:pt x="726" y="651"/>
                  </a:lnTo>
                  <a:lnTo>
                    <a:pt x="705" y="660"/>
                  </a:lnTo>
                  <a:cubicBezTo>
                    <a:pt x="672" y="672"/>
                    <a:pt x="610" y="684"/>
                    <a:pt x="543" y="684"/>
                  </a:cubicBezTo>
                  <a:cubicBezTo>
                    <a:pt x="319" y="684"/>
                    <a:pt x="236" y="498"/>
                    <a:pt x="232" y="332"/>
                  </a:cubicBezTo>
                  <a:cubicBezTo>
                    <a:pt x="261" y="332"/>
                    <a:pt x="742" y="332"/>
                    <a:pt x="742" y="332"/>
                  </a:cubicBezTo>
                  <a:lnTo>
                    <a:pt x="742" y="315"/>
                  </a:lnTo>
                  <a:lnTo>
                    <a:pt x="738" y="315"/>
                  </a:lnTo>
                  <a:close/>
                  <a:moveTo>
                    <a:pt x="386" y="83"/>
                  </a:moveTo>
                  <a:cubicBezTo>
                    <a:pt x="498" y="83"/>
                    <a:pt x="527" y="166"/>
                    <a:pt x="531" y="236"/>
                  </a:cubicBezTo>
                  <a:cubicBezTo>
                    <a:pt x="506" y="236"/>
                    <a:pt x="257" y="236"/>
                    <a:pt x="228" y="236"/>
                  </a:cubicBezTo>
                  <a:cubicBezTo>
                    <a:pt x="232" y="183"/>
                    <a:pt x="269" y="83"/>
                    <a:pt x="386" y="8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2" name="Freeform 16">
              <a:extLst>
                <a:ext uri="{FF2B5EF4-FFF2-40B4-BE49-F238E27FC236}">
                  <a16:creationId xmlns:a16="http://schemas.microsoft.com/office/drawing/2014/main" id="{0D2A40E0-540C-4C96-8276-7FDF7C2E31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0175" y="4071938"/>
              <a:ext cx="314325" cy="409575"/>
            </a:xfrm>
            <a:custGeom>
              <a:avLst/>
              <a:gdLst>
                <a:gd name="T0" fmla="*/ 634 w 872"/>
                <a:gd name="T1" fmla="*/ 357 h 1138"/>
                <a:gd name="T2" fmla="*/ 348 w 872"/>
                <a:gd name="T3" fmla="*/ 523 h 1138"/>
                <a:gd name="T4" fmla="*/ 348 w 872"/>
                <a:gd name="T5" fmla="*/ 0 h 1138"/>
                <a:gd name="T6" fmla="*/ 332 w 872"/>
                <a:gd name="T7" fmla="*/ 4 h 1138"/>
                <a:gd name="T8" fmla="*/ 0 w 872"/>
                <a:gd name="T9" fmla="*/ 46 h 1138"/>
                <a:gd name="T10" fmla="*/ 0 w 872"/>
                <a:gd name="T11" fmla="*/ 104 h 1138"/>
                <a:gd name="T12" fmla="*/ 16 w 872"/>
                <a:gd name="T13" fmla="*/ 104 h 1138"/>
                <a:gd name="T14" fmla="*/ 141 w 872"/>
                <a:gd name="T15" fmla="*/ 233 h 1138"/>
                <a:gd name="T16" fmla="*/ 141 w 872"/>
                <a:gd name="T17" fmla="*/ 1137 h 1138"/>
                <a:gd name="T18" fmla="*/ 348 w 872"/>
                <a:gd name="T19" fmla="*/ 1137 h 1138"/>
                <a:gd name="T20" fmla="*/ 348 w 872"/>
                <a:gd name="T21" fmla="*/ 747 h 1138"/>
                <a:gd name="T22" fmla="*/ 547 w 872"/>
                <a:gd name="T23" fmla="*/ 494 h 1138"/>
                <a:gd name="T24" fmla="*/ 663 w 872"/>
                <a:gd name="T25" fmla="*/ 660 h 1138"/>
                <a:gd name="T26" fmla="*/ 663 w 872"/>
                <a:gd name="T27" fmla="*/ 1137 h 1138"/>
                <a:gd name="T28" fmla="*/ 871 w 872"/>
                <a:gd name="T29" fmla="*/ 1137 h 1138"/>
                <a:gd name="T30" fmla="*/ 871 w 872"/>
                <a:gd name="T31" fmla="*/ 635 h 1138"/>
                <a:gd name="T32" fmla="*/ 634 w 872"/>
                <a:gd name="T33" fmla="*/ 357 h 1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2" h="1138">
                  <a:moveTo>
                    <a:pt x="634" y="357"/>
                  </a:moveTo>
                  <a:cubicBezTo>
                    <a:pt x="481" y="357"/>
                    <a:pt x="394" y="452"/>
                    <a:pt x="348" y="523"/>
                  </a:cubicBezTo>
                  <a:cubicBezTo>
                    <a:pt x="348" y="440"/>
                    <a:pt x="348" y="0"/>
                    <a:pt x="348" y="0"/>
                  </a:cubicBezTo>
                  <a:lnTo>
                    <a:pt x="332" y="4"/>
                  </a:lnTo>
                  <a:lnTo>
                    <a:pt x="0" y="46"/>
                  </a:lnTo>
                  <a:lnTo>
                    <a:pt x="0" y="104"/>
                  </a:lnTo>
                  <a:lnTo>
                    <a:pt x="16" y="104"/>
                  </a:lnTo>
                  <a:cubicBezTo>
                    <a:pt x="120" y="108"/>
                    <a:pt x="141" y="133"/>
                    <a:pt x="141" y="233"/>
                  </a:cubicBezTo>
                  <a:lnTo>
                    <a:pt x="141" y="1137"/>
                  </a:lnTo>
                  <a:lnTo>
                    <a:pt x="348" y="1137"/>
                  </a:lnTo>
                  <a:lnTo>
                    <a:pt x="348" y="747"/>
                  </a:lnTo>
                  <a:cubicBezTo>
                    <a:pt x="348" y="606"/>
                    <a:pt x="456" y="494"/>
                    <a:pt x="547" y="494"/>
                  </a:cubicBezTo>
                  <a:cubicBezTo>
                    <a:pt x="663" y="494"/>
                    <a:pt x="663" y="581"/>
                    <a:pt x="663" y="660"/>
                  </a:cubicBezTo>
                  <a:lnTo>
                    <a:pt x="663" y="1137"/>
                  </a:lnTo>
                  <a:lnTo>
                    <a:pt x="871" y="1137"/>
                  </a:lnTo>
                  <a:lnTo>
                    <a:pt x="871" y="635"/>
                  </a:lnTo>
                  <a:cubicBezTo>
                    <a:pt x="871" y="552"/>
                    <a:pt x="871" y="357"/>
                    <a:pt x="634" y="357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3" name="Freeform 17">
              <a:extLst>
                <a:ext uri="{FF2B5EF4-FFF2-40B4-BE49-F238E27FC236}">
                  <a16:creationId xmlns:a16="http://schemas.microsoft.com/office/drawing/2014/main" id="{1E9AD429-C15F-41FC-96D0-740795FE11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4350" y="4200525"/>
              <a:ext cx="266700" cy="287338"/>
            </a:xfrm>
            <a:custGeom>
              <a:avLst/>
              <a:gdLst>
                <a:gd name="T0" fmla="*/ 742 w 743"/>
                <a:gd name="T1" fmla="*/ 315 h 797"/>
                <a:gd name="T2" fmla="*/ 394 w 743"/>
                <a:gd name="T3" fmla="*/ 0 h 797"/>
                <a:gd name="T4" fmla="*/ 0 w 743"/>
                <a:gd name="T5" fmla="*/ 373 h 797"/>
                <a:gd name="T6" fmla="*/ 456 w 743"/>
                <a:gd name="T7" fmla="*/ 796 h 797"/>
                <a:gd name="T8" fmla="*/ 713 w 743"/>
                <a:gd name="T9" fmla="*/ 755 h 797"/>
                <a:gd name="T10" fmla="*/ 726 w 743"/>
                <a:gd name="T11" fmla="*/ 751 h 797"/>
                <a:gd name="T12" fmla="*/ 726 w 743"/>
                <a:gd name="T13" fmla="*/ 651 h 797"/>
                <a:gd name="T14" fmla="*/ 705 w 743"/>
                <a:gd name="T15" fmla="*/ 660 h 797"/>
                <a:gd name="T16" fmla="*/ 543 w 743"/>
                <a:gd name="T17" fmla="*/ 684 h 797"/>
                <a:gd name="T18" fmla="*/ 232 w 743"/>
                <a:gd name="T19" fmla="*/ 332 h 797"/>
                <a:gd name="T20" fmla="*/ 742 w 743"/>
                <a:gd name="T21" fmla="*/ 332 h 797"/>
                <a:gd name="T22" fmla="*/ 742 w 743"/>
                <a:gd name="T23" fmla="*/ 315 h 797"/>
                <a:gd name="T24" fmla="*/ 386 w 743"/>
                <a:gd name="T25" fmla="*/ 83 h 797"/>
                <a:gd name="T26" fmla="*/ 531 w 743"/>
                <a:gd name="T27" fmla="*/ 236 h 797"/>
                <a:gd name="T28" fmla="*/ 228 w 743"/>
                <a:gd name="T29" fmla="*/ 236 h 797"/>
                <a:gd name="T30" fmla="*/ 386 w 743"/>
                <a:gd name="T31" fmla="*/ 83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43" h="797">
                  <a:moveTo>
                    <a:pt x="742" y="315"/>
                  </a:moveTo>
                  <a:cubicBezTo>
                    <a:pt x="742" y="104"/>
                    <a:pt x="626" y="0"/>
                    <a:pt x="394" y="0"/>
                  </a:cubicBezTo>
                  <a:cubicBezTo>
                    <a:pt x="133" y="0"/>
                    <a:pt x="0" y="124"/>
                    <a:pt x="0" y="373"/>
                  </a:cubicBezTo>
                  <a:cubicBezTo>
                    <a:pt x="0" y="639"/>
                    <a:pt x="170" y="796"/>
                    <a:pt x="456" y="796"/>
                  </a:cubicBezTo>
                  <a:cubicBezTo>
                    <a:pt x="581" y="796"/>
                    <a:pt x="676" y="763"/>
                    <a:pt x="713" y="755"/>
                  </a:cubicBezTo>
                  <a:lnTo>
                    <a:pt x="726" y="751"/>
                  </a:lnTo>
                  <a:lnTo>
                    <a:pt x="726" y="651"/>
                  </a:lnTo>
                  <a:lnTo>
                    <a:pt x="705" y="660"/>
                  </a:lnTo>
                  <a:cubicBezTo>
                    <a:pt x="672" y="672"/>
                    <a:pt x="610" y="684"/>
                    <a:pt x="543" y="684"/>
                  </a:cubicBezTo>
                  <a:cubicBezTo>
                    <a:pt x="319" y="684"/>
                    <a:pt x="236" y="498"/>
                    <a:pt x="232" y="332"/>
                  </a:cubicBezTo>
                  <a:cubicBezTo>
                    <a:pt x="261" y="332"/>
                    <a:pt x="742" y="332"/>
                    <a:pt x="742" y="332"/>
                  </a:cubicBezTo>
                  <a:lnTo>
                    <a:pt x="742" y="315"/>
                  </a:lnTo>
                  <a:close/>
                  <a:moveTo>
                    <a:pt x="386" y="83"/>
                  </a:moveTo>
                  <a:cubicBezTo>
                    <a:pt x="498" y="83"/>
                    <a:pt x="527" y="166"/>
                    <a:pt x="531" y="236"/>
                  </a:cubicBezTo>
                  <a:cubicBezTo>
                    <a:pt x="506" y="236"/>
                    <a:pt x="257" y="236"/>
                    <a:pt x="228" y="236"/>
                  </a:cubicBezTo>
                  <a:cubicBezTo>
                    <a:pt x="236" y="183"/>
                    <a:pt x="270" y="83"/>
                    <a:pt x="386" y="8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4" name="Freeform 18">
              <a:extLst>
                <a:ext uri="{FF2B5EF4-FFF2-40B4-BE49-F238E27FC236}">
                  <a16:creationId xmlns:a16="http://schemas.microsoft.com/office/drawing/2014/main" id="{BD85DBF2-321D-4C52-8ABC-59167AE001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4113" y="4121150"/>
              <a:ext cx="212725" cy="366713"/>
            </a:xfrm>
            <a:custGeom>
              <a:avLst/>
              <a:gdLst>
                <a:gd name="T0" fmla="*/ 141 w 589"/>
                <a:gd name="T1" fmla="*/ 237 h 1017"/>
                <a:gd name="T2" fmla="*/ 0 w 589"/>
                <a:gd name="T3" fmla="*/ 237 h 1017"/>
                <a:gd name="T4" fmla="*/ 0 w 589"/>
                <a:gd name="T5" fmla="*/ 328 h 1017"/>
                <a:gd name="T6" fmla="*/ 141 w 589"/>
                <a:gd name="T7" fmla="*/ 328 h 1017"/>
                <a:gd name="T8" fmla="*/ 141 w 589"/>
                <a:gd name="T9" fmla="*/ 797 h 1017"/>
                <a:gd name="T10" fmla="*/ 427 w 589"/>
                <a:gd name="T11" fmla="*/ 1016 h 1017"/>
                <a:gd name="T12" fmla="*/ 551 w 589"/>
                <a:gd name="T13" fmla="*/ 1004 h 1017"/>
                <a:gd name="T14" fmla="*/ 564 w 589"/>
                <a:gd name="T15" fmla="*/ 1004 h 1017"/>
                <a:gd name="T16" fmla="*/ 564 w 589"/>
                <a:gd name="T17" fmla="*/ 909 h 1017"/>
                <a:gd name="T18" fmla="*/ 547 w 589"/>
                <a:gd name="T19" fmla="*/ 913 h 1017"/>
                <a:gd name="T20" fmla="*/ 485 w 589"/>
                <a:gd name="T21" fmla="*/ 917 h 1017"/>
                <a:gd name="T22" fmla="*/ 352 w 589"/>
                <a:gd name="T23" fmla="*/ 772 h 1017"/>
                <a:gd name="T24" fmla="*/ 352 w 589"/>
                <a:gd name="T25" fmla="*/ 328 h 1017"/>
                <a:gd name="T26" fmla="*/ 588 w 589"/>
                <a:gd name="T27" fmla="*/ 328 h 1017"/>
                <a:gd name="T28" fmla="*/ 588 w 589"/>
                <a:gd name="T29" fmla="*/ 237 h 1017"/>
                <a:gd name="T30" fmla="*/ 352 w 589"/>
                <a:gd name="T31" fmla="*/ 237 h 1017"/>
                <a:gd name="T32" fmla="*/ 352 w 589"/>
                <a:gd name="T33" fmla="*/ 0 h 1017"/>
                <a:gd name="T34" fmla="*/ 141 w 589"/>
                <a:gd name="T35" fmla="*/ 0 h 1017"/>
                <a:gd name="T36" fmla="*/ 141 w 589"/>
                <a:gd name="T37" fmla="*/ 237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89" h="1017">
                  <a:moveTo>
                    <a:pt x="141" y="237"/>
                  </a:moveTo>
                  <a:lnTo>
                    <a:pt x="0" y="237"/>
                  </a:lnTo>
                  <a:lnTo>
                    <a:pt x="0" y="328"/>
                  </a:lnTo>
                  <a:lnTo>
                    <a:pt x="141" y="328"/>
                  </a:lnTo>
                  <a:lnTo>
                    <a:pt x="141" y="797"/>
                  </a:lnTo>
                  <a:cubicBezTo>
                    <a:pt x="141" y="1000"/>
                    <a:pt x="270" y="1016"/>
                    <a:pt x="427" y="1016"/>
                  </a:cubicBezTo>
                  <a:cubicBezTo>
                    <a:pt x="464" y="1016"/>
                    <a:pt x="505" y="1012"/>
                    <a:pt x="551" y="1004"/>
                  </a:cubicBezTo>
                  <a:lnTo>
                    <a:pt x="564" y="1004"/>
                  </a:lnTo>
                  <a:lnTo>
                    <a:pt x="564" y="909"/>
                  </a:lnTo>
                  <a:lnTo>
                    <a:pt x="547" y="913"/>
                  </a:lnTo>
                  <a:cubicBezTo>
                    <a:pt x="530" y="917"/>
                    <a:pt x="510" y="917"/>
                    <a:pt x="485" y="917"/>
                  </a:cubicBezTo>
                  <a:cubicBezTo>
                    <a:pt x="360" y="917"/>
                    <a:pt x="352" y="880"/>
                    <a:pt x="352" y="772"/>
                  </a:cubicBezTo>
                  <a:lnTo>
                    <a:pt x="352" y="328"/>
                  </a:lnTo>
                  <a:lnTo>
                    <a:pt x="588" y="328"/>
                  </a:lnTo>
                  <a:lnTo>
                    <a:pt x="588" y="237"/>
                  </a:lnTo>
                  <a:lnTo>
                    <a:pt x="352" y="237"/>
                  </a:lnTo>
                  <a:lnTo>
                    <a:pt x="352" y="0"/>
                  </a:lnTo>
                  <a:lnTo>
                    <a:pt x="141" y="0"/>
                  </a:lnTo>
                  <a:lnTo>
                    <a:pt x="141" y="237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5" name="Freeform 19">
              <a:extLst>
                <a:ext uri="{FF2B5EF4-FFF2-40B4-BE49-F238E27FC236}">
                  <a16:creationId xmlns:a16="http://schemas.microsoft.com/office/drawing/2014/main" id="{F1F5A064-3C78-4116-8DEB-F7D546E673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49963" y="4087813"/>
              <a:ext cx="450850" cy="395287"/>
            </a:xfrm>
            <a:custGeom>
              <a:avLst/>
              <a:gdLst>
                <a:gd name="T0" fmla="*/ 1245 w 1254"/>
                <a:gd name="T1" fmla="*/ 0 h 1096"/>
                <a:gd name="T2" fmla="*/ 1033 w 1254"/>
                <a:gd name="T3" fmla="*/ 0 h 1096"/>
                <a:gd name="T4" fmla="*/ 1033 w 1254"/>
                <a:gd name="T5" fmla="*/ 829 h 1096"/>
                <a:gd name="T6" fmla="*/ 485 w 1254"/>
                <a:gd name="T7" fmla="*/ 0 h 1096"/>
                <a:gd name="T8" fmla="*/ 0 w 1254"/>
                <a:gd name="T9" fmla="*/ 0 h 1096"/>
                <a:gd name="T10" fmla="*/ 0 w 1254"/>
                <a:gd name="T11" fmla="*/ 62 h 1096"/>
                <a:gd name="T12" fmla="*/ 42 w 1254"/>
                <a:gd name="T13" fmla="*/ 70 h 1096"/>
                <a:gd name="T14" fmla="*/ 178 w 1254"/>
                <a:gd name="T15" fmla="*/ 220 h 1096"/>
                <a:gd name="T16" fmla="*/ 178 w 1254"/>
                <a:gd name="T17" fmla="*/ 1095 h 1096"/>
                <a:gd name="T18" fmla="*/ 403 w 1254"/>
                <a:gd name="T19" fmla="*/ 1095 h 1096"/>
                <a:gd name="T20" fmla="*/ 403 w 1254"/>
                <a:gd name="T21" fmla="*/ 228 h 1096"/>
                <a:gd name="T22" fmla="*/ 975 w 1254"/>
                <a:gd name="T23" fmla="*/ 1095 h 1096"/>
                <a:gd name="T24" fmla="*/ 1253 w 1254"/>
                <a:gd name="T25" fmla="*/ 1095 h 1096"/>
                <a:gd name="T26" fmla="*/ 1253 w 1254"/>
                <a:gd name="T27" fmla="*/ 0 h 1096"/>
                <a:gd name="T28" fmla="*/ 1245 w 1254"/>
                <a:gd name="T29" fmla="*/ 0 h 10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54" h="1096">
                  <a:moveTo>
                    <a:pt x="1245" y="0"/>
                  </a:moveTo>
                  <a:lnTo>
                    <a:pt x="1033" y="0"/>
                  </a:lnTo>
                  <a:cubicBezTo>
                    <a:pt x="1033" y="0"/>
                    <a:pt x="1033" y="751"/>
                    <a:pt x="1033" y="829"/>
                  </a:cubicBezTo>
                  <a:cubicBezTo>
                    <a:pt x="992" y="763"/>
                    <a:pt x="485" y="0"/>
                    <a:pt x="485" y="0"/>
                  </a:cubicBezTo>
                  <a:lnTo>
                    <a:pt x="0" y="0"/>
                  </a:lnTo>
                  <a:lnTo>
                    <a:pt x="0" y="62"/>
                  </a:lnTo>
                  <a:lnTo>
                    <a:pt x="42" y="70"/>
                  </a:lnTo>
                  <a:cubicBezTo>
                    <a:pt x="170" y="91"/>
                    <a:pt x="178" y="95"/>
                    <a:pt x="178" y="220"/>
                  </a:cubicBezTo>
                  <a:lnTo>
                    <a:pt x="178" y="1095"/>
                  </a:lnTo>
                  <a:lnTo>
                    <a:pt x="403" y="1095"/>
                  </a:lnTo>
                  <a:cubicBezTo>
                    <a:pt x="403" y="1095"/>
                    <a:pt x="403" y="307"/>
                    <a:pt x="403" y="228"/>
                  </a:cubicBezTo>
                  <a:cubicBezTo>
                    <a:pt x="448" y="294"/>
                    <a:pt x="975" y="1095"/>
                    <a:pt x="975" y="1095"/>
                  </a:cubicBezTo>
                  <a:lnTo>
                    <a:pt x="1253" y="1095"/>
                  </a:lnTo>
                  <a:lnTo>
                    <a:pt x="1253" y="0"/>
                  </a:lnTo>
                  <a:lnTo>
                    <a:pt x="124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6" name="Freeform 20">
              <a:extLst>
                <a:ext uri="{FF2B5EF4-FFF2-40B4-BE49-F238E27FC236}">
                  <a16:creationId xmlns:a16="http://schemas.microsoft.com/office/drawing/2014/main" id="{592E7FCE-E4E4-4FD3-951F-C1D4856D2F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73838" y="4200525"/>
              <a:ext cx="266700" cy="287338"/>
            </a:xfrm>
            <a:custGeom>
              <a:avLst/>
              <a:gdLst>
                <a:gd name="T0" fmla="*/ 390 w 740"/>
                <a:gd name="T1" fmla="*/ 0 h 797"/>
                <a:gd name="T2" fmla="*/ 0 w 740"/>
                <a:gd name="T3" fmla="*/ 373 h 797"/>
                <a:gd name="T4" fmla="*/ 456 w 740"/>
                <a:gd name="T5" fmla="*/ 796 h 797"/>
                <a:gd name="T6" fmla="*/ 714 w 740"/>
                <a:gd name="T7" fmla="*/ 755 h 797"/>
                <a:gd name="T8" fmla="*/ 726 w 740"/>
                <a:gd name="T9" fmla="*/ 751 h 797"/>
                <a:gd name="T10" fmla="*/ 726 w 740"/>
                <a:gd name="T11" fmla="*/ 651 h 797"/>
                <a:gd name="T12" fmla="*/ 705 w 740"/>
                <a:gd name="T13" fmla="*/ 660 h 797"/>
                <a:gd name="T14" fmla="*/ 539 w 740"/>
                <a:gd name="T15" fmla="*/ 684 h 797"/>
                <a:gd name="T16" fmla="*/ 228 w 740"/>
                <a:gd name="T17" fmla="*/ 332 h 797"/>
                <a:gd name="T18" fmla="*/ 739 w 740"/>
                <a:gd name="T19" fmla="*/ 332 h 797"/>
                <a:gd name="T20" fmla="*/ 739 w 740"/>
                <a:gd name="T21" fmla="*/ 315 h 797"/>
                <a:gd name="T22" fmla="*/ 390 w 740"/>
                <a:gd name="T23" fmla="*/ 0 h 797"/>
                <a:gd name="T24" fmla="*/ 386 w 740"/>
                <a:gd name="T25" fmla="*/ 83 h 797"/>
                <a:gd name="T26" fmla="*/ 531 w 740"/>
                <a:gd name="T27" fmla="*/ 236 h 797"/>
                <a:gd name="T28" fmla="*/ 228 w 740"/>
                <a:gd name="T29" fmla="*/ 236 h 797"/>
                <a:gd name="T30" fmla="*/ 386 w 740"/>
                <a:gd name="T31" fmla="*/ 83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40" h="797">
                  <a:moveTo>
                    <a:pt x="390" y="0"/>
                  </a:moveTo>
                  <a:cubicBezTo>
                    <a:pt x="129" y="0"/>
                    <a:pt x="0" y="124"/>
                    <a:pt x="0" y="373"/>
                  </a:cubicBezTo>
                  <a:cubicBezTo>
                    <a:pt x="0" y="639"/>
                    <a:pt x="170" y="796"/>
                    <a:pt x="456" y="796"/>
                  </a:cubicBezTo>
                  <a:cubicBezTo>
                    <a:pt x="581" y="796"/>
                    <a:pt x="676" y="767"/>
                    <a:pt x="714" y="755"/>
                  </a:cubicBezTo>
                  <a:lnTo>
                    <a:pt x="726" y="751"/>
                  </a:lnTo>
                  <a:lnTo>
                    <a:pt x="726" y="651"/>
                  </a:lnTo>
                  <a:lnTo>
                    <a:pt x="705" y="660"/>
                  </a:lnTo>
                  <a:cubicBezTo>
                    <a:pt x="672" y="672"/>
                    <a:pt x="610" y="684"/>
                    <a:pt x="539" y="684"/>
                  </a:cubicBezTo>
                  <a:cubicBezTo>
                    <a:pt x="315" y="684"/>
                    <a:pt x="232" y="498"/>
                    <a:pt x="228" y="332"/>
                  </a:cubicBezTo>
                  <a:lnTo>
                    <a:pt x="739" y="332"/>
                  </a:lnTo>
                  <a:lnTo>
                    <a:pt x="739" y="315"/>
                  </a:lnTo>
                  <a:cubicBezTo>
                    <a:pt x="739" y="104"/>
                    <a:pt x="622" y="0"/>
                    <a:pt x="390" y="0"/>
                  </a:cubicBezTo>
                  <a:close/>
                  <a:moveTo>
                    <a:pt x="386" y="83"/>
                  </a:moveTo>
                  <a:cubicBezTo>
                    <a:pt x="498" y="83"/>
                    <a:pt x="527" y="162"/>
                    <a:pt x="531" y="236"/>
                  </a:cubicBezTo>
                  <a:lnTo>
                    <a:pt x="228" y="236"/>
                  </a:lnTo>
                  <a:cubicBezTo>
                    <a:pt x="232" y="187"/>
                    <a:pt x="270" y="83"/>
                    <a:pt x="386" y="8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7" name="Freeform 21">
              <a:extLst>
                <a:ext uri="{FF2B5EF4-FFF2-40B4-BE49-F238E27FC236}">
                  <a16:creationId xmlns:a16="http://schemas.microsoft.com/office/drawing/2014/main" id="{FBCA0AD0-38DE-474C-927C-C21FD5DCC9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4075" y="4121150"/>
              <a:ext cx="212725" cy="366713"/>
            </a:xfrm>
            <a:custGeom>
              <a:avLst/>
              <a:gdLst>
                <a:gd name="T0" fmla="*/ 141 w 590"/>
                <a:gd name="T1" fmla="*/ 237 h 1017"/>
                <a:gd name="T2" fmla="*/ 0 w 590"/>
                <a:gd name="T3" fmla="*/ 237 h 1017"/>
                <a:gd name="T4" fmla="*/ 0 w 590"/>
                <a:gd name="T5" fmla="*/ 328 h 1017"/>
                <a:gd name="T6" fmla="*/ 141 w 590"/>
                <a:gd name="T7" fmla="*/ 328 h 1017"/>
                <a:gd name="T8" fmla="*/ 141 w 590"/>
                <a:gd name="T9" fmla="*/ 797 h 1017"/>
                <a:gd name="T10" fmla="*/ 427 w 590"/>
                <a:gd name="T11" fmla="*/ 1016 h 1017"/>
                <a:gd name="T12" fmla="*/ 551 w 590"/>
                <a:gd name="T13" fmla="*/ 1004 h 1017"/>
                <a:gd name="T14" fmla="*/ 564 w 590"/>
                <a:gd name="T15" fmla="*/ 1004 h 1017"/>
                <a:gd name="T16" fmla="*/ 564 w 590"/>
                <a:gd name="T17" fmla="*/ 909 h 1017"/>
                <a:gd name="T18" fmla="*/ 547 w 590"/>
                <a:gd name="T19" fmla="*/ 913 h 1017"/>
                <a:gd name="T20" fmla="*/ 485 w 590"/>
                <a:gd name="T21" fmla="*/ 917 h 1017"/>
                <a:gd name="T22" fmla="*/ 352 w 590"/>
                <a:gd name="T23" fmla="*/ 772 h 1017"/>
                <a:gd name="T24" fmla="*/ 352 w 590"/>
                <a:gd name="T25" fmla="*/ 328 h 1017"/>
                <a:gd name="T26" fmla="*/ 589 w 590"/>
                <a:gd name="T27" fmla="*/ 328 h 1017"/>
                <a:gd name="T28" fmla="*/ 589 w 590"/>
                <a:gd name="T29" fmla="*/ 237 h 1017"/>
                <a:gd name="T30" fmla="*/ 352 w 590"/>
                <a:gd name="T31" fmla="*/ 237 h 1017"/>
                <a:gd name="T32" fmla="*/ 352 w 590"/>
                <a:gd name="T33" fmla="*/ 0 h 1017"/>
                <a:gd name="T34" fmla="*/ 141 w 590"/>
                <a:gd name="T35" fmla="*/ 0 h 1017"/>
                <a:gd name="T36" fmla="*/ 141 w 590"/>
                <a:gd name="T37" fmla="*/ 237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0" h="1017">
                  <a:moveTo>
                    <a:pt x="141" y="237"/>
                  </a:moveTo>
                  <a:lnTo>
                    <a:pt x="0" y="237"/>
                  </a:lnTo>
                  <a:lnTo>
                    <a:pt x="0" y="328"/>
                  </a:lnTo>
                  <a:lnTo>
                    <a:pt x="141" y="328"/>
                  </a:lnTo>
                  <a:lnTo>
                    <a:pt x="141" y="797"/>
                  </a:lnTo>
                  <a:cubicBezTo>
                    <a:pt x="141" y="1000"/>
                    <a:pt x="269" y="1016"/>
                    <a:pt x="427" y="1016"/>
                  </a:cubicBezTo>
                  <a:cubicBezTo>
                    <a:pt x="464" y="1016"/>
                    <a:pt x="506" y="1012"/>
                    <a:pt x="551" y="1004"/>
                  </a:cubicBezTo>
                  <a:lnTo>
                    <a:pt x="564" y="1004"/>
                  </a:lnTo>
                  <a:lnTo>
                    <a:pt x="564" y="909"/>
                  </a:lnTo>
                  <a:lnTo>
                    <a:pt x="547" y="913"/>
                  </a:lnTo>
                  <a:cubicBezTo>
                    <a:pt x="531" y="917"/>
                    <a:pt x="510" y="917"/>
                    <a:pt x="485" y="917"/>
                  </a:cubicBezTo>
                  <a:cubicBezTo>
                    <a:pt x="361" y="917"/>
                    <a:pt x="352" y="880"/>
                    <a:pt x="352" y="772"/>
                  </a:cubicBezTo>
                  <a:lnTo>
                    <a:pt x="352" y="328"/>
                  </a:lnTo>
                  <a:lnTo>
                    <a:pt x="589" y="328"/>
                  </a:lnTo>
                  <a:lnTo>
                    <a:pt x="589" y="237"/>
                  </a:lnTo>
                  <a:lnTo>
                    <a:pt x="352" y="237"/>
                  </a:lnTo>
                  <a:lnTo>
                    <a:pt x="352" y="0"/>
                  </a:lnTo>
                  <a:lnTo>
                    <a:pt x="141" y="0"/>
                  </a:lnTo>
                  <a:lnTo>
                    <a:pt x="141" y="237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8" name="Freeform 22">
              <a:extLst>
                <a:ext uri="{FF2B5EF4-FFF2-40B4-BE49-F238E27FC236}">
                  <a16:creationId xmlns:a16="http://schemas.microsoft.com/office/drawing/2014/main" id="{7CB68009-4CE7-46C3-89EF-CA8DD2CD39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0063" y="4206875"/>
              <a:ext cx="331787" cy="274638"/>
            </a:xfrm>
            <a:custGeom>
              <a:avLst/>
              <a:gdLst>
                <a:gd name="T0" fmla="*/ 705 w 921"/>
                <a:gd name="T1" fmla="*/ 248 h 764"/>
                <a:gd name="T2" fmla="*/ 920 w 921"/>
                <a:gd name="T3" fmla="*/ 0 h 764"/>
                <a:gd name="T4" fmla="*/ 701 w 921"/>
                <a:gd name="T5" fmla="*/ 0 h 764"/>
                <a:gd name="T6" fmla="*/ 497 w 921"/>
                <a:gd name="T7" fmla="*/ 236 h 764"/>
                <a:gd name="T8" fmla="*/ 319 w 921"/>
                <a:gd name="T9" fmla="*/ 0 h 764"/>
                <a:gd name="T10" fmla="*/ 0 w 921"/>
                <a:gd name="T11" fmla="*/ 0 h 764"/>
                <a:gd name="T12" fmla="*/ 0 w 921"/>
                <a:gd name="T13" fmla="*/ 62 h 764"/>
                <a:gd name="T14" fmla="*/ 12 w 921"/>
                <a:gd name="T15" fmla="*/ 62 h 764"/>
                <a:gd name="T16" fmla="*/ 211 w 921"/>
                <a:gd name="T17" fmla="*/ 178 h 764"/>
                <a:gd name="T18" fmla="*/ 344 w 921"/>
                <a:gd name="T19" fmla="*/ 352 h 764"/>
                <a:gd name="T20" fmla="*/ 128 w 921"/>
                <a:gd name="T21" fmla="*/ 601 h 764"/>
                <a:gd name="T22" fmla="*/ 348 w 921"/>
                <a:gd name="T23" fmla="*/ 601 h 764"/>
                <a:gd name="T24" fmla="*/ 443 w 921"/>
                <a:gd name="T25" fmla="*/ 489 h 764"/>
                <a:gd name="T26" fmla="*/ 651 w 921"/>
                <a:gd name="T27" fmla="*/ 763 h 764"/>
                <a:gd name="T28" fmla="*/ 900 w 921"/>
                <a:gd name="T29" fmla="*/ 763 h 764"/>
                <a:gd name="T30" fmla="*/ 506 w 921"/>
                <a:gd name="T31" fmla="*/ 248 h 764"/>
                <a:gd name="T32" fmla="*/ 705 w 921"/>
                <a:gd name="T33" fmla="*/ 248 h 7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21" h="764">
                  <a:moveTo>
                    <a:pt x="705" y="248"/>
                  </a:moveTo>
                  <a:lnTo>
                    <a:pt x="920" y="0"/>
                  </a:lnTo>
                  <a:lnTo>
                    <a:pt x="701" y="0"/>
                  </a:lnTo>
                  <a:lnTo>
                    <a:pt x="497" y="236"/>
                  </a:lnTo>
                  <a:lnTo>
                    <a:pt x="319" y="0"/>
                  </a:lnTo>
                  <a:lnTo>
                    <a:pt x="0" y="0"/>
                  </a:lnTo>
                  <a:lnTo>
                    <a:pt x="0" y="62"/>
                  </a:lnTo>
                  <a:lnTo>
                    <a:pt x="12" y="62"/>
                  </a:lnTo>
                  <a:cubicBezTo>
                    <a:pt x="120" y="70"/>
                    <a:pt x="145" y="87"/>
                    <a:pt x="211" y="178"/>
                  </a:cubicBezTo>
                  <a:lnTo>
                    <a:pt x="344" y="352"/>
                  </a:lnTo>
                  <a:lnTo>
                    <a:pt x="128" y="601"/>
                  </a:lnTo>
                  <a:lnTo>
                    <a:pt x="348" y="601"/>
                  </a:lnTo>
                  <a:lnTo>
                    <a:pt x="443" y="489"/>
                  </a:lnTo>
                  <a:lnTo>
                    <a:pt x="651" y="763"/>
                  </a:lnTo>
                  <a:lnTo>
                    <a:pt x="900" y="763"/>
                  </a:lnTo>
                  <a:lnTo>
                    <a:pt x="506" y="248"/>
                  </a:lnTo>
                  <a:lnTo>
                    <a:pt x="705" y="24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70" name="Freeform 23">
              <a:extLst>
                <a:ext uri="{FF2B5EF4-FFF2-40B4-BE49-F238E27FC236}">
                  <a16:creationId xmlns:a16="http://schemas.microsoft.com/office/drawing/2014/main" id="{8D7FC1D0-818D-49B9-BA5F-4F689DC67B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5500" y="4010025"/>
              <a:ext cx="176213" cy="111125"/>
            </a:xfrm>
            <a:custGeom>
              <a:avLst/>
              <a:gdLst>
                <a:gd name="T0" fmla="*/ 224 w 490"/>
                <a:gd name="T1" fmla="*/ 307 h 308"/>
                <a:gd name="T2" fmla="*/ 0 w 490"/>
                <a:gd name="T3" fmla="*/ 307 h 308"/>
                <a:gd name="T4" fmla="*/ 269 w 490"/>
                <a:gd name="T5" fmla="*/ 0 h 308"/>
                <a:gd name="T6" fmla="*/ 489 w 490"/>
                <a:gd name="T7" fmla="*/ 0 h 308"/>
                <a:gd name="T8" fmla="*/ 224 w 490"/>
                <a:gd name="T9" fmla="*/ 307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0" h="308">
                  <a:moveTo>
                    <a:pt x="224" y="307"/>
                  </a:moveTo>
                  <a:lnTo>
                    <a:pt x="0" y="307"/>
                  </a:lnTo>
                  <a:lnTo>
                    <a:pt x="269" y="0"/>
                  </a:lnTo>
                  <a:lnTo>
                    <a:pt x="489" y="0"/>
                  </a:lnTo>
                  <a:lnTo>
                    <a:pt x="224" y="307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DF71123C-018F-4E44-BF40-3D8E854CE3C5}"/>
              </a:ext>
            </a:extLst>
          </p:cNvPr>
          <p:cNvSpPr txBox="1"/>
          <p:nvPr userDrawn="1"/>
        </p:nvSpPr>
        <p:spPr>
          <a:xfrm>
            <a:off x="6641794" y="4911221"/>
            <a:ext cx="24625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rPr>
              <a:t>© Hitachi Vantara LLC 2021.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174735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67">
            <a:extLst>
              <a:ext uri="{FF2B5EF4-FFF2-40B4-BE49-F238E27FC236}">
                <a16:creationId xmlns:a16="http://schemas.microsoft.com/office/drawing/2014/main" id="{E7EADFDC-3E4E-4F4C-A7A9-CF8DD7D900B7}"/>
              </a:ext>
            </a:extLst>
          </p:cNvPr>
          <p:cNvSpPr/>
          <p:nvPr userDrawn="1"/>
        </p:nvSpPr>
        <p:spPr>
          <a:xfrm>
            <a:off x="0" y="0"/>
            <a:ext cx="5950131" cy="5157216"/>
          </a:xfrm>
          <a:prstGeom prst="rect">
            <a:avLst/>
          </a:prstGeom>
          <a:gradFill>
            <a:gsLst>
              <a:gs pos="0">
                <a:schemeClr val="tx1">
                  <a:lumMod val="60000"/>
                  <a:lumOff val="40000"/>
                  <a:alpha val="25000"/>
                </a:schemeClr>
              </a:gs>
              <a:gs pos="98000">
                <a:schemeClr val="bg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5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1348" y="2803117"/>
            <a:ext cx="4286425" cy="830997"/>
          </a:xfrm>
          <a:prstGeom prst="rect">
            <a:avLst/>
          </a:prstGeom>
          <a:effectLst/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charset="2"/>
              <a:buNone/>
              <a:tabLst/>
              <a:defRPr sz="2400" cap="none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Subtitle placeholder</a:t>
            </a:r>
          </a:p>
          <a:p>
            <a:r>
              <a:rPr lang="en-US" dirty="0"/>
              <a:t>Subtitle placeholder</a:t>
            </a:r>
          </a:p>
        </p:txBody>
      </p:sp>
      <p:sp>
        <p:nvSpPr>
          <p:cNvPr id="57" name="Title 1"/>
          <p:cNvSpPr>
            <a:spLocks noGrp="1"/>
          </p:cNvSpPr>
          <p:nvPr>
            <p:ph type="ctrTitle" hasCustomPrompt="1"/>
          </p:nvPr>
        </p:nvSpPr>
        <p:spPr>
          <a:xfrm>
            <a:off x="681348" y="725773"/>
            <a:ext cx="5148359" cy="2071294"/>
          </a:xfrm>
          <a:prstGeom prst="rect">
            <a:avLst/>
          </a:prstGeom>
          <a:effectLst/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4400" b="1" cap="none" baseline="0"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2 Line Hitachi Title Slide Placeholder </a:t>
            </a:r>
            <a:br>
              <a:rPr lang="en-US" dirty="0"/>
            </a:br>
            <a:r>
              <a:rPr lang="en-US" dirty="0"/>
              <a:t>2 Line Hitachi </a:t>
            </a:r>
          </a:p>
        </p:txBody>
      </p:sp>
      <p:sp>
        <p:nvSpPr>
          <p:cNvPr id="58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681349" y="3905309"/>
            <a:ext cx="3544411" cy="307777"/>
          </a:xfrm>
        </p:spPr>
        <p:txBody>
          <a:bodyPr anchor="t"/>
          <a:lstStyle>
            <a:lvl1pPr marL="0" indent="0">
              <a:spcBef>
                <a:spcPts val="0"/>
              </a:spcBef>
              <a:spcAft>
                <a:spcPts val="300"/>
              </a:spcAft>
              <a:buNone/>
              <a:defRPr sz="1400" b="1" baseline="0">
                <a:solidFill>
                  <a:schemeClr val="tx1"/>
                </a:solidFill>
              </a:defRPr>
            </a:lvl1pPr>
            <a:lvl2pPr marL="280987" indent="0">
              <a:buNone/>
              <a:defRPr/>
            </a:lvl2pPr>
            <a:lvl3pPr marL="574675" indent="0">
              <a:buNone/>
              <a:defRPr/>
            </a:lvl3pPr>
            <a:lvl4pPr marL="855663" indent="0">
              <a:buNone/>
              <a:defRPr/>
            </a:lvl4pPr>
            <a:lvl5pPr marL="1090613" indent="0">
              <a:buNone/>
              <a:defRPr/>
            </a:lvl5pPr>
          </a:lstStyle>
          <a:p>
            <a:pPr lvl="0"/>
            <a:r>
              <a:rPr lang="en-US" dirty="0"/>
              <a:t>Name Here</a:t>
            </a:r>
          </a:p>
        </p:txBody>
      </p:sp>
      <p:sp>
        <p:nvSpPr>
          <p:cNvPr id="7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681349" y="4134651"/>
            <a:ext cx="3544411" cy="461665"/>
          </a:xfrm>
        </p:spPr>
        <p:txBody>
          <a:bodyPr anchor="t"/>
          <a:lstStyle>
            <a:lvl1pPr marL="0" indent="0">
              <a:spcBef>
                <a:spcPts val="0"/>
              </a:spcBef>
              <a:spcAft>
                <a:spcPts val="300"/>
              </a:spcAft>
              <a:buNone/>
              <a:defRPr sz="1200">
                <a:solidFill>
                  <a:schemeClr val="tx1"/>
                </a:solidFill>
              </a:defRPr>
            </a:lvl1pPr>
            <a:lvl2pPr marL="280987" indent="0">
              <a:buNone/>
              <a:defRPr/>
            </a:lvl2pPr>
            <a:lvl3pPr marL="574675" indent="0">
              <a:buNone/>
              <a:defRPr/>
            </a:lvl3pPr>
            <a:lvl4pPr marL="855663" indent="0">
              <a:buNone/>
              <a:defRPr/>
            </a:lvl4pPr>
            <a:lvl5pPr marL="1090613" indent="0">
              <a:buNone/>
              <a:defRPr/>
            </a:lvl5pPr>
          </a:lstStyle>
          <a:p>
            <a:pPr lvl="0"/>
            <a:r>
              <a:rPr lang="en-US" dirty="0"/>
              <a:t>Title/Department</a:t>
            </a:r>
            <a:br>
              <a:rPr lang="en-US" dirty="0"/>
            </a:br>
            <a:r>
              <a:rPr lang="en-US" dirty="0"/>
              <a:t>Date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11" y="4915450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111F478C-84AE-4601-9BE4-60468A3A6C06}" type="slidenum">
              <a:rPr lang="en-US" sz="800" smtClean="0">
                <a:solidFill>
                  <a:prstClr val="white">
                    <a:alpha val="50000"/>
                  </a:prstClr>
                </a:solidFill>
                <a:latin typeface="Arial"/>
              </a:rPr>
              <a:pPr/>
              <a:t>‹#›</a:t>
            </a:fld>
            <a:endParaRPr lang="en-US" sz="800" dirty="0">
              <a:solidFill>
                <a:prstClr val="white">
                  <a:alpha val="50000"/>
                </a:prstClr>
              </a:solidFill>
              <a:latin typeface="Arial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F6F85EA-1CAA-F34C-8631-AB308554EFA3}"/>
              </a:ext>
            </a:extLst>
          </p:cNvPr>
          <p:cNvSpPr txBox="1"/>
          <p:nvPr userDrawn="1"/>
        </p:nvSpPr>
        <p:spPr>
          <a:xfrm>
            <a:off x="1611" y="4915450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111F478C-84AE-4601-9BE4-60468A3A6C06}" type="slidenum">
              <a:rPr lang="en-US" sz="800" smtClean="0">
                <a:solidFill>
                  <a:prstClr val="white">
                    <a:alpha val="50000"/>
                  </a:prstClr>
                </a:solidFill>
                <a:latin typeface="Arial"/>
              </a:rPr>
              <a:pPr/>
              <a:t>‹#›</a:t>
            </a:fld>
            <a:endParaRPr lang="en-US" sz="800" dirty="0">
              <a:solidFill>
                <a:prstClr val="white">
                  <a:alpha val="50000"/>
                </a:prstClr>
              </a:solidFill>
              <a:latin typeface="Arial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3D34347-5503-CF42-98BC-54772FA6C03C}"/>
              </a:ext>
            </a:extLst>
          </p:cNvPr>
          <p:cNvSpPr/>
          <p:nvPr userDrawn="1"/>
        </p:nvSpPr>
        <p:spPr>
          <a:xfrm>
            <a:off x="695091" y="4911122"/>
            <a:ext cx="542544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CONFIDENTIAL – For use by Hitachi Vantara employees and other audiences under NDA only.</a:t>
            </a:r>
          </a:p>
        </p:txBody>
      </p:sp>
      <p:pic>
        <p:nvPicPr>
          <p:cNvPr id="70" name="Graphic 69">
            <a:extLst>
              <a:ext uri="{FF2B5EF4-FFF2-40B4-BE49-F238E27FC236}">
                <a16:creationId xmlns:a16="http://schemas.microsoft.com/office/drawing/2014/main" id="{77635230-F3E7-A540-BBEE-66DC1E31C3A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12" y="812800"/>
            <a:ext cx="570117" cy="433070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92FCC86C-B122-7843-AD39-7DA6779D61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31735" y="0"/>
            <a:ext cx="3212265" cy="5157216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7595F4BA-1947-4B39-A271-3153E3CE1329}"/>
              </a:ext>
            </a:extLst>
          </p:cNvPr>
          <p:cNvSpPr/>
          <p:nvPr userDrawn="1"/>
        </p:nvSpPr>
        <p:spPr>
          <a:xfrm>
            <a:off x="5942892" y="0"/>
            <a:ext cx="3201108" cy="5157216"/>
          </a:xfrm>
          <a:prstGeom prst="rect">
            <a:avLst/>
          </a:prstGeom>
          <a:gradFill flip="none" rotWithShape="1">
            <a:gsLst>
              <a:gs pos="62000">
                <a:schemeClr val="tx2">
                  <a:alpha val="0"/>
                </a:schemeClr>
              </a:gs>
              <a:gs pos="100000">
                <a:schemeClr val="tx2">
                  <a:alpha val="69000"/>
                </a:schemeClr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988D2B2-5C5E-43B0-9871-306038172417}"/>
              </a:ext>
            </a:extLst>
          </p:cNvPr>
          <p:cNvGrpSpPr/>
          <p:nvPr userDrawn="1"/>
        </p:nvGrpSpPr>
        <p:grpSpPr>
          <a:xfrm>
            <a:off x="7684916" y="225821"/>
            <a:ext cx="1247901" cy="356665"/>
            <a:chOff x="2751138" y="3262313"/>
            <a:chExt cx="4665662" cy="1333500"/>
          </a:xfrm>
          <a:solidFill>
            <a:schemeClr val="bg1"/>
          </a:solidFill>
        </p:grpSpPr>
        <p:sp>
          <p:nvSpPr>
            <p:cNvPr id="44" name="Freeform 1">
              <a:extLst>
                <a:ext uri="{FF2B5EF4-FFF2-40B4-BE49-F238E27FC236}">
                  <a16:creationId xmlns:a16="http://schemas.microsoft.com/office/drawing/2014/main" id="{FB37AA43-1DAD-4268-8BCA-08FFA66116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0138" y="3275013"/>
              <a:ext cx="673100" cy="631825"/>
            </a:xfrm>
            <a:custGeom>
              <a:avLst/>
              <a:gdLst>
                <a:gd name="T0" fmla="*/ 465 w 1868"/>
                <a:gd name="T1" fmla="*/ 0 h 1755"/>
                <a:gd name="T2" fmla="*/ 465 w 1868"/>
                <a:gd name="T3" fmla="*/ 700 h 1755"/>
                <a:gd name="T4" fmla="*/ 1402 w 1868"/>
                <a:gd name="T5" fmla="*/ 700 h 1755"/>
                <a:gd name="T6" fmla="*/ 1402 w 1868"/>
                <a:gd name="T7" fmla="*/ 0 h 1755"/>
                <a:gd name="T8" fmla="*/ 1867 w 1868"/>
                <a:gd name="T9" fmla="*/ 0 h 1755"/>
                <a:gd name="T10" fmla="*/ 1867 w 1868"/>
                <a:gd name="T11" fmla="*/ 1754 h 1755"/>
                <a:gd name="T12" fmla="*/ 1402 w 1868"/>
                <a:gd name="T13" fmla="*/ 1754 h 1755"/>
                <a:gd name="T14" fmla="*/ 1402 w 1868"/>
                <a:gd name="T15" fmla="*/ 983 h 1755"/>
                <a:gd name="T16" fmla="*/ 465 w 1868"/>
                <a:gd name="T17" fmla="*/ 983 h 1755"/>
                <a:gd name="T18" fmla="*/ 465 w 1868"/>
                <a:gd name="T19" fmla="*/ 1754 h 1755"/>
                <a:gd name="T20" fmla="*/ 0 w 1868"/>
                <a:gd name="T21" fmla="*/ 1754 h 1755"/>
                <a:gd name="T22" fmla="*/ 0 w 1868"/>
                <a:gd name="T23" fmla="*/ 0 h 1755"/>
                <a:gd name="T24" fmla="*/ 465 w 1868"/>
                <a:gd name="T25" fmla="*/ 0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68" h="1755">
                  <a:moveTo>
                    <a:pt x="465" y="0"/>
                  </a:moveTo>
                  <a:cubicBezTo>
                    <a:pt x="465" y="0"/>
                    <a:pt x="465" y="705"/>
                    <a:pt x="465" y="700"/>
                  </a:cubicBezTo>
                  <a:lnTo>
                    <a:pt x="1402" y="700"/>
                  </a:lnTo>
                  <a:cubicBezTo>
                    <a:pt x="1402" y="705"/>
                    <a:pt x="1402" y="0"/>
                    <a:pt x="1402" y="0"/>
                  </a:cubicBezTo>
                  <a:cubicBezTo>
                    <a:pt x="1402" y="0"/>
                    <a:pt x="1863" y="0"/>
                    <a:pt x="1867" y="0"/>
                  </a:cubicBezTo>
                  <a:cubicBezTo>
                    <a:pt x="1867" y="0"/>
                    <a:pt x="1867" y="1750"/>
                    <a:pt x="1867" y="1754"/>
                  </a:cubicBezTo>
                  <a:lnTo>
                    <a:pt x="1402" y="1754"/>
                  </a:lnTo>
                  <a:cubicBezTo>
                    <a:pt x="1402" y="1754"/>
                    <a:pt x="1402" y="987"/>
                    <a:pt x="1402" y="983"/>
                  </a:cubicBezTo>
                  <a:cubicBezTo>
                    <a:pt x="1402" y="987"/>
                    <a:pt x="465" y="983"/>
                    <a:pt x="465" y="983"/>
                  </a:cubicBezTo>
                  <a:cubicBezTo>
                    <a:pt x="465" y="987"/>
                    <a:pt x="465" y="1754"/>
                    <a:pt x="465" y="1754"/>
                  </a:cubicBezTo>
                  <a:lnTo>
                    <a:pt x="0" y="1754"/>
                  </a:lnTo>
                  <a:cubicBezTo>
                    <a:pt x="0" y="1754"/>
                    <a:pt x="4" y="0"/>
                    <a:pt x="0" y="0"/>
                  </a:cubicBezTo>
                  <a:lnTo>
                    <a:pt x="46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45" name="Freeform 2">
              <a:extLst>
                <a:ext uri="{FF2B5EF4-FFF2-40B4-BE49-F238E27FC236}">
                  <a16:creationId xmlns:a16="http://schemas.microsoft.com/office/drawing/2014/main" id="{607D4DC0-209B-4220-9753-735924769F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3050" y="3275013"/>
              <a:ext cx="677863" cy="631825"/>
            </a:xfrm>
            <a:custGeom>
              <a:avLst/>
              <a:gdLst>
                <a:gd name="T0" fmla="*/ 1883 w 1884"/>
                <a:gd name="T1" fmla="*/ 0 h 1755"/>
                <a:gd name="T2" fmla="*/ 1883 w 1884"/>
                <a:gd name="T3" fmla="*/ 298 h 1755"/>
                <a:gd name="T4" fmla="*/ 1174 w 1884"/>
                <a:gd name="T5" fmla="*/ 298 h 1755"/>
                <a:gd name="T6" fmla="*/ 1174 w 1884"/>
                <a:gd name="T7" fmla="*/ 1754 h 1755"/>
                <a:gd name="T8" fmla="*/ 709 w 1884"/>
                <a:gd name="T9" fmla="*/ 1754 h 1755"/>
                <a:gd name="T10" fmla="*/ 709 w 1884"/>
                <a:gd name="T11" fmla="*/ 298 h 1755"/>
                <a:gd name="T12" fmla="*/ 0 w 1884"/>
                <a:gd name="T13" fmla="*/ 298 h 1755"/>
                <a:gd name="T14" fmla="*/ 0 w 1884"/>
                <a:gd name="T15" fmla="*/ 0 h 1755"/>
                <a:gd name="T16" fmla="*/ 1883 w 1884"/>
                <a:gd name="T17" fmla="*/ 0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84" h="1755">
                  <a:moveTo>
                    <a:pt x="1883" y="0"/>
                  </a:moveTo>
                  <a:cubicBezTo>
                    <a:pt x="1883" y="4"/>
                    <a:pt x="1883" y="298"/>
                    <a:pt x="1883" y="298"/>
                  </a:cubicBezTo>
                  <a:lnTo>
                    <a:pt x="1174" y="298"/>
                  </a:lnTo>
                  <a:lnTo>
                    <a:pt x="1174" y="1754"/>
                  </a:lnTo>
                  <a:lnTo>
                    <a:pt x="709" y="1754"/>
                  </a:lnTo>
                  <a:lnTo>
                    <a:pt x="709" y="298"/>
                  </a:lnTo>
                  <a:lnTo>
                    <a:pt x="0" y="298"/>
                  </a:lnTo>
                  <a:lnTo>
                    <a:pt x="0" y="0"/>
                  </a:lnTo>
                  <a:lnTo>
                    <a:pt x="1883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46" name="Freeform 3">
              <a:extLst>
                <a:ext uri="{FF2B5EF4-FFF2-40B4-BE49-F238E27FC236}">
                  <a16:creationId xmlns:a16="http://schemas.microsoft.com/office/drawing/2014/main" id="{0BD8E211-927D-4CFE-8642-3332A96BB6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4863" y="3275013"/>
              <a:ext cx="796925" cy="631825"/>
            </a:xfrm>
            <a:custGeom>
              <a:avLst/>
              <a:gdLst>
                <a:gd name="T0" fmla="*/ 2214 w 2215"/>
                <a:gd name="T1" fmla="*/ 1754 h 1755"/>
                <a:gd name="T2" fmla="*/ 1695 w 2215"/>
                <a:gd name="T3" fmla="*/ 1754 h 1755"/>
                <a:gd name="T4" fmla="*/ 1542 w 2215"/>
                <a:gd name="T5" fmla="*/ 1377 h 1755"/>
                <a:gd name="T6" fmla="*/ 672 w 2215"/>
                <a:gd name="T7" fmla="*/ 1377 h 1755"/>
                <a:gd name="T8" fmla="*/ 518 w 2215"/>
                <a:gd name="T9" fmla="*/ 1754 h 1755"/>
                <a:gd name="T10" fmla="*/ 0 w 2215"/>
                <a:gd name="T11" fmla="*/ 1754 h 1755"/>
                <a:gd name="T12" fmla="*/ 825 w 2215"/>
                <a:gd name="T13" fmla="*/ 0 h 1755"/>
                <a:gd name="T14" fmla="*/ 1392 w 2215"/>
                <a:gd name="T15" fmla="*/ 0 h 1755"/>
                <a:gd name="T16" fmla="*/ 2214 w 2215"/>
                <a:gd name="T17" fmla="*/ 1754 h 1755"/>
                <a:gd name="T18" fmla="*/ 788 w 2215"/>
                <a:gd name="T19" fmla="*/ 1095 h 1755"/>
                <a:gd name="T20" fmla="*/ 1434 w 2215"/>
                <a:gd name="T21" fmla="*/ 1095 h 1755"/>
                <a:gd name="T22" fmla="*/ 1107 w 2215"/>
                <a:gd name="T23" fmla="*/ 298 h 1755"/>
                <a:gd name="T24" fmla="*/ 788 w 2215"/>
                <a:gd name="T25" fmla="*/ 1095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15" h="1755">
                  <a:moveTo>
                    <a:pt x="2214" y="1754"/>
                  </a:moveTo>
                  <a:cubicBezTo>
                    <a:pt x="2214" y="1754"/>
                    <a:pt x="1691" y="1754"/>
                    <a:pt x="1695" y="1754"/>
                  </a:cubicBezTo>
                  <a:lnTo>
                    <a:pt x="1542" y="1377"/>
                  </a:lnTo>
                  <a:lnTo>
                    <a:pt x="672" y="1377"/>
                  </a:lnTo>
                  <a:cubicBezTo>
                    <a:pt x="672" y="1377"/>
                    <a:pt x="522" y="1754"/>
                    <a:pt x="518" y="1754"/>
                  </a:cubicBezTo>
                  <a:lnTo>
                    <a:pt x="0" y="1754"/>
                  </a:lnTo>
                  <a:lnTo>
                    <a:pt x="825" y="0"/>
                  </a:lnTo>
                  <a:lnTo>
                    <a:pt x="1392" y="0"/>
                  </a:lnTo>
                  <a:lnTo>
                    <a:pt x="2214" y="1754"/>
                  </a:lnTo>
                  <a:close/>
                  <a:moveTo>
                    <a:pt x="788" y="1095"/>
                  </a:moveTo>
                  <a:lnTo>
                    <a:pt x="1434" y="1095"/>
                  </a:lnTo>
                  <a:lnTo>
                    <a:pt x="1107" y="298"/>
                  </a:lnTo>
                  <a:lnTo>
                    <a:pt x="788" y="1095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48" name="Freeform 4">
              <a:extLst>
                <a:ext uri="{FF2B5EF4-FFF2-40B4-BE49-F238E27FC236}">
                  <a16:creationId xmlns:a16="http://schemas.microsoft.com/office/drawing/2014/main" id="{ADEF2E2C-637D-41F6-891B-0C44DC6F79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85000" y="3275013"/>
              <a:ext cx="166688" cy="631825"/>
            </a:xfrm>
            <a:custGeom>
              <a:avLst/>
              <a:gdLst>
                <a:gd name="T0" fmla="*/ 232 w 465"/>
                <a:gd name="T1" fmla="*/ 1754 h 1755"/>
                <a:gd name="T2" fmla="*/ 0 w 465"/>
                <a:gd name="T3" fmla="*/ 1754 h 1755"/>
                <a:gd name="T4" fmla="*/ 0 w 465"/>
                <a:gd name="T5" fmla="*/ 0 h 1755"/>
                <a:gd name="T6" fmla="*/ 464 w 465"/>
                <a:gd name="T7" fmla="*/ 0 h 1755"/>
                <a:gd name="T8" fmla="*/ 464 w 465"/>
                <a:gd name="T9" fmla="*/ 1754 h 1755"/>
                <a:gd name="T10" fmla="*/ 232 w 465"/>
                <a:gd name="T11" fmla="*/ 1754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5" h="1755">
                  <a:moveTo>
                    <a:pt x="232" y="1754"/>
                  </a:moveTo>
                  <a:lnTo>
                    <a:pt x="0" y="1754"/>
                  </a:lnTo>
                  <a:lnTo>
                    <a:pt x="0" y="0"/>
                  </a:lnTo>
                  <a:lnTo>
                    <a:pt x="464" y="0"/>
                  </a:lnTo>
                  <a:lnTo>
                    <a:pt x="464" y="1754"/>
                  </a:lnTo>
                  <a:lnTo>
                    <a:pt x="232" y="175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49" name="Freeform 5">
              <a:extLst>
                <a:ext uri="{FF2B5EF4-FFF2-40B4-BE49-F238E27FC236}">
                  <a16:creationId xmlns:a16="http://schemas.microsoft.com/office/drawing/2014/main" id="{3BC42124-B995-4B22-B10C-2C8B5C6F92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9588" y="3275013"/>
              <a:ext cx="673100" cy="631825"/>
            </a:xfrm>
            <a:custGeom>
              <a:avLst/>
              <a:gdLst>
                <a:gd name="T0" fmla="*/ 465 w 1868"/>
                <a:gd name="T1" fmla="*/ 0 h 1755"/>
                <a:gd name="T2" fmla="*/ 465 w 1868"/>
                <a:gd name="T3" fmla="*/ 700 h 1755"/>
                <a:gd name="T4" fmla="*/ 1402 w 1868"/>
                <a:gd name="T5" fmla="*/ 700 h 1755"/>
                <a:gd name="T6" fmla="*/ 1402 w 1868"/>
                <a:gd name="T7" fmla="*/ 0 h 1755"/>
                <a:gd name="T8" fmla="*/ 1867 w 1868"/>
                <a:gd name="T9" fmla="*/ 0 h 1755"/>
                <a:gd name="T10" fmla="*/ 1867 w 1868"/>
                <a:gd name="T11" fmla="*/ 1754 h 1755"/>
                <a:gd name="T12" fmla="*/ 1402 w 1868"/>
                <a:gd name="T13" fmla="*/ 1754 h 1755"/>
                <a:gd name="T14" fmla="*/ 1402 w 1868"/>
                <a:gd name="T15" fmla="*/ 983 h 1755"/>
                <a:gd name="T16" fmla="*/ 465 w 1868"/>
                <a:gd name="T17" fmla="*/ 983 h 1755"/>
                <a:gd name="T18" fmla="*/ 465 w 1868"/>
                <a:gd name="T19" fmla="*/ 1754 h 1755"/>
                <a:gd name="T20" fmla="*/ 0 w 1868"/>
                <a:gd name="T21" fmla="*/ 1754 h 1755"/>
                <a:gd name="T22" fmla="*/ 0 w 1868"/>
                <a:gd name="T23" fmla="*/ 0 h 1755"/>
                <a:gd name="T24" fmla="*/ 465 w 1868"/>
                <a:gd name="T25" fmla="*/ 0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68" h="1755">
                  <a:moveTo>
                    <a:pt x="465" y="0"/>
                  </a:moveTo>
                  <a:cubicBezTo>
                    <a:pt x="465" y="0"/>
                    <a:pt x="465" y="705"/>
                    <a:pt x="465" y="700"/>
                  </a:cubicBezTo>
                  <a:lnTo>
                    <a:pt x="1402" y="700"/>
                  </a:lnTo>
                  <a:cubicBezTo>
                    <a:pt x="1402" y="705"/>
                    <a:pt x="1402" y="0"/>
                    <a:pt x="1402" y="0"/>
                  </a:cubicBezTo>
                  <a:cubicBezTo>
                    <a:pt x="1402" y="0"/>
                    <a:pt x="1863" y="0"/>
                    <a:pt x="1867" y="0"/>
                  </a:cubicBezTo>
                  <a:cubicBezTo>
                    <a:pt x="1867" y="0"/>
                    <a:pt x="1867" y="1750"/>
                    <a:pt x="1867" y="1754"/>
                  </a:cubicBezTo>
                  <a:lnTo>
                    <a:pt x="1402" y="1754"/>
                  </a:lnTo>
                  <a:cubicBezTo>
                    <a:pt x="1402" y="1754"/>
                    <a:pt x="1402" y="987"/>
                    <a:pt x="1402" y="983"/>
                  </a:cubicBezTo>
                  <a:cubicBezTo>
                    <a:pt x="1402" y="987"/>
                    <a:pt x="465" y="983"/>
                    <a:pt x="465" y="983"/>
                  </a:cubicBezTo>
                  <a:cubicBezTo>
                    <a:pt x="465" y="987"/>
                    <a:pt x="465" y="1754"/>
                    <a:pt x="465" y="1754"/>
                  </a:cubicBezTo>
                  <a:lnTo>
                    <a:pt x="0" y="1754"/>
                  </a:lnTo>
                  <a:cubicBezTo>
                    <a:pt x="0" y="1754"/>
                    <a:pt x="5" y="0"/>
                    <a:pt x="0" y="0"/>
                  </a:cubicBezTo>
                  <a:lnTo>
                    <a:pt x="46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50" name="Freeform 6">
              <a:extLst>
                <a:ext uri="{FF2B5EF4-FFF2-40B4-BE49-F238E27FC236}">
                  <a16:creationId xmlns:a16="http://schemas.microsoft.com/office/drawing/2014/main" id="{A52C3E74-516C-498F-B30B-1B16390D22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4450" y="3275013"/>
              <a:ext cx="168275" cy="631825"/>
            </a:xfrm>
            <a:custGeom>
              <a:avLst/>
              <a:gdLst>
                <a:gd name="T0" fmla="*/ 233 w 466"/>
                <a:gd name="T1" fmla="*/ 1754 h 1755"/>
                <a:gd name="T2" fmla="*/ 0 w 466"/>
                <a:gd name="T3" fmla="*/ 1754 h 1755"/>
                <a:gd name="T4" fmla="*/ 0 w 466"/>
                <a:gd name="T5" fmla="*/ 0 h 1755"/>
                <a:gd name="T6" fmla="*/ 465 w 466"/>
                <a:gd name="T7" fmla="*/ 0 h 1755"/>
                <a:gd name="T8" fmla="*/ 465 w 466"/>
                <a:gd name="T9" fmla="*/ 1754 h 1755"/>
                <a:gd name="T10" fmla="*/ 233 w 466"/>
                <a:gd name="T11" fmla="*/ 1754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6" h="1755">
                  <a:moveTo>
                    <a:pt x="233" y="1754"/>
                  </a:moveTo>
                  <a:lnTo>
                    <a:pt x="0" y="1754"/>
                  </a:lnTo>
                  <a:lnTo>
                    <a:pt x="0" y="0"/>
                  </a:lnTo>
                  <a:lnTo>
                    <a:pt x="465" y="0"/>
                  </a:lnTo>
                  <a:lnTo>
                    <a:pt x="465" y="1754"/>
                  </a:lnTo>
                  <a:lnTo>
                    <a:pt x="233" y="175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51" name="Freeform 7">
              <a:extLst>
                <a:ext uri="{FF2B5EF4-FFF2-40B4-BE49-F238E27FC236}">
                  <a16:creationId xmlns:a16="http://schemas.microsoft.com/office/drawing/2014/main" id="{E9193BAD-5632-4A92-B3D6-88F53F478F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3213" y="3262313"/>
              <a:ext cx="715962" cy="663575"/>
            </a:xfrm>
            <a:custGeom>
              <a:avLst/>
              <a:gdLst>
                <a:gd name="T0" fmla="*/ 62 w 1988"/>
                <a:gd name="T1" fmla="*/ 1307 h 1842"/>
                <a:gd name="T2" fmla="*/ 0 w 1988"/>
                <a:gd name="T3" fmla="*/ 933 h 1842"/>
                <a:gd name="T4" fmla="*/ 120 w 1988"/>
                <a:gd name="T5" fmla="*/ 423 h 1842"/>
                <a:gd name="T6" fmla="*/ 518 w 1988"/>
                <a:gd name="T7" fmla="*/ 91 h 1842"/>
                <a:gd name="T8" fmla="*/ 1033 w 1988"/>
                <a:gd name="T9" fmla="*/ 0 h 1842"/>
                <a:gd name="T10" fmla="*/ 1618 w 1988"/>
                <a:gd name="T11" fmla="*/ 125 h 1842"/>
                <a:gd name="T12" fmla="*/ 1950 w 1988"/>
                <a:gd name="T13" fmla="*/ 531 h 1842"/>
                <a:gd name="T14" fmla="*/ 1966 w 1988"/>
                <a:gd name="T15" fmla="*/ 643 h 1842"/>
                <a:gd name="T16" fmla="*/ 1481 w 1988"/>
                <a:gd name="T17" fmla="*/ 643 h 1842"/>
                <a:gd name="T18" fmla="*/ 1456 w 1988"/>
                <a:gd name="T19" fmla="*/ 506 h 1842"/>
                <a:gd name="T20" fmla="*/ 1240 w 1988"/>
                <a:gd name="T21" fmla="*/ 303 h 1842"/>
                <a:gd name="T22" fmla="*/ 1037 w 1988"/>
                <a:gd name="T23" fmla="*/ 274 h 1842"/>
                <a:gd name="T24" fmla="*/ 809 w 1988"/>
                <a:gd name="T25" fmla="*/ 315 h 1842"/>
                <a:gd name="T26" fmla="*/ 556 w 1988"/>
                <a:gd name="T27" fmla="*/ 573 h 1842"/>
                <a:gd name="T28" fmla="*/ 494 w 1988"/>
                <a:gd name="T29" fmla="*/ 942 h 1842"/>
                <a:gd name="T30" fmla="*/ 539 w 1988"/>
                <a:gd name="T31" fmla="*/ 1249 h 1842"/>
                <a:gd name="T32" fmla="*/ 792 w 1988"/>
                <a:gd name="T33" fmla="*/ 1527 h 1842"/>
                <a:gd name="T34" fmla="*/ 1041 w 1988"/>
                <a:gd name="T35" fmla="*/ 1572 h 1842"/>
                <a:gd name="T36" fmla="*/ 1257 w 1988"/>
                <a:gd name="T37" fmla="*/ 1539 h 1842"/>
                <a:gd name="T38" fmla="*/ 1460 w 1988"/>
                <a:gd name="T39" fmla="*/ 1356 h 1842"/>
                <a:gd name="T40" fmla="*/ 1497 w 1988"/>
                <a:gd name="T41" fmla="*/ 1170 h 1842"/>
                <a:gd name="T42" fmla="*/ 1987 w 1988"/>
                <a:gd name="T43" fmla="*/ 1170 h 1842"/>
                <a:gd name="T44" fmla="*/ 1962 w 1988"/>
                <a:gd name="T45" fmla="*/ 1336 h 1842"/>
                <a:gd name="T46" fmla="*/ 1638 w 1988"/>
                <a:gd name="T47" fmla="*/ 1721 h 1842"/>
                <a:gd name="T48" fmla="*/ 1041 w 1988"/>
                <a:gd name="T49" fmla="*/ 1841 h 1842"/>
                <a:gd name="T50" fmla="*/ 568 w 1988"/>
                <a:gd name="T51" fmla="*/ 1771 h 1842"/>
                <a:gd name="T52" fmla="*/ 62 w 1988"/>
                <a:gd name="T53" fmla="*/ 1307 h 1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988" h="1842">
                  <a:moveTo>
                    <a:pt x="62" y="1307"/>
                  </a:moveTo>
                  <a:cubicBezTo>
                    <a:pt x="21" y="1191"/>
                    <a:pt x="0" y="1066"/>
                    <a:pt x="0" y="933"/>
                  </a:cubicBezTo>
                  <a:cubicBezTo>
                    <a:pt x="0" y="751"/>
                    <a:pt x="33" y="573"/>
                    <a:pt x="120" y="423"/>
                  </a:cubicBezTo>
                  <a:cubicBezTo>
                    <a:pt x="211" y="270"/>
                    <a:pt x="348" y="154"/>
                    <a:pt x="518" y="91"/>
                  </a:cubicBezTo>
                  <a:cubicBezTo>
                    <a:pt x="680" y="33"/>
                    <a:pt x="850" y="0"/>
                    <a:pt x="1033" y="0"/>
                  </a:cubicBezTo>
                  <a:cubicBezTo>
                    <a:pt x="1240" y="0"/>
                    <a:pt x="1439" y="46"/>
                    <a:pt x="1618" y="125"/>
                  </a:cubicBezTo>
                  <a:cubicBezTo>
                    <a:pt x="1784" y="195"/>
                    <a:pt x="1912" y="349"/>
                    <a:pt x="1950" y="531"/>
                  </a:cubicBezTo>
                  <a:cubicBezTo>
                    <a:pt x="1958" y="568"/>
                    <a:pt x="1962" y="606"/>
                    <a:pt x="1966" y="643"/>
                  </a:cubicBezTo>
                  <a:lnTo>
                    <a:pt x="1481" y="643"/>
                  </a:lnTo>
                  <a:cubicBezTo>
                    <a:pt x="1481" y="597"/>
                    <a:pt x="1472" y="552"/>
                    <a:pt x="1456" y="506"/>
                  </a:cubicBezTo>
                  <a:cubicBezTo>
                    <a:pt x="1419" y="411"/>
                    <a:pt x="1340" y="332"/>
                    <a:pt x="1240" y="303"/>
                  </a:cubicBezTo>
                  <a:cubicBezTo>
                    <a:pt x="1174" y="282"/>
                    <a:pt x="1107" y="274"/>
                    <a:pt x="1037" y="274"/>
                  </a:cubicBezTo>
                  <a:cubicBezTo>
                    <a:pt x="958" y="274"/>
                    <a:pt x="879" y="286"/>
                    <a:pt x="809" y="315"/>
                  </a:cubicBezTo>
                  <a:cubicBezTo>
                    <a:pt x="688" y="357"/>
                    <a:pt x="597" y="452"/>
                    <a:pt x="556" y="573"/>
                  </a:cubicBezTo>
                  <a:cubicBezTo>
                    <a:pt x="514" y="689"/>
                    <a:pt x="494" y="813"/>
                    <a:pt x="494" y="942"/>
                  </a:cubicBezTo>
                  <a:cubicBezTo>
                    <a:pt x="494" y="1050"/>
                    <a:pt x="510" y="1153"/>
                    <a:pt x="539" y="1249"/>
                  </a:cubicBezTo>
                  <a:cubicBezTo>
                    <a:pt x="572" y="1377"/>
                    <a:pt x="672" y="1481"/>
                    <a:pt x="792" y="1527"/>
                  </a:cubicBezTo>
                  <a:cubicBezTo>
                    <a:pt x="871" y="1556"/>
                    <a:pt x="954" y="1572"/>
                    <a:pt x="1041" y="1572"/>
                  </a:cubicBezTo>
                  <a:cubicBezTo>
                    <a:pt x="1116" y="1572"/>
                    <a:pt x="1186" y="1560"/>
                    <a:pt x="1257" y="1539"/>
                  </a:cubicBezTo>
                  <a:cubicBezTo>
                    <a:pt x="1348" y="1510"/>
                    <a:pt x="1423" y="1444"/>
                    <a:pt x="1460" y="1356"/>
                  </a:cubicBezTo>
                  <a:cubicBezTo>
                    <a:pt x="1485" y="1298"/>
                    <a:pt x="1497" y="1236"/>
                    <a:pt x="1497" y="1170"/>
                  </a:cubicBezTo>
                  <a:lnTo>
                    <a:pt x="1987" y="1170"/>
                  </a:lnTo>
                  <a:cubicBezTo>
                    <a:pt x="1983" y="1228"/>
                    <a:pt x="1974" y="1282"/>
                    <a:pt x="1962" y="1336"/>
                  </a:cubicBezTo>
                  <a:cubicBezTo>
                    <a:pt x="1920" y="1510"/>
                    <a:pt x="1800" y="1655"/>
                    <a:pt x="1638" y="1721"/>
                  </a:cubicBezTo>
                  <a:cubicBezTo>
                    <a:pt x="1456" y="1800"/>
                    <a:pt x="1253" y="1841"/>
                    <a:pt x="1041" y="1841"/>
                  </a:cubicBezTo>
                  <a:cubicBezTo>
                    <a:pt x="875" y="1841"/>
                    <a:pt x="718" y="1817"/>
                    <a:pt x="568" y="1771"/>
                  </a:cubicBezTo>
                  <a:cubicBezTo>
                    <a:pt x="336" y="1692"/>
                    <a:pt x="137" y="1527"/>
                    <a:pt x="62" y="1307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52" name="Freeform 8">
              <a:extLst>
                <a:ext uri="{FF2B5EF4-FFF2-40B4-BE49-F238E27FC236}">
                  <a16:creationId xmlns:a16="http://schemas.microsoft.com/office/drawing/2014/main" id="{EABC7E9E-35E8-4777-856D-93FE2962FB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1138" y="4083050"/>
              <a:ext cx="153987" cy="398463"/>
            </a:xfrm>
            <a:custGeom>
              <a:avLst/>
              <a:gdLst>
                <a:gd name="T0" fmla="*/ 415 w 428"/>
                <a:gd name="T1" fmla="*/ 0 h 1109"/>
                <a:gd name="T2" fmla="*/ 0 w 428"/>
                <a:gd name="T3" fmla="*/ 38 h 1109"/>
                <a:gd name="T4" fmla="*/ 0 w 428"/>
                <a:gd name="T5" fmla="*/ 100 h 1109"/>
                <a:gd name="T6" fmla="*/ 12 w 428"/>
                <a:gd name="T7" fmla="*/ 100 h 1109"/>
                <a:gd name="T8" fmla="*/ 178 w 428"/>
                <a:gd name="T9" fmla="*/ 241 h 1109"/>
                <a:gd name="T10" fmla="*/ 178 w 428"/>
                <a:gd name="T11" fmla="*/ 1108 h 1109"/>
                <a:gd name="T12" fmla="*/ 427 w 428"/>
                <a:gd name="T13" fmla="*/ 1108 h 1109"/>
                <a:gd name="T14" fmla="*/ 427 w 428"/>
                <a:gd name="T15" fmla="*/ 0 h 1109"/>
                <a:gd name="T16" fmla="*/ 415 w 428"/>
                <a:gd name="T17" fmla="*/ 0 h 1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8" h="1109">
                  <a:moveTo>
                    <a:pt x="415" y="0"/>
                  </a:moveTo>
                  <a:lnTo>
                    <a:pt x="0" y="38"/>
                  </a:lnTo>
                  <a:lnTo>
                    <a:pt x="0" y="100"/>
                  </a:lnTo>
                  <a:lnTo>
                    <a:pt x="12" y="100"/>
                  </a:lnTo>
                  <a:cubicBezTo>
                    <a:pt x="178" y="121"/>
                    <a:pt x="178" y="121"/>
                    <a:pt x="178" y="241"/>
                  </a:cubicBezTo>
                  <a:lnTo>
                    <a:pt x="178" y="1108"/>
                  </a:lnTo>
                  <a:lnTo>
                    <a:pt x="427" y="1108"/>
                  </a:lnTo>
                  <a:lnTo>
                    <a:pt x="427" y="0"/>
                  </a:lnTo>
                  <a:lnTo>
                    <a:pt x="41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53" name="Freeform 9">
              <a:extLst>
                <a:ext uri="{FF2B5EF4-FFF2-40B4-BE49-F238E27FC236}">
                  <a16:creationId xmlns:a16="http://schemas.microsoft.com/office/drawing/2014/main" id="{77A7E2E3-8798-42F9-B5B2-C142389852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6088" y="4198938"/>
              <a:ext cx="315912" cy="282575"/>
            </a:xfrm>
            <a:custGeom>
              <a:avLst/>
              <a:gdLst>
                <a:gd name="T0" fmla="*/ 643 w 876"/>
                <a:gd name="T1" fmla="*/ 4 h 785"/>
                <a:gd name="T2" fmla="*/ 353 w 876"/>
                <a:gd name="T3" fmla="*/ 170 h 785"/>
                <a:gd name="T4" fmla="*/ 353 w 876"/>
                <a:gd name="T5" fmla="*/ 0 h 785"/>
                <a:gd name="T6" fmla="*/ 336 w 876"/>
                <a:gd name="T7" fmla="*/ 4 h 785"/>
                <a:gd name="T8" fmla="*/ 0 w 876"/>
                <a:gd name="T9" fmla="*/ 58 h 785"/>
                <a:gd name="T10" fmla="*/ 0 w 876"/>
                <a:gd name="T11" fmla="*/ 116 h 785"/>
                <a:gd name="T12" fmla="*/ 17 w 876"/>
                <a:gd name="T13" fmla="*/ 116 h 785"/>
                <a:gd name="T14" fmla="*/ 145 w 876"/>
                <a:gd name="T15" fmla="*/ 240 h 785"/>
                <a:gd name="T16" fmla="*/ 145 w 876"/>
                <a:gd name="T17" fmla="*/ 784 h 785"/>
                <a:gd name="T18" fmla="*/ 353 w 876"/>
                <a:gd name="T19" fmla="*/ 784 h 785"/>
                <a:gd name="T20" fmla="*/ 353 w 876"/>
                <a:gd name="T21" fmla="*/ 386 h 785"/>
                <a:gd name="T22" fmla="*/ 560 w 876"/>
                <a:gd name="T23" fmla="*/ 141 h 785"/>
                <a:gd name="T24" fmla="*/ 664 w 876"/>
                <a:gd name="T25" fmla="*/ 361 h 785"/>
                <a:gd name="T26" fmla="*/ 664 w 876"/>
                <a:gd name="T27" fmla="*/ 784 h 785"/>
                <a:gd name="T28" fmla="*/ 871 w 876"/>
                <a:gd name="T29" fmla="*/ 784 h 785"/>
                <a:gd name="T30" fmla="*/ 871 w 876"/>
                <a:gd name="T31" fmla="*/ 240 h 785"/>
                <a:gd name="T32" fmla="*/ 643 w 876"/>
                <a:gd name="T33" fmla="*/ 4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6" h="785">
                  <a:moveTo>
                    <a:pt x="643" y="4"/>
                  </a:moveTo>
                  <a:cubicBezTo>
                    <a:pt x="490" y="4"/>
                    <a:pt x="398" y="108"/>
                    <a:pt x="353" y="170"/>
                  </a:cubicBezTo>
                  <a:cubicBezTo>
                    <a:pt x="353" y="112"/>
                    <a:pt x="353" y="0"/>
                    <a:pt x="353" y="0"/>
                  </a:cubicBezTo>
                  <a:lnTo>
                    <a:pt x="336" y="4"/>
                  </a:lnTo>
                  <a:lnTo>
                    <a:pt x="0" y="58"/>
                  </a:lnTo>
                  <a:lnTo>
                    <a:pt x="0" y="116"/>
                  </a:lnTo>
                  <a:lnTo>
                    <a:pt x="17" y="116"/>
                  </a:lnTo>
                  <a:cubicBezTo>
                    <a:pt x="124" y="120"/>
                    <a:pt x="145" y="141"/>
                    <a:pt x="145" y="240"/>
                  </a:cubicBezTo>
                  <a:lnTo>
                    <a:pt x="145" y="784"/>
                  </a:lnTo>
                  <a:lnTo>
                    <a:pt x="353" y="784"/>
                  </a:lnTo>
                  <a:lnTo>
                    <a:pt x="353" y="386"/>
                  </a:lnTo>
                  <a:cubicBezTo>
                    <a:pt x="353" y="278"/>
                    <a:pt x="452" y="141"/>
                    <a:pt x="560" y="141"/>
                  </a:cubicBezTo>
                  <a:cubicBezTo>
                    <a:pt x="660" y="141"/>
                    <a:pt x="664" y="224"/>
                    <a:pt x="664" y="361"/>
                  </a:cubicBezTo>
                  <a:lnTo>
                    <a:pt x="664" y="784"/>
                  </a:lnTo>
                  <a:lnTo>
                    <a:pt x="871" y="784"/>
                  </a:lnTo>
                  <a:lnTo>
                    <a:pt x="871" y="240"/>
                  </a:lnTo>
                  <a:cubicBezTo>
                    <a:pt x="875" y="87"/>
                    <a:pt x="792" y="4"/>
                    <a:pt x="643" y="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54" name="Freeform 10">
              <a:extLst>
                <a:ext uri="{FF2B5EF4-FFF2-40B4-BE49-F238E27FC236}">
                  <a16:creationId xmlns:a16="http://schemas.microsoft.com/office/drawing/2014/main" id="{A262A6E2-36EF-42E9-AC5F-3733B028CD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6138" y="4200525"/>
              <a:ext cx="212725" cy="288925"/>
            </a:xfrm>
            <a:custGeom>
              <a:avLst/>
              <a:gdLst>
                <a:gd name="T0" fmla="*/ 348 w 590"/>
                <a:gd name="T1" fmla="*/ 303 h 802"/>
                <a:gd name="T2" fmla="*/ 195 w 590"/>
                <a:gd name="T3" fmla="*/ 170 h 802"/>
                <a:gd name="T4" fmla="*/ 307 w 590"/>
                <a:gd name="T5" fmla="*/ 100 h 802"/>
                <a:gd name="T6" fmla="*/ 502 w 590"/>
                <a:gd name="T7" fmla="*/ 166 h 802"/>
                <a:gd name="T8" fmla="*/ 535 w 590"/>
                <a:gd name="T9" fmla="*/ 187 h 802"/>
                <a:gd name="T10" fmla="*/ 535 w 590"/>
                <a:gd name="T11" fmla="*/ 162 h 802"/>
                <a:gd name="T12" fmla="*/ 535 w 590"/>
                <a:gd name="T13" fmla="*/ 33 h 802"/>
                <a:gd name="T14" fmla="*/ 506 w 590"/>
                <a:gd name="T15" fmla="*/ 25 h 802"/>
                <a:gd name="T16" fmla="*/ 315 w 590"/>
                <a:gd name="T17" fmla="*/ 0 h 802"/>
                <a:gd name="T18" fmla="*/ 0 w 590"/>
                <a:gd name="T19" fmla="*/ 224 h 802"/>
                <a:gd name="T20" fmla="*/ 228 w 590"/>
                <a:gd name="T21" fmla="*/ 465 h 802"/>
                <a:gd name="T22" fmla="*/ 390 w 590"/>
                <a:gd name="T23" fmla="*/ 606 h 802"/>
                <a:gd name="T24" fmla="*/ 249 w 590"/>
                <a:gd name="T25" fmla="*/ 697 h 802"/>
                <a:gd name="T26" fmla="*/ 20 w 590"/>
                <a:gd name="T27" fmla="*/ 618 h 802"/>
                <a:gd name="T28" fmla="*/ 0 w 590"/>
                <a:gd name="T29" fmla="*/ 606 h 802"/>
                <a:gd name="T30" fmla="*/ 0 w 590"/>
                <a:gd name="T31" fmla="*/ 767 h 802"/>
                <a:gd name="T32" fmla="*/ 16 w 590"/>
                <a:gd name="T33" fmla="*/ 771 h 802"/>
                <a:gd name="T34" fmla="*/ 244 w 590"/>
                <a:gd name="T35" fmla="*/ 801 h 802"/>
                <a:gd name="T36" fmla="*/ 580 w 590"/>
                <a:gd name="T37" fmla="*/ 568 h 802"/>
                <a:gd name="T38" fmla="*/ 348 w 590"/>
                <a:gd name="T39" fmla="*/ 303 h 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90" h="802">
                  <a:moveTo>
                    <a:pt x="348" y="303"/>
                  </a:moveTo>
                  <a:cubicBezTo>
                    <a:pt x="265" y="261"/>
                    <a:pt x="195" y="228"/>
                    <a:pt x="195" y="170"/>
                  </a:cubicBezTo>
                  <a:cubicBezTo>
                    <a:pt x="195" y="104"/>
                    <a:pt x="274" y="100"/>
                    <a:pt x="307" y="100"/>
                  </a:cubicBezTo>
                  <a:cubicBezTo>
                    <a:pt x="394" y="100"/>
                    <a:pt x="468" y="145"/>
                    <a:pt x="502" y="166"/>
                  </a:cubicBezTo>
                  <a:lnTo>
                    <a:pt x="535" y="187"/>
                  </a:lnTo>
                  <a:lnTo>
                    <a:pt x="535" y="162"/>
                  </a:lnTo>
                  <a:lnTo>
                    <a:pt x="535" y="33"/>
                  </a:lnTo>
                  <a:lnTo>
                    <a:pt x="506" y="25"/>
                  </a:lnTo>
                  <a:cubicBezTo>
                    <a:pt x="468" y="17"/>
                    <a:pt x="398" y="0"/>
                    <a:pt x="315" y="0"/>
                  </a:cubicBezTo>
                  <a:cubicBezTo>
                    <a:pt x="120" y="0"/>
                    <a:pt x="0" y="83"/>
                    <a:pt x="0" y="224"/>
                  </a:cubicBezTo>
                  <a:cubicBezTo>
                    <a:pt x="0" y="353"/>
                    <a:pt x="124" y="411"/>
                    <a:pt x="228" y="465"/>
                  </a:cubicBezTo>
                  <a:cubicBezTo>
                    <a:pt x="311" y="506"/>
                    <a:pt x="390" y="543"/>
                    <a:pt x="390" y="606"/>
                  </a:cubicBezTo>
                  <a:cubicBezTo>
                    <a:pt x="390" y="664"/>
                    <a:pt x="340" y="697"/>
                    <a:pt x="249" y="697"/>
                  </a:cubicBezTo>
                  <a:cubicBezTo>
                    <a:pt x="149" y="697"/>
                    <a:pt x="70" y="647"/>
                    <a:pt x="20" y="618"/>
                  </a:cubicBezTo>
                  <a:lnTo>
                    <a:pt x="0" y="606"/>
                  </a:lnTo>
                  <a:lnTo>
                    <a:pt x="0" y="767"/>
                  </a:lnTo>
                  <a:lnTo>
                    <a:pt x="16" y="771"/>
                  </a:lnTo>
                  <a:cubicBezTo>
                    <a:pt x="58" y="780"/>
                    <a:pt x="137" y="801"/>
                    <a:pt x="244" y="801"/>
                  </a:cubicBezTo>
                  <a:cubicBezTo>
                    <a:pt x="456" y="801"/>
                    <a:pt x="580" y="713"/>
                    <a:pt x="580" y="568"/>
                  </a:cubicBezTo>
                  <a:cubicBezTo>
                    <a:pt x="589" y="419"/>
                    <a:pt x="460" y="357"/>
                    <a:pt x="348" y="303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55" name="Freeform 11">
              <a:extLst>
                <a:ext uri="{FF2B5EF4-FFF2-40B4-BE49-F238E27FC236}">
                  <a16:creationId xmlns:a16="http://schemas.microsoft.com/office/drawing/2014/main" id="{ED1A5660-E2FF-431A-A3B5-DC0B741B03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5375" y="4198938"/>
              <a:ext cx="325438" cy="396875"/>
            </a:xfrm>
            <a:custGeom>
              <a:avLst/>
              <a:gdLst>
                <a:gd name="T0" fmla="*/ 577 w 906"/>
                <a:gd name="T1" fmla="*/ 4 h 1104"/>
                <a:gd name="T2" fmla="*/ 357 w 906"/>
                <a:gd name="T3" fmla="*/ 112 h 1104"/>
                <a:gd name="T4" fmla="*/ 357 w 906"/>
                <a:gd name="T5" fmla="*/ 0 h 1104"/>
                <a:gd name="T6" fmla="*/ 336 w 906"/>
                <a:gd name="T7" fmla="*/ 4 h 1104"/>
                <a:gd name="T8" fmla="*/ 0 w 906"/>
                <a:gd name="T9" fmla="*/ 58 h 1104"/>
                <a:gd name="T10" fmla="*/ 0 w 906"/>
                <a:gd name="T11" fmla="*/ 116 h 1104"/>
                <a:gd name="T12" fmla="*/ 13 w 906"/>
                <a:gd name="T13" fmla="*/ 116 h 1104"/>
                <a:gd name="T14" fmla="*/ 137 w 906"/>
                <a:gd name="T15" fmla="*/ 240 h 1104"/>
                <a:gd name="T16" fmla="*/ 137 w 906"/>
                <a:gd name="T17" fmla="*/ 1103 h 1104"/>
                <a:gd name="T18" fmla="*/ 345 w 906"/>
                <a:gd name="T19" fmla="*/ 1103 h 1104"/>
                <a:gd name="T20" fmla="*/ 345 w 906"/>
                <a:gd name="T21" fmla="*/ 709 h 1104"/>
                <a:gd name="T22" fmla="*/ 560 w 906"/>
                <a:gd name="T23" fmla="*/ 800 h 1104"/>
                <a:gd name="T24" fmla="*/ 896 w 906"/>
                <a:gd name="T25" fmla="*/ 390 h 1104"/>
                <a:gd name="T26" fmla="*/ 577 w 906"/>
                <a:gd name="T27" fmla="*/ 4 h 1104"/>
                <a:gd name="T28" fmla="*/ 515 w 906"/>
                <a:gd name="T29" fmla="*/ 120 h 1104"/>
                <a:gd name="T30" fmla="*/ 672 w 906"/>
                <a:gd name="T31" fmla="*/ 394 h 1104"/>
                <a:gd name="T32" fmla="*/ 515 w 906"/>
                <a:gd name="T33" fmla="*/ 688 h 1104"/>
                <a:gd name="T34" fmla="*/ 349 w 906"/>
                <a:gd name="T35" fmla="*/ 456 h 1104"/>
                <a:gd name="T36" fmla="*/ 349 w 906"/>
                <a:gd name="T37" fmla="*/ 390 h 1104"/>
                <a:gd name="T38" fmla="*/ 515 w 906"/>
                <a:gd name="T39" fmla="*/ 120 h 1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06" h="1104">
                  <a:moveTo>
                    <a:pt x="577" y="4"/>
                  </a:moveTo>
                  <a:cubicBezTo>
                    <a:pt x="498" y="4"/>
                    <a:pt x="424" y="41"/>
                    <a:pt x="357" y="112"/>
                  </a:cubicBezTo>
                  <a:cubicBezTo>
                    <a:pt x="357" y="75"/>
                    <a:pt x="357" y="0"/>
                    <a:pt x="357" y="0"/>
                  </a:cubicBezTo>
                  <a:lnTo>
                    <a:pt x="336" y="4"/>
                  </a:lnTo>
                  <a:lnTo>
                    <a:pt x="0" y="58"/>
                  </a:lnTo>
                  <a:lnTo>
                    <a:pt x="0" y="116"/>
                  </a:lnTo>
                  <a:lnTo>
                    <a:pt x="13" y="116"/>
                  </a:lnTo>
                  <a:cubicBezTo>
                    <a:pt x="117" y="120"/>
                    <a:pt x="137" y="141"/>
                    <a:pt x="137" y="240"/>
                  </a:cubicBezTo>
                  <a:lnTo>
                    <a:pt x="137" y="1103"/>
                  </a:lnTo>
                  <a:lnTo>
                    <a:pt x="345" y="1103"/>
                  </a:lnTo>
                  <a:cubicBezTo>
                    <a:pt x="345" y="1103"/>
                    <a:pt x="345" y="775"/>
                    <a:pt x="345" y="709"/>
                  </a:cubicBezTo>
                  <a:cubicBezTo>
                    <a:pt x="382" y="755"/>
                    <a:pt x="444" y="800"/>
                    <a:pt x="560" y="800"/>
                  </a:cubicBezTo>
                  <a:cubicBezTo>
                    <a:pt x="780" y="800"/>
                    <a:pt x="896" y="659"/>
                    <a:pt x="896" y="390"/>
                  </a:cubicBezTo>
                  <a:cubicBezTo>
                    <a:pt x="905" y="145"/>
                    <a:pt x="784" y="4"/>
                    <a:pt x="577" y="4"/>
                  </a:cubicBezTo>
                  <a:close/>
                  <a:moveTo>
                    <a:pt x="515" y="120"/>
                  </a:moveTo>
                  <a:cubicBezTo>
                    <a:pt x="656" y="120"/>
                    <a:pt x="672" y="274"/>
                    <a:pt x="672" y="394"/>
                  </a:cubicBezTo>
                  <a:cubicBezTo>
                    <a:pt x="672" y="593"/>
                    <a:pt x="623" y="688"/>
                    <a:pt x="515" y="688"/>
                  </a:cubicBezTo>
                  <a:cubicBezTo>
                    <a:pt x="378" y="688"/>
                    <a:pt x="349" y="560"/>
                    <a:pt x="349" y="456"/>
                  </a:cubicBezTo>
                  <a:lnTo>
                    <a:pt x="349" y="390"/>
                  </a:lnTo>
                  <a:cubicBezTo>
                    <a:pt x="353" y="307"/>
                    <a:pt x="370" y="120"/>
                    <a:pt x="515" y="120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59" name="Freeform 12">
              <a:extLst>
                <a:ext uri="{FF2B5EF4-FFF2-40B4-BE49-F238E27FC236}">
                  <a16:creationId xmlns:a16="http://schemas.microsoft.com/office/drawing/2014/main" id="{2612C7B6-D700-4A43-AA35-7DBE2B49F5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3200" y="4198938"/>
              <a:ext cx="123825" cy="282575"/>
            </a:xfrm>
            <a:custGeom>
              <a:avLst/>
              <a:gdLst>
                <a:gd name="T0" fmla="*/ 0 w 345"/>
                <a:gd name="T1" fmla="*/ 58 h 785"/>
                <a:gd name="T2" fmla="*/ 0 w 345"/>
                <a:gd name="T3" fmla="*/ 116 h 785"/>
                <a:gd name="T4" fmla="*/ 12 w 345"/>
                <a:gd name="T5" fmla="*/ 116 h 785"/>
                <a:gd name="T6" fmla="*/ 137 w 345"/>
                <a:gd name="T7" fmla="*/ 240 h 785"/>
                <a:gd name="T8" fmla="*/ 137 w 345"/>
                <a:gd name="T9" fmla="*/ 784 h 785"/>
                <a:gd name="T10" fmla="*/ 344 w 345"/>
                <a:gd name="T11" fmla="*/ 784 h 785"/>
                <a:gd name="T12" fmla="*/ 344 w 345"/>
                <a:gd name="T13" fmla="*/ 0 h 785"/>
                <a:gd name="T14" fmla="*/ 328 w 345"/>
                <a:gd name="T15" fmla="*/ 4 h 785"/>
                <a:gd name="T16" fmla="*/ 0 w 345"/>
                <a:gd name="T17" fmla="*/ 58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5" h="785">
                  <a:moveTo>
                    <a:pt x="0" y="58"/>
                  </a:moveTo>
                  <a:lnTo>
                    <a:pt x="0" y="116"/>
                  </a:lnTo>
                  <a:lnTo>
                    <a:pt x="12" y="116"/>
                  </a:lnTo>
                  <a:cubicBezTo>
                    <a:pt x="116" y="120"/>
                    <a:pt x="137" y="141"/>
                    <a:pt x="137" y="240"/>
                  </a:cubicBezTo>
                  <a:lnTo>
                    <a:pt x="137" y="784"/>
                  </a:lnTo>
                  <a:lnTo>
                    <a:pt x="344" y="784"/>
                  </a:lnTo>
                  <a:lnTo>
                    <a:pt x="344" y="0"/>
                  </a:lnTo>
                  <a:lnTo>
                    <a:pt x="328" y="4"/>
                  </a:lnTo>
                  <a:lnTo>
                    <a:pt x="0" y="5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0" name="Freeform 13">
              <a:extLst>
                <a:ext uri="{FF2B5EF4-FFF2-40B4-BE49-F238E27FC236}">
                  <a16:creationId xmlns:a16="http://schemas.microsoft.com/office/drawing/2014/main" id="{DF7B77CE-5AB1-4EAD-812F-F58BACB49D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6063" y="4084638"/>
              <a:ext cx="93662" cy="82550"/>
            </a:xfrm>
            <a:custGeom>
              <a:avLst/>
              <a:gdLst>
                <a:gd name="T0" fmla="*/ 129 w 262"/>
                <a:gd name="T1" fmla="*/ 228 h 229"/>
                <a:gd name="T2" fmla="*/ 261 w 262"/>
                <a:gd name="T3" fmla="*/ 112 h 229"/>
                <a:gd name="T4" fmla="*/ 133 w 262"/>
                <a:gd name="T5" fmla="*/ 0 h 229"/>
                <a:gd name="T6" fmla="*/ 4 w 262"/>
                <a:gd name="T7" fmla="*/ 112 h 229"/>
                <a:gd name="T8" fmla="*/ 129 w 262"/>
                <a:gd name="T9" fmla="*/ 228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2" h="229">
                  <a:moveTo>
                    <a:pt x="129" y="228"/>
                  </a:moveTo>
                  <a:cubicBezTo>
                    <a:pt x="199" y="228"/>
                    <a:pt x="261" y="178"/>
                    <a:pt x="261" y="112"/>
                  </a:cubicBezTo>
                  <a:cubicBezTo>
                    <a:pt x="261" y="49"/>
                    <a:pt x="203" y="0"/>
                    <a:pt x="133" y="0"/>
                  </a:cubicBezTo>
                  <a:cubicBezTo>
                    <a:pt x="62" y="0"/>
                    <a:pt x="4" y="49"/>
                    <a:pt x="4" y="112"/>
                  </a:cubicBezTo>
                  <a:cubicBezTo>
                    <a:pt x="0" y="178"/>
                    <a:pt x="58" y="228"/>
                    <a:pt x="129" y="22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1" name="Freeform 14">
              <a:extLst>
                <a:ext uri="{FF2B5EF4-FFF2-40B4-BE49-F238E27FC236}">
                  <a16:creationId xmlns:a16="http://schemas.microsoft.com/office/drawing/2014/main" id="{B9E01117-24E7-449D-BEE1-2A1B2F3F39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638" y="4200525"/>
              <a:ext cx="244475" cy="280988"/>
            </a:xfrm>
            <a:custGeom>
              <a:avLst/>
              <a:gdLst>
                <a:gd name="T0" fmla="*/ 676 w 677"/>
                <a:gd name="T1" fmla="*/ 174 h 781"/>
                <a:gd name="T2" fmla="*/ 676 w 677"/>
                <a:gd name="T3" fmla="*/ 12 h 781"/>
                <a:gd name="T4" fmla="*/ 663 w 677"/>
                <a:gd name="T5" fmla="*/ 12 h 781"/>
                <a:gd name="T6" fmla="*/ 564 w 677"/>
                <a:gd name="T7" fmla="*/ 4 h 781"/>
                <a:gd name="T8" fmla="*/ 348 w 677"/>
                <a:gd name="T9" fmla="*/ 158 h 781"/>
                <a:gd name="T10" fmla="*/ 348 w 677"/>
                <a:gd name="T11" fmla="*/ 0 h 781"/>
                <a:gd name="T12" fmla="*/ 331 w 677"/>
                <a:gd name="T13" fmla="*/ 0 h 781"/>
                <a:gd name="T14" fmla="*/ 0 w 677"/>
                <a:gd name="T15" fmla="*/ 54 h 781"/>
                <a:gd name="T16" fmla="*/ 0 w 677"/>
                <a:gd name="T17" fmla="*/ 112 h 781"/>
                <a:gd name="T18" fmla="*/ 12 w 677"/>
                <a:gd name="T19" fmla="*/ 112 h 781"/>
                <a:gd name="T20" fmla="*/ 141 w 677"/>
                <a:gd name="T21" fmla="*/ 236 h 781"/>
                <a:gd name="T22" fmla="*/ 141 w 677"/>
                <a:gd name="T23" fmla="*/ 780 h 781"/>
                <a:gd name="T24" fmla="*/ 348 w 677"/>
                <a:gd name="T25" fmla="*/ 780 h 781"/>
                <a:gd name="T26" fmla="*/ 348 w 677"/>
                <a:gd name="T27" fmla="*/ 390 h 781"/>
                <a:gd name="T28" fmla="*/ 568 w 677"/>
                <a:gd name="T29" fmla="*/ 170 h 781"/>
                <a:gd name="T30" fmla="*/ 643 w 677"/>
                <a:gd name="T31" fmla="*/ 183 h 781"/>
                <a:gd name="T32" fmla="*/ 676 w 677"/>
                <a:gd name="T33" fmla="*/ 191 h 781"/>
                <a:gd name="T34" fmla="*/ 676 w 677"/>
                <a:gd name="T35" fmla="*/ 174 h 7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77" h="781">
                  <a:moveTo>
                    <a:pt x="676" y="174"/>
                  </a:moveTo>
                  <a:lnTo>
                    <a:pt x="676" y="12"/>
                  </a:lnTo>
                  <a:lnTo>
                    <a:pt x="663" y="12"/>
                  </a:lnTo>
                  <a:cubicBezTo>
                    <a:pt x="630" y="8"/>
                    <a:pt x="593" y="4"/>
                    <a:pt x="564" y="4"/>
                  </a:cubicBezTo>
                  <a:cubicBezTo>
                    <a:pt x="443" y="4"/>
                    <a:pt x="381" y="91"/>
                    <a:pt x="348" y="158"/>
                  </a:cubicBezTo>
                  <a:cubicBezTo>
                    <a:pt x="348" y="95"/>
                    <a:pt x="348" y="0"/>
                    <a:pt x="348" y="0"/>
                  </a:cubicBezTo>
                  <a:lnTo>
                    <a:pt x="331" y="0"/>
                  </a:lnTo>
                  <a:lnTo>
                    <a:pt x="0" y="54"/>
                  </a:lnTo>
                  <a:lnTo>
                    <a:pt x="0" y="112"/>
                  </a:lnTo>
                  <a:lnTo>
                    <a:pt x="12" y="112"/>
                  </a:lnTo>
                  <a:cubicBezTo>
                    <a:pt x="116" y="116"/>
                    <a:pt x="141" y="137"/>
                    <a:pt x="141" y="236"/>
                  </a:cubicBezTo>
                  <a:lnTo>
                    <a:pt x="141" y="780"/>
                  </a:lnTo>
                  <a:lnTo>
                    <a:pt x="348" y="780"/>
                  </a:lnTo>
                  <a:lnTo>
                    <a:pt x="348" y="390"/>
                  </a:lnTo>
                  <a:cubicBezTo>
                    <a:pt x="348" y="324"/>
                    <a:pt x="369" y="170"/>
                    <a:pt x="568" y="170"/>
                  </a:cubicBezTo>
                  <a:cubicBezTo>
                    <a:pt x="593" y="170"/>
                    <a:pt x="618" y="178"/>
                    <a:pt x="643" y="183"/>
                  </a:cubicBezTo>
                  <a:lnTo>
                    <a:pt x="676" y="191"/>
                  </a:lnTo>
                  <a:lnTo>
                    <a:pt x="676" y="17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2" name="Freeform 15">
              <a:extLst>
                <a:ext uri="{FF2B5EF4-FFF2-40B4-BE49-F238E27FC236}">
                  <a16:creationId xmlns:a16="http://schemas.microsoft.com/office/drawing/2014/main" id="{EC71F4E4-4491-4693-916D-57DF8E8219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275" y="4200525"/>
              <a:ext cx="266700" cy="287338"/>
            </a:xfrm>
            <a:custGeom>
              <a:avLst/>
              <a:gdLst>
                <a:gd name="T0" fmla="*/ 738 w 743"/>
                <a:gd name="T1" fmla="*/ 315 h 797"/>
                <a:gd name="T2" fmla="*/ 390 w 743"/>
                <a:gd name="T3" fmla="*/ 0 h 797"/>
                <a:gd name="T4" fmla="*/ 0 w 743"/>
                <a:gd name="T5" fmla="*/ 373 h 797"/>
                <a:gd name="T6" fmla="*/ 456 w 743"/>
                <a:gd name="T7" fmla="*/ 796 h 797"/>
                <a:gd name="T8" fmla="*/ 713 w 743"/>
                <a:gd name="T9" fmla="*/ 755 h 797"/>
                <a:gd name="T10" fmla="*/ 726 w 743"/>
                <a:gd name="T11" fmla="*/ 751 h 797"/>
                <a:gd name="T12" fmla="*/ 726 w 743"/>
                <a:gd name="T13" fmla="*/ 651 h 797"/>
                <a:gd name="T14" fmla="*/ 705 w 743"/>
                <a:gd name="T15" fmla="*/ 660 h 797"/>
                <a:gd name="T16" fmla="*/ 543 w 743"/>
                <a:gd name="T17" fmla="*/ 684 h 797"/>
                <a:gd name="T18" fmla="*/ 232 w 743"/>
                <a:gd name="T19" fmla="*/ 332 h 797"/>
                <a:gd name="T20" fmla="*/ 742 w 743"/>
                <a:gd name="T21" fmla="*/ 332 h 797"/>
                <a:gd name="T22" fmla="*/ 742 w 743"/>
                <a:gd name="T23" fmla="*/ 315 h 797"/>
                <a:gd name="T24" fmla="*/ 738 w 743"/>
                <a:gd name="T25" fmla="*/ 315 h 797"/>
                <a:gd name="T26" fmla="*/ 386 w 743"/>
                <a:gd name="T27" fmla="*/ 83 h 797"/>
                <a:gd name="T28" fmla="*/ 531 w 743"/>
                <a:gd name="T29" fmla="*/ 236 h 797"/>
                <a:gd name="T30" fmla="*/ 228 w 743"/>
                <a:gd name="T31" fmla="*/ 236 h 797"/>
                <a:gd name="T32" fmla="*/ 386 w 743"/>
                <a:gd name="T33" fmla="*/ 83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43" h="797">
                  <a:moveTo>
                    <a:pt x="738" y="315"/>
                  </a:moveTo>
                  <a:cubicBezTo>
                    <a:pt x="738" y="104"/>
                    <a:pt x="622" y="0"/>
                    <a:pt x="390" y="0"/>
                  </a:cubicBezTo>
                  <a:cubicBezTo>
                    <a:pt x="128" y="0"/>
                    <a:pt x="0" y="124"/>
                    <a:pt x="0" y="373"/>
                  </a:cubicBezTo>
                  <a:cubicBezTo>
                    <a:pt x="0" y="639"/>
                    <a:pt x="170" y="796"/>
                    <a:pt x="456" y="796"/>
                  </a:cubicBezTo>
                  <a:cubicBezTo>
                    <a:pt x="581" y="796"/>
                    <a:pt x="676" y="763"/>
                    <a:pt x="713" y="755"/>
                  </a:cubicBezTo>
                  <a:lnTo>
                    <a:pt x="726" y="751"/>
                  </a:lnTo>
                  <a:lnTo>
                    <a:pt x="726" y="651"/>
                  </a:lnTo>
                  <a:lnTo>
                    <a:pt x="705" y="660"/>
                  </a:lnTo>
                  <a:cubicBezTo>
                    <a:pt x="672" y="672"/>
                    <a:pt x="610" y="684"/>
                    <a:pt x="543" y="684"/>
                  </a:cubicBezTo>
                  <a:cubicBezTo>
                    <a:pt x="319" y="684"/>
                    <a:pt x="236" y="498"/>
                    <a:pt x="232" y="332"/>
                  </a:cubicBezTo>
                  <a:cubicBezTo>
                    <a:pt x="261" y="332"/>
                    <a:pt x="742" y="332"/>
                    <a:pt x="742" y="332"/>
                  </a:cubicBezTo>
                  <a:lnTo>
                    <a:pt x="742" y="315"/>
                  </a:lnTo>
                  <a:lnTo>
                    <a:pt x="738" y="315"/>
                  </a:lnTo>
                  <a:close/>
                  <a:moveTo>
                    <a:pt x="386" y="83"/>
                  </a:moveTo>
                  <a:cubicBezTo>
                    <a:pt x="498" y="83"/>
                    <a:pt x="527" y="166"/>
                    <a:pt x="531" y="236"/>
                  </a:cubicBezTo>
                  <a:cubicBezTo>
                    <a:pt x="506" y="236"/>
                    <a:pt x="257" y="236"/>
                    <a:pt x="228" y="236"/>
                  </a:cubicBezTo>
                  <a:cubicBezTo>
                    <a:pt x="232" y="183"/>
                    <a:pt x="269" y="83"/>
                    <a:pt x="386" y="8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3" name="Freeform 16">
              <a:extLst>
                <a:ext uri="{FF2B5EF4-FFF2-40B4-BE49-F238E27FC236}">
                  <a16:creationId xmlns:a16="http://schemas.microsoft.com/office/drawing/2014/main" id="{18196A70-395B-4966-A215-01A106086D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0175" y="4071938"/>
              <a:ext cx="314325" cy="409575"/>
            </a:xfrm>
            <a:custGeom>
              <a:avLst/>
              <a:gdLst>
                <a:gd name="T0" fmla="*/ 634 w 872"/>
                <a:gd name="T1" fmla="*/ 357 h 1138"/>
                <a:gd name="T2" fmla="*/ 348 w 872"/>
                <a:gd name="T3" fmla="*/ 523 h 1138"/>
                <a:gd name="T4" fmla="*/ 348 w 872"/>
                <a:gd name="T5" fmla="*/ 0 h 1138"/>
                <a:gd name="T6" fmla="*/ 332 w 872"/>
                <a:gd name="T7" fmla="*/ 4 h 1138"/>
                <a:gd name="T8" fmla="*/ 0 w 872"/>
                <a:gd name="T9" fmla="*/ 46 h 1138"/>
                <a:gd name="T10" fmla="*/ 0 w 872"/>
                <a:gd name="T11" fmla="*/ 104 h 1138"/>
                <a:gd name="T12" fmla="*/ 16 w 872"/>
                <a:gd name="T13" fmla="*/ 104 h 1138"/>
                <a:gd name="T14" fmla="*/ 141 w 872"/>
                <a:gd name="T15" fmla="*/ 233 h 1138"/>
                <a:gd name="T16" fmla="*/ 141 w 872"/>
                <a:gd name="T17" fmla="*/ 1137 h 1138"/>
                <a:gd name="T18" fmla="*/ 348 w 872"/>
                <a:gd name="T19" fmla="*/ 1137 h 1138"/>
                <a:gd name="T20" fmla="*/ 348 w 872"/>
                <a:gd name="T21" fmla="*/ 747 h 1138"/>
                <a:gd name="T22" fmla="*/ 547 w 872"/>
                <a:gd name="T23" fmla="*/ 494 h 1138"/>
                <a:gd name="T24" fmla="*/ 663 w 872"/>
                <a:gd name="T25" fmla="*/ 660 h 1138"/>
                <a:gd name="T26" fmla="*/ 663 w 872"/>
                <a:gd name="T27" fmla="*/ 1137 h 1138"/>
                <a:gd name="T28" fmla="*/ 871 w 872"/>
                <a:gd name="T29" fmla="*/ 1137 h 1138"/>
                <a:gd name="T30" fmla="*/ 871 w 872"/>
                <a:gd name="T31" fmla="*/ 635 h 1138"/>
                <a:gd name="T32" fmla="*/ 634 w 872"/>
                <a:gd name="T33" fmla="*/ 357 h 1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2" h="1138">
                  <a:moveTo>
                    <a:pt x="634" y="357"/>
                  </a:moveTo>
                  <a:cubicBezTo>
                    <a:pt x="481" y="357"/>
                    <a:pt x="394" y="452"/>
                    <a:pt x="348" y="523"/>
                  </a:cubicBezTo>
                  <a:cubicBezTo>
                    <a:pt x="348" y="440"/>
                    <a:pt x="348" y="0"/>
                    <a:pt x="348" y="0"/>
                  </a:cubicBezTo>
                  <a:lnTo>
                    <a:pt x="332" y="4"/>
                  </a:lnTo>
                  <a:lnTo>
                    <a:pt x="0" y="46"/>
                  </a:lnTo>
                  <a:lnTo>
                    <a:pt x="0" y="104"/>
                  </a:lnTo>
                  <a:lnTo>
                    <a:pt x="16" y="104"/>
                  </a:lnTo>
                  <a:cubicBezTo>
                    <a:pt x="120" y="108"/>
                    <a:pt x="141" y="133"/>
                    <a:pt x="141" y="233"/>
                  </a:cubicBezTo>
                  <a:lnTo>
                    <a:pt x="141" y="1137"/>
                  </a:lnTo>
                  <a:lnTo>
                    <a:pt x="348" y="1137"/>
                  </a:lnTo>
                  <a:lnTo>
                    <a:pt x="348" y="747"/>
                  </a:lnTo>
                  <a:cubicBezTo>
                    <a:pt x="348" y="606"/>
                    <a:pt x="456" y="494"/>
                    <a:pt x="547" y="494"/>
                  </a:cubicBezTo>
                  <a:cubicBezTo>
                    <a:pt x="663" y="494"/>
                    <a:pt x="663" y="581"/>
                    <a:pt x="663" y="660"/>
                  </a:cubicBezTo>
                  <a:lnTo>
                    <a:pt x="663" y="1137"/>
                  </a:lnTo>
                  <a:lnTo>
                    <a:pt x="871" y="1137"/>
                  </a:lnTo>
                  <a:lnTo>
                    <a:pt x="871" y="635"/>
                  </a:lnTo>
                  <a:cubicBezTo>
                    <a:pt x="871" y="552"/>
                    <a:pt x="871" y="357"/>
                    <a:pt x="634" y="357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4" name="Freeform 17">
              <a:extLst>
                <a:ext uri="{FF2B5EF4-FFF2-40B4-BE49-F238E27FC236}">
                  <a16:creationId xmlns:a16="http://schemas.microsoft.com/office/drawing/2014/main" id="{C7BED1DB-4724-4E5A-82C3-167FADBEF7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4350" y="4200525"/>
              <a:ext cx="266700" cy="287338"/>
            </a:xfrm>
            <a:custGeom>
              <a:avLst/>
              <a:gdLst>
                <a:gd name="T0" fmla="*/ 742 w 743"/>
                <a:gd name="T1" fmla="*/ 315 h 797"/>
                <a:gd name="T2" fmla="*/ 394 w 743"/>
                <a:gd name="T3" fmla="*/ 0 h 797"/>
                <a:gd name="T4" fmla="*/ 0 w 743"/>
                <a:gd name="T5" fmla="*/ 373 h 797"/>
                <a:gd name="T6" fmla="*/ 456 w 743"/>
                <a:gd name="T7" fmla="*/ 796 h 797"/>
                <a:gd name="T8" fmla="*/ 713 w 743"/>
                <a:gd name="T9" fmla="*/ 755 h 797"/>
                <a:gd name="T10" fmla="*/ 726 w 743"/>
                <a:gd name="T11" fmla="*/ 751 h 797"/>
                <a:gd name="T12" fmla="*/ 726 w 743"/>
                <a:gd name="T13" fmla="*/ 651 h 797"/>
                <a:gd name="T14" fmla="*/ 705 w 743"/>
                <a:gd name="T15" fmla="*/ 660 h 797"/>
                <a:gd name="T16" fmla="*/ 543 w 743"/>
                <a:gd name="T17" fmla="*/ 684 h 797"/>
                <a:gd name="T18" fmla="*/ 232 w 743"/>
                <a:gd name="T19" fmla="*/ 332 h 797"/>
                <a:gd name="T20" fmla="*/ 742 w 743"/>
                <a:gd name="T21" fmla="*/ 332 h 797"/>
                <a:gd name="T22" fmla="*/ 742 w 743"/>
                <a:gd name="T23" fmla="*/ 315 h 797"/>
                <a:gd name="T24" fmla="*/ 386 w 743"/>
                <a:gd name="T25" fmla="*/ 83 h 797"/>
                <a:gd name="T26" fmla="*/ 531 w 743"/>
                <a:gd name="T27" fmla="*/ 236 h 797"/>
                <a:gd name="T28" fmla="*/ 228 w 743"/>
                <a:gd name="T29" fmla="*/ 236 h 797"/>
                <a:gd name="T30" fmla="*/ 386 w 743"/>
                <a:gd name="T31" fmla="*/ 83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43" h="797">
                  <a:moveTo>
                    <a:pt x="742" y="315"/>
                  </a:moveTo>
                  <a:cubicBezTo>
                    <a:pt x="742" y="104"/>
                    <a:pt x="626" y="0"/>
                    <a:pt x="394" y="0"/>
                  </a:cubicBezTo>
                  <a:cubicBezTo>
                    <a:pt x="133" y="0"/>
                    <a:pt x="0" y="124"/>
                    <a:pt x="0" y="373"/>
                  </a:cubicBezTo>
                  <a:cubicBezTo>
                    <a:pt x="0" y="639"/>
                    <a:pt x="170" y="796"/>
                    <a:pt x="456" y="796"/>
                  </a:cubicBezTo>
                  <a:cubicBezTo>
                    <a:pt x="581" y="796"/>
                    <a:pt x="676" y="763"/>
                    <a:pt x="713" y="755"/>
                  </a:cubicBezTo>
                  <a:lnTo>
                    <a:pt x="726" y="751"/>
                  </a:lnTo>
                  <a:lnTo>
                    <a:pt x="726" y="651"/>
                  </a:lnTo>
                  <a:lnTo>
                    <a:pt x="705" y="660"/>
                  </a:lnTo>
                  <a:cubicBezTo>
                    <a:pt x="672" y="672"/>
                    <a:pt x="610" y="684"/>
                    <a:pt x="543" y="684"/>
                  </a:cubicBezTo>
                  <a:cubicBezTo>
                    <a:pt x="319" y="684"/>
                    <a:pt x="236" y="498"/>
                    <a:pt x="232" y="332"/>
                  </a:cubicBezTo>
                  <a:cubicBezTo>
                    <a:pt x="261" y="332"/>
                    <a:pt x="742" y="332"/>
                    <a:pt x="742" y="332"/>
                  </a:cubicBezTo>
                  <a:lnTo>
                    <a:pt x="742" y="315"/>
                  </a:lnTo>
                  <a:close/>
                  <a:moveTo>
                    <a:pt x="386" y="83"/>
                  </a:moveTo>
                  <a:cubicBezTo>
                    <a:pt x="498" y="83"/>
                    <a:pt x="527" y="166"/>
                    <a:pt x="531" y="236"/>
                  </a:cubicBezTo>
                  <a:cubicBezTo>
                    <a:pt x="506" y="236"/>
                    <a:pt x="257" y="236"/>
                    <a:pt x="228" y="236"/>
                  </a:cubicBezTo>
                  <a:cubicBezTo>
                    <a:pt x="236" y="183"/>
                    <a:pt x="270" y="83"/>
                    <a:pt x="386" y="8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5" name="Freeform 18">
              <a:extLst>
                <a:ext uri="{FF2B5EF4-FFF2-40B4-BE49-F238E27FC236}">
                  <a16:creationId xmlns:a16="http://schemas.microsoft.com/office/drawing/2014/main" id="{08B31C51-57C7-4ABF-A310-1B57995B27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4113" y="4121150"/>
              <a:ext cx="212725" cy="366713"/>
            </a:xfrm>
            <a:custGeom>
              <a:avLst/>
              <a:gdLst>
                <a:gd name="T0" fmla="*/ 141 w 589"/>
                <a:gd name="T1" fmla="*/ 237 h 1017"/>
                <a:gd name="T2" fmla="*/ 0 w 589"/>
                <a:gd name="T3" fmla="*/ 237 h 1017"/>
                <a:gd name="T4" fmla="*/ 0 w 589"/>
                <a:gd name="T5" fmla="*/ 328 h 1017"/>
                <a:gd name="T6" fmla="*/ 141 w 589"/>
                <a:gd name="T7" fmla="*/ 328 h 1017"/>
                <a:gd name="T8" fmla="*/ 141 w 589"/>
                <a:gd name="T9" fmla="*/ 797 h 1017"/>
                <a:gd name="T10" fmla="*/ 427 w 589"/>
                <a:gd name="T11" fmla="*/ 1016 h 1017"/>
                <a:gd name="T12" fmla="*/ 551 w 589"/>
                <a:gd name="T13" fmla="*/ 1004 h 1017"/>
                <a:gd name="T14" fmla="*/ 564 w 589"/>
                <a:gd name="T15" fmla="*/ 1004 h 1017"/>
                <a:gd name="T16" fmla="*/ 564 w 589"/>
                <a:gd name="T17" fmla="*/ 909 h 1017"/>
                <a:gd name="T18" fmla="*/ 547 w 589"/>
                <a:gd name="T19" fmla="*/ 913 h 1017"/>
                <a:gd name="T20" fmla="*/ 485 w 589"/>
                <a:gd name="T21" fmla="*/ 917 h 1017"/>
                <a:gd name="T22" fmla="*/ 352 w 589"/>
                <a:gd name="T23" fmla="*/ 772 h 1017"/>
                <a:gd name="T24" fmla="*/ 352 w 589"/>
                <a:gd name="T25" fmla="*/ 328 h 1017"/>
                <a:gd name="T26" fmla="*/ 588 w 589"/>
                <a:gd name="T27" fmla="*/ 328 h 1017"/>
                <a:gd name="T28" fmla="*/ 588 w 589"/>
                <a:gd name="T29" fmla="*/ 237 h 1017"/>
                <a:gd name="T30" fmla="*/ 352 w 589"/>
                <a:gd name="T31" fmla="*/ 237 h 1017"/>
                <a:gd name="T32" fmla="*/ 352 w 589"/>
                <a:gd name="T33" fmla="*/ 0 h 1017"/>
                <a:gd name="T34" fmla="*/ 141 w 589"/>
                <a:gd name="T35" fmla="*/ 0 h 1017"/>
                <a:gd name="T36" fmla="*/ 141 w 589"/>
                <a:gd name="T37" fmla="*/ 237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89" h="1017">
                  <a:moveTo>
                    <a:pt x="141" y="237"/>
                  </a:moveTo>
                  <a:lnTo>
                    <a:pt x="0" y="237"/>
                  </a:lnTo>
                  <a:lnTo>
                    <a:pt x="0" y="328"/>
                  </a:lnTo>
                  <a:lnTo>
                    <a:pt x="141" y="328"/>
                  </a:lnTo>
                  <a:lnTo>
                    <a:pt x="141" y="797"/>
                  </a:lnTo>
                  <a:cubicBezTo>
                    <a:pt x="141" y="1000"/>
                    <a:pt x="270" y="1016"/>
                    <a:pt x="427" y="1016"/>
                  </a:cubicBezTo>
                  <a:cubicBezTo>
                    <a:pt x="464" y="1016"/>
                    <a:pt x="505" y="1012"/>
                    <a:pt x="551" y="1004"/>
                  </a:cubicBezTo>
                  <a:lnTo>
                    <a:pt x="564" y="1004"/>
                  </a:lnTo>
                  <a:lnTo>
                    <a:pt x="564" y="909"/>
                  </a:lnTo>
                  <a:lnTo>
                    <a:pt x="547" y="913"/>
                  </a:lnTo>
                  <a:cubicBezTo>
                    <a:pt x="530" y="917"/>
                    <a:pt x="510" y="917"/>
                    <a:pt x="485" y="917"/>
                  </a:cubicBezTo>
                  <a:cubicBezTo>
                    <a:pt x="360" y="917"/>
                    <a:pt x="352" y="880"/>
                    <a:pt x="352" y="772"/>
                  </a:cubicBezTo>
                  <a:lnTo>
                    <a:pt x="352" y="328"/>
                  </a:lnTo>
                  <a:lnTo>
                    <a:pt x="588" y="328"/>
                  </a:lnTo>
                  <a:lnTo>
                    <a:pt x="588" y="237"/>
                  </a:lnTo>
                  <a:lnTo>
                    <a:pt x="352" y="237"/>
                  </a:lnTo>
                  <a:lnTo>
                    <a:pt x="352" y="0"/>
                  </a:lnTo>
                  <a:lnTo>
                    <a:pt x="141" y="0"/>
                  </a:lnTo>
                  <a:lnTo>
                    <a:pt x="141" y="237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6" name="Freeform 19">
              <a:extLst>
                <a:ext uri="{FF2B5EF4-FFF2-40B4-BE49-F238E27FC236}">
                  <a16:creationId xmlns:a16="http://schemas.microsoft.com/office/drawing/2014/main" id="{E8DA0522-90FD-4EA1-A6A4-40F345D2FF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49963" y="4087813"/>
              <a:ext cx="450850" cy="395287"/>
            </a:xfrm>
            <a:custGeom>
              <a:avLst/>
              <a:gdLst>
                <a:gd name="T0" fmla="*/ 1245 w 1254"/>
                <a:gd name="T1" fmla="*/ 0 h 1096"/>
                <a:gd name="T2" fmla="*/ 1033 w 1254"/>
                <a:gd name="T3" fmla="*/ 0 h 1096"/>
                <a:gd name="T4" fmla="*/ 1033 w 1254"/>
                <a:gd name="T5" fmla="*/ 829 h 1096"/>
                <a:gd name="T6" fmla="*/ 485 w 1254"/>
                <a:gd name="T7" fmla="*/ 0 h 1096"/>
                <a:gd name="T8" fmla="*/ 0 w 1254"/>
                <a:gd name="T9" fmla="*/ 0 h 1096"/>
                <a:gd name="T10" fmla="*/ 0 w 1254"/>
                <a:gd name="T11" fmla="*/ 62 h 1096"/>
                <a:gd name="T12" fmla="*/ 42 w 1254"/>
                <a:gd name="T13" fmla="*/ 70 h 1096"/>
                <a:gd name="T14" fmla="*/ 178 w 1254"/>
                <a:gd name="T15" fmla="*/ 220 h 1096"/>
                <a:gd name="T16" fmla="*/ 178 w 1254"/>
                <a:gd name="T17" fmla="*/ 1095 h 1096"/>
                <a:gd name="T18" fmla="*/ 403 w 1254"/>
                <a:gd name="T19" fmla="*/ 1095 h 1096"/>
                <a:gd name="T20" fmla="*/ 403 w 1254"/>
                <a:gd name="T21" fmla="*/ 228 h 1096"/>
                <a:gd name="T22" fmla="*/ 975 w 1254"/>
                <a:gd name="T23" fmla="*/ 1095 h 1096"/>
                <a:gd name="T24" fmla="*/ 1253 w 1254"/>
                <a:gd name="T25" fmla="*/ 1095 h 1096"/>
                <a:gd name="T26" fmla="*/ 1253 w 1254"/>
                <a:gd name="T27" fmla="*/ 0 h 1096"/>
                <a:gd name="T28" fmla="*/ 1245 w 1254"/>
                <a:gd name="T29" fmla="*/ 0 h 10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54" h="1096">
                  <a:moveTo>
                    <a:pt x="1245" y="0"/>
                  </a:moveTo>
                  <a:lnTo>
                    <a:pt x="1033" y="0"/>
                  </a:lnTo>
                  <a:cubicBezTo>
                    <a:pt x="1033" y="0"/>
                    <a:pt x="1033" y="751"/>
                    <a:pt x="1033" y="829"/>
                  </a:cubicBezTo>
                  <a:cubicBezTo>
                    <a:pt x="992" y="763"/>
                    <a:pt x="485" y="0"/>
                    <a:pt x="485" y="0"/>
                  </a:cubicBezTo>
                  <a:lnTo>
                    <a:pt x="0" y="0"/>
                  </a:lnTo>
                  <a:lnTo>
                    <a:pt x="0" y="62"/>
                  </a:lnTo>
                  <a:lnTo>
                    <a:pt x="42" y="70"/>
                  </a:lnTo>
                  <a:cubicBezTo>
                    <a:pt x="170" y="91"/>
                    <a:pt x="178" y="95"/>
                    <a:pt x="178" y="220"/>
                  </a:cubicBezTo>
                  <a:lnTo>
                    <a:pt x="178" y="1095"/>
                  </a:lnTo>
                  <a:lnTo>
                    <a:pt x="403" y="1095"/>
                  </a:lnTo>
                  <a:cubicBezTo>
                    <a:pt x="403" y="1095"/>
                    <a:pt x="403" y="307"/>
                    <a:pt x="403" y="228"/>
                  </a:cubicBezTo>
                  <a:cubicBezTo>
                    <a:pt x="448" y="294"/>
                    <a:pt x="975" y="1095"/>
                    <a:pt x="975" y="1095"/>
                  </a:cubicBezTo>
                  <a:lnTo>
                    <a:pt x="1253" y="1095"/>
                  </a:lnTo>
                  <a:lnTo>
                    <a:pt x="1253" y="0"/>
                  </a:lnTo>
                  <a:lnTo>
                    <a:pt x="124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7" name="Freeform 20">
              <a:extLst>
                <a:ext uri="{FF2B5EF4-FFF2-40B4-BE49-F238E27FC236}">
                  <a16:creationId xmlns:a16="http://schemas.microsoft.com/office/drawing/2014/main" id="{C6A6AEFC-2781-468D-96F2-B369260BC3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73838" y="4200525"/>
              <a:ext cx="266700" cy="287338"/>
            </a:xfrm>
            <a:custGeom>
              <a:avLst/>
              <a:gdLst>
                <a:gd name="T0" fmla="*/ 390 w 740"/>
                <a:gd name="T1" fmla="*/ 0 h 797"/>
                <a:gd name="T2" fmla="*/ 0 w 740"/>
                <a:gd name="T3" fmla="*/ 373 h 797"/>
                <a:gd name="T4" fmla="*/ 456 w 740"/>
                <a:gd name="T5" fmla="*/ 796 h 797"/>
                <a:gd name="T6" fmla="*/ 714 w 740"/>
                <a:gd name="T7" fmla="*/ 755 h 797"/>
                <a:gd name="T8" fmla="*/ 726 w 740"/>
                <a:gd name="T9" fmla="*/ 751 h 797"/>
                <a:gd name="T10" fmla="*/ 726 w 740"/>
                <a:gd name="T11" fmla="*/ 651 h 797"/>
                <a:gd name="T12" fmla="*/ 705 w 740"/>
                <a:gd name="T13" fmla="*/ 660 h 797"/>
                <a:gd name="T14" fmla="*/ 539 w 740"/>
                <a:gd name="T15" fmla="*/ 684 h 797"/>
                <a:gd name="T16" fmla="*/ 228 w 740"/>
                <a:gd name="T17" fmla="*/ 332 h 797"/>
                <a:gd name="T18" fmla="*/ 739 w 740"/>
                <a:gd name="T19" fmla="*/ 332 h 797"/>
                <a:gd name="T20" fmla="*/ 739 w 740"/>
                <a:gd name="T21" fmla="*/ 315 h 797"/>
                <a:gd name="T22" fmla="*/ 390 w 740"/>
                <a:gd name="T23" fmla="*/ 0 h 797"/>
                <a:gd name="T24" fmla="*/ 386 w 740"/>
                <a:gd name="T25" fmla="*/ 83 h 797"/>
                <a:gd name="T26" fmla="*/ 531 w 740"/>
                <a:gd name="T27" fmla="*/ 236 h 797"/>
                <a:gd name="T28" fmla="*/ 228 w 740"/>
                <a:gd name="T29" fmla="*/ 236 h 797"/>
                <a:gd name="T30" fmla="*/ 386 w 740"/>
                <a:gd name="T31" fmla="*/ 83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40" h="797">
                  <a:moveTo>
                    <a:pt x="390" y="0"/>
                  </a:moveTo>
                  <a:cubicBezTo>
                    <a:pt x="129" y="0"/>
                    <a:pt x="0" y="124"/>
                    <a:pt x="0" y="373"/>
                  </a:cubicBezTo>
                  <a:cubicBezTo>
                    <a:pt x="0" y="639"/>
                    <a:pt x="170" y="796"/>
                    <a:pt x="456" y="796"/>
                  </a:cubicBezTo>
                  <a:cubicBezTo>
                    <a:pt x="581" y="796"/>
                    <a:pt x="676" y="767"/>
                    <a:pt x="714" y="755"/>
                  </a:cubicBezTo>
                  <a:lnTo>
                    <a:pt x="726" y="751"/>
                  </a:lnTo>
                  <a:lnTo>
                    <a:pt x="726" y="651"/>
                  </a:lnTo>
                  <a:lnTo>
                    <a:pt x="705" y="660"/>
                  </a:lnTo>
                  <a:cubicBezTo>
                    <a:pt x="672" y="672"/>
                    <a:pt x="610" y="684"/>
                    <a:pt x="539" y="684"/>
                  </a:cubicBezTo>
                  <a:cubicBezTo>
                    <a:pt x="315" y="684"/>
                    <a:pt x="232" y="498"/>
                    <a:pt x="228" y="332"/>
                  </a:cubicBezTo>
                  <a:lnTo>
                    <a:pt x="739" y="332"/>
                  </a:lnTo>
                  <a:lnTo>
                    <a:pt x="739" y="315"/>
                  </a:lnTo>
                  <a:cubicBezTo>
                    <a:pt x="739" y="104"/>
                    <a:pt x="622" y="0"/>
                    <a:pt x="390" y="0"/>
                  </a:cubicBezTo>
                  <a:close/>
                  <a:moveTo>
                    <a:pt x="386" y="83"/>
                  </a:moveTo>
                  <a:cubicBezTo>
                    <a:pt x="498" y="83"/>
                    <a:pt x="527" y="162"/>
                    <a:pt x="531" y="236"/>
                  </a:cubicBezTo>
                  <a:lnTo>
                    <a:pt x="228" y="236"/>
                  </a:lnTo>
                  <a:cubicBezTo>
                    <a:pt x="232" y="187"/>
                    <a:pt x="270" y="83"/>
                    <a:pt x="386" y="8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9" name="Freeform 21">
              <a:extLst>
                <a:ext uri="{FF2B5EF4-FFF2-40B4-BE49-F238E27FC236}">
                  <a16:creationId xmlns:a16="http://schemas.microsoft.com/office/drawing/2014/main" id="{51AAA341-7BCE-4FB9-AADF-5F7FBE92AA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4075" y="4121150"/>
              <a:ext cx="212725" cy="366713"/>
            </a:xfrm>
            <a:custGeom>
              <a:avLst/>
              <a:gdLst>
                <a:gd name="T0" fmla="*/ 141 w 590"/>
                <a:gd name="T1" fmla="*/ 237 h 1017"/>
                <a:gd name="T2" fmla="*/ 0 w 590"/>
                <a:gd name="T3" fmla="*/ 237 h 1017"/>
                <a:gd name="T4" fmla="*/ 0 w 590"/>
                <a:gd name="T5" fmla="*/ 328 h 1017"/>
                <a:gd name="T6" fmla="*/ 141 w 590"/>
                <a:gd name="T7" fmla="*/ 328 h 1017"/>
                <a:gd name="T8" fmla="*/ 141 w 590"/>
                <a:gd name="T9" fmla="*/ 797 h 1017"/>
                <a:gd name="T10" fmla="*/ 427 w 590"/>
                <a:gd name="T11" fmla="*/ 1016 h 1017"/>
                <a:gd name="T12" fmla="*/ 551 w 590"/>
                <a:gd name="T13" fmla="*/ 1004 h 1017"/>
                <a:gd name="T14" fmla="*/ 564 w 590"/>
                <a:gd name="T15" fmla="*/ 1004 h 1017"/>
                <a:gd name="T16" fmla="*/ 564 w 590"/>
                <a:gd name="T17" fmla="*/ 909 h 1017"/>
                <a:gd name="T18" fmla="*/ 547 w 590"/>
                <a:gd name="T19" fmla="*/ 913 h 1017"/>
                <a:gd name="T20" fmla="*/ 485 w 590"/>
                <a:gd name="T21" fmla="*/ 917 h 1017"/>
                <a:gd name="T22" fmla="*/ 352 w 590"/>
                <a:gd name="T23" fmla="*/ 772 h 1017"/>
                <a:gd name="T24" fmla="*/ 352 w 590"/>
                <a:gd name="T25" fmla="*/ 328 h 1017"/>
                <a:gd name="T26" fmla="*/ 589 w 590"/>
                <a:gd name="T27" fmla="*/ 328 h 1017"/>
                <a:gd name="T28" fmla="*/ 589 w 590"/>
                <a:gd name="T29" fmla="*/ 237 h 1017"/>
                <a:gd name="T30" fmla="*/ 352 w 590"/>
                <a:gd name="T31" fmla="*/ 237 h 1017"/>
                <a:gd name="T32" fmla="*/ 352 w 590"/>
                <a:gd name="T33" fmla="*/ 0 h 1017"/>
                <a:gd name="T34" fmla="*/ 141 w 590"/>
                <a:gd name="T35" fmla="*/ 0 h 1017"/>
                <a:gd name="T36" fmla="*/ 141 w 590"/>
                <a:gd name="T37" fmla="*/ 237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0" h="1017">
                  <a:moveTo>
                    <a:pt x="141" y="237"/>
                  </a:moveTo>
                  <a:lnTo>
                    <a:pt x="0" y="237"/>
                  </a:lnTo>
                  <a:lnTo>
                    <a:pt x="0" y="328"/>
                  </a:lnTo>
                  <a:lnTo>
                    <a:pt x="141" y="328"/>
                  </a:lnTo>
                  <a:lnTo>
                    <a:pt x="141" y="797"/>
                  </a:lnTo>
                  <a:cubicBezTo>
                    <a:pt x="141" y="1000"/>
                    <a:pt x="269" y="1016"/>
                    <a:pt x="427" y="1016"/>
                  </a:cubicBezTo>
                  <a:cubicBezTo>
                    <a:pt x="464" y="1016"/>
                    <a:pt x="506" y="1012"/>
                    <a:pt x="551" y="1004"/>
                  </a:cubicBezTo>
                  <a:lnTo>
                    <a:pt x="564" y="1004"/>
                  </a:lnTo>
                  <a:lnTo>
                    <a:pt x="564" y="909"/>
                  </a:lnTo>
                  <a:lnTo>
                    <a:pt x="547" y="913"/>
                  </a:lnTo>
                  <a:cubicBezTo>
                    <a:pt x="531" y="917"/>
                    <a:pt x="510" y="917"/>
                    <a:pt x="485" y="917"/>
                  </a:cubicBezTo>
                  <a:cubicBezTo>
                    <a:pt x="361" y="917"/>
                    <a:pt x="352" y="880"/>
                    <a:pt x="352" y="772"/>
                  </a:cubicBezTo>
                  <a:lnTo>
                    <a:pt x="352" y="328"/>
                  </a:lnTo>
                  <a:lnTo>
                    <a:pt x="589" y="328"/>
                  </a:lnTo>
                  <a:lnTo>
                    <a:pt x="589" y="237"/>
                  </a:lnTo>
                  <a:lnTo>
                    <a:pt x="352" y="237"/>
                  </a:lnTo>
                  <a:lnTo>
                    <a:pt x="352" y="0"/>
                  </a:lnTo>
                  <a:lnTo>
                    <a:pt x="141" y="0"/>
                  </a:lnTo>
                  <a:lnTo>
                    <a:pt x="141" y="237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71" name="Freeform 22">
              <a:extLst>
                <a:ext uri="{FF2B5EF4-FFF2-40B4-BE49-F238E27FC236}">
                  <a16:creationId xmlns:a16="http://schemas.microsoft.com/office/drawing/2014/main" id="{63A59478-88EB-4E5A-BD9E-A0EB0FAC5A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0063" y="4206875"/>
              <a:ext cx="331787" cy="274638"/>
            </a:xfrm>
            <a:custGeom>
              <a:avLst/>
              <a:gdLst>
                <a:gd name="T0" fmla="*/ 705 w 921"/>
                <a:gd name="T1" fmla="*/ 248 h 764"/>
                <a:gd name="T2" fmla="*/ 920 w 921"/>
                <a:gd name="T3" fmla="*/ 0 h 764"/>
                <a:gd name="T4" fmla="*/ 701 w 921"/>
                <a:gd name="T5" fmla="*/ 0 h 764"/>
                <a:gd name="T6" fmla="*/ 497 w 921"/>
                <a:gd name="T7" fmla="*/ 236 h 764"/>
                <a:gd name="T8" fmla="*/ 319 w 921"/>
                <a:gd name="T9" fmla="*/ 0 h 764"/>
                <a:gd name="T10" fmla="*/ 0 w 921"/>
                <a:gd name="T11" fmla="*/ 0 h 764"/>
                <a:gd name="T12" fmla="*/ 0 w 921"/>
                <a:gd name="T13" fmla="*/ 62 h 764"/>
                <a:gd name="T14" fmla="*/ 12 w 921"/>
                <a:gd name="T15" fmla="*/ 62 h 764"/>
                <a:gd name="T16" fmla="*/ 211 w 921"/>
                <a:gd name="T17" fmla="*/ 178 h 764"/>
                <a:gd name="T18" fmla="*/ 344 w 921"/>
                <a:gd name="T19" fmla="*/ 352 h 764"/>
                <a:gd name="T20" fmla="*/ 128 w 921"/>
                <a:gd name="T21" fmla="*/ 601 h 764"/>
                <a:gd name="T22" fmla="*/ 348 w 921"/>
                <a:gd name="T23" fmla="*/ 601 h 764"/>
                <a:gd name="T24" fmla="*/ 443 w 921"/>
                <a:gd name="T25" fmla="*/ 489 h 764"/>
                <a:gd name="T26" fmla="*/ 651 w 921"/>
                <a:gd name="T27" fmla="*/ 763 h 764"/>
                <a:gd name="T28" fmla="*/ 900 w 921"/>
                <a:gd name="T29" fmla="*/ 763 h 764"/>
                <a:gd name="T30" fmla="*/ 506 w 921"/>
                <a:gd name="T31" fmla="*/ 248 h 764"/>
                <a:gd name="T32" fmla="*/ 705 w 921"/>
                <a:gd name="T33" fmla="*/ 248 h 7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21" h="764">
                  <a:moveTo>
                    <a:pt x="705" y="248"/>
                  </a:moveTo>
                  <a:lnTo>
                    <a:pt x="920" y="0"/>
                  </a:lnTo>
                  <a:lnTo>
                    <a:pt x="701" y="0"/>
                  </a:lnTo>
                  <a:lnTo>
                    <a:pt x="497" y="236"/>
                  </a:lnTo>
                  <a:lnTo>
                    <a:pt x="319" y="0"/>
                  </a:lnTo>
                  <a:lnTo>
                    <a:pt x="0" y="0"/>
                  </a:lnTo>
                  <a:lnTo>
                    <a:pt x="0" y="62"/>
                  </a:lnTo>
                  <a:lnTo>
                    <a:pt x="12" y="62"/>
                  </a:lnTo>
                  <a:cubicBezTo>
                    <a:pt x="120" y="70"/>
                    <a:pt x="145" y="87"/>
                    <a:pt x="211" y="178"/>
                  </a:cubicBezTo>
                  <a:lnTo>
                    <a:pt x="344" y="352"/>
                  </a:lnTo>
                  <a:lnTo>
                    <a:pt x="128" y="601"/>
                  </a:lnTo>
                  <a:lnTo>
                    <a:pt x="348" y="601"/>
                  </a:lnTo>
                  <a:lnTo>
                    <a:pt x="443" y="489"/>
                  </a:lnTo>
                  <a:lnTo>
                    <a:pt x="651" y="763"/>
                  </a:lnTo>
                  <a:lnTo>
                    <a:pt x="900" y="763"/>
                  </a:lnTo>
                  <a:lnTo>
                    <a:pt x="506" y="248"/>
                  </a:lnTo>
                  <a:lnTo>
                    <a:pt x="705" y="24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72" name="Freeform 23">
              <a:extLst>
                <a:ext uri="{FF2B5EF4-FFF2-40B4-BE49-F238E27FC236}">
                  <a16:creationId xmlns:a16="http://schemas.microsoft.com/office/drawing/2014/main" id="{641EC5D7-C54C-4B81-88F5-4B8ECEBBFA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5500" y="4010025"/>
              <a:ext cx="176213" cy="111125"/>
            </a:xfrm>
            <a:custGeom>
              <a:avLst/>
              <a:gdLst>
                <a:gd name="T0" fmla="*/ 224 w 490"/>
                <a:gd name="T1" fmla="*/ 307 h 308"/>
                <a:gd name="T2" fmla="*/ 0 w 490"/>
                <a:gd name="T3" fmla="*/ 307 h 308"/>
                <a:gd name="T4" fmla="*/ 269 w 490"/>
                <a:gd name="T5" fmla="*/ 0 h 308"/>
                <a:gd name="T6" fmla="*/ 489 w 490"/>
                <a:gd name="T7" fmla="*/ 0 h 308"/>
                <a:gd name="T8" fmla="*/ 224 w 490"/>
                <a:gd name="T9" fmla="*/ 307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0" h="308">
                  <a:moveTo>
                    <a:pt x="224" y="307"/>
                  </a:moveTo>
                  <a:lnTo>
                    <a:pt x="0" y="307"/>
                  </a:lnTo>
                  <a:lnTo>
                    <a:pt x="269" y="0"/>
                  </a:lnTo>
                  <a:lnTo>
                    <a:pt x="489" y="0"/>
                  </a:lnTo>
                  <a:lnTo>
                    <a:pt x="224" y="307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5A06E6AB-81B8-427D-8331-38177B134D6E}"/>
              </a:ext>
            </a:extLst>
          </p:cNvPr>
          <p:cNvSpPr txBox="1"/>
          <p:nvPr userDrawn="1"/>
        </p:nvSpPr>
        <p:spPr>
          <a:xfrm>
            <a:off x="6641794" y="4911221"/>
            <a:ext cx="24625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rPr>
              <a:t>© Hitachi Vantara LLC 2021.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717120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DC087B14-6753-6F4D-B0BE-B2E45CBD35B4}"/>
              </a:ext>
            </a:extLst>
          </p:cNvPr>
          <p:cNvSpPr/>
          <p:nvPr userDrawn="1"/>
        </p:nvSpPr>
        <p:spPr>
          <a:xfrm>
            <a:off x="-1" y="0"/>
            <a:ext cx="5942893" cy="5157216"/>
          </a:xfrm>
          <a:prstGeom prst="rect">
            <a:avLst/>
          </a:prstGeom>
          <a:gradFill flip="none" rotWithShape="1">
            <a:gsLst>
              <a:gs pos="0">
                <a:schemeClr val="tx2"/>
              </a:gs>
              <a:gs pos="66000">
                <a:srgbClr val="051C2C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5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1348" y="2803117"/>
            <a:ext cx="4286425" cy="830997"/>
          </a:xfrm>
          <a:prstGeom prst="rect">
            <a:avLst/>
          </a:prstGeom>
          <a:effectLst/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charset="2"/>
              <a:buNone/>
              <a:tabLst/>
              <a:defRPr sz="2400" cap="none" baseline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Subtitle placeholder</a:t>
            </a:r>
          </a:p>
          <a:p>
            <a:r>
              <a:rPr lang="en-US" dirty="0"/>
              <a:t>Subtitle placeholder</a:t>
            </a:r>
          </a:p>
        </p:txBody>
      </p:sp>
      <p:sp>
        <p:nvSpPr>
          <p:cNvPr id="57" name="Title 1"/>
          <p:cNvSpPr>
            <a:spLocks noGrp="1"/>
          </p:cNvSpPr>
          <p:nvPr>
            <p:ph type="ctrTitle" hasCustomPrompt="1"/>
          </p:nvPr>
        </p:nvSpPr>
        <p:spPr>
          <a:xfrm>
            <a:off x="681348" y="725773"/>
            <a:ext cx="5148359" cy="2071294"/>
          </a:xfrm>
          <a:prstGeom prst="rect">
            <a:avLst/>
          </a:prstGeom>
          <a:effectLst/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4400" b="1" cap="none" baseline="0"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2 Line Hitachi Title Slide Placeholder </a:t>
            </a:r>
            <a:br>
              <a:rPr lang="en-US" dirty="0"/>
            </a:br>
            <a:r>
              <a:rPr lang="en-US" dirty="0"/>
              <a:t>2 Line Hitachi </a:t>
            </a:r>
          </a:p>
        </p:txBody>
      </p:sp>
      <p:sp>
        <p:nvSpPr>
          <p:cNvPr id="58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681348" y="3905309"/>
            <a:ext cx="3544411" cy="307777"/>
          </a:xfrm>
        </p:spPr>
        <p:txBody>
          <a:bodyPr anchor="t"/>
          <a:lstStyle>
            <a:lvl1pPr marL="0" indent="0">
              <a:spcBef>
                <a:spcPts val="0"/>
              </a:spcBef>
              <a:spcAft>
                <a:spcPts val="300"/>
              </a:spcAft>
              <a:buNone/>
              <a:defRPr sz="1400" b="1" baseline="0">
                <a:solidFill>
                  <a:schemeClr val="bg1"/>
                </a:solidFill>
              </a:defRPr>
            </a:lvl1pPr>
            <a:lvl2pPr marL="280987" indent="0">
              <a:buNone/>
              <a:defRPr/>
            </a:lvl2pPr>
            <a:lvl3pPr marL="574675" indent="0">
              <a:buNone/>
              <a:defRPr/>
            </a:lvl3pPr>
            <a:lvl4pPr marL="855663" indent="0">
              <a:buNone/>
              <a:defRPr/>
            </a:lvl4pPr>
            <a:lvl5pPr marL="1090613" indent="0">
              <a:buNone/>
              <a:defRPr/>
            </a:lvl5pPr>
          </a:lstStyle>
          <a:p>
            <a:pPr lvl="0"/>
            <a:r>
              <a:rPr lang="en-US" dirty="0"/>
              <a:t>Name Here</a:t>
            </a:r>
          </a:p>
        </p:txBody>
      </p:sp>
      <p:sp>
        <p:nvSpPr>
          <p:cNvPr id="7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681348" y="4134651"/>
            <a:ext cx="3544411" cy="461665"/>
          </a:xfrm>
        </p:spPr>
        <p:txBody>
          <a:bodyPr anchor="t"/>
          <a:lstStyle>
            <a:lvl1pPr marL="0" indent="0">
              <a:spcBef>
                <a:spcPts val="0"/>
              </a:spcBef>
              <a:spcAft>
                <a:spcPts val="300"/>
              </a:spcAft>
              <a:buNone/>
              <a:defRPr sz="1200">
                <a:solidFill>
                  <a:schemeClr val="bg1"/>
                </a:solidFill>
              </a:defRPr>
            </a:lvl1pPr>
            <a:lvl2pPr marL="280987" indent="0">
              <a:buNone/>
              <a:defRPr/>
            </a:lvl2pPr>
            <a:lvl3pPr marL="574675" indent="0">
              <a:buNone/>
              <a:defRPr/>
            </a:lvl3pPr>
            <a:lvl4pPr marL="855663" indent="0">
              <a:buNone/>
              <a:defRPr/>
            </a:lvl4pPr>
            <a:lvl5pPr marL="1090613" indent="0">
              <a:buNone/>
              <a:defRPr/>
            </a:lvl5pPr>
          </a:lstStyle>
          <a:p>
            <a:pPr lvl="0"/>
            <a:r>
              <a:rPr lang="en-US" dirty="0"/>
              <a:t>Title/Department</a:t>
            </a:r>
            <a:br>
              <a:rPr lang="en-US" dirty="0"/>
            </a:br>
            <a:r>
              <a:rPr lang="en-US" dirty="0"/>
              <a:t>Date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F6F85EA-1CAA-F34C-8631-AB308554EFA3}"/>
              </a:ext>
            </a:extLst>
          </p:cNvPr>
          <p:cNvSpPr txBox="1"/>
          <p:nvPr userDrawn="1"/>
        </p:nvSpPr>
        <p:spPr>
          <a:xfrm>
            <a:off x="1611" y="4915450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111F478C-84AE-4601-9BE4-60468A3A6C06}" type="slidenum">
              <a:rPr lang="en-US" sz="800" smtClean="0">
                <a:solidFill>
                  <a:prstClr val="white">
                    <a:alpha val="50000"/>
                  </a:prstClr>
                </a:solidFill>
                <a:latin typeface="Arial"/>
              </a:rPr>
              <a:pPr/>
              <a:t>‹#›</a:t>
            </a:fld>
            <a:endParaRPr lang="en-US" sz="800" dirty="0">
              <a:solidFill>
                <a:prstClr val="white">
                  <a:alpha val="50000"/>
                </a:prstClr>
              </a:solidFill>
              <a:latin typeface="Arial"/>
            </a:endParaRPr>
          </a:p>
        </p:txBody>
      </p:sp>
      <p:pic>
        <p:nvPicPr>
          <p:cNvPr id="68" name="Graphic 67">
            <a:extLst>
              <a:ext uri="{FF2B5EF4-FFF2-40B4-BE49-F238E27FC236}">
                <a16:creationId xmlns:a16="http://schemas.microsoft.com/office/drawing/2014/main" id="{6ACC0D47-CD69-A847-8C9B-9B3ED8E969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994" y="812800"/>
            <a:ext cx="559153" cy="433070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40D05610-CDFB-4F49-A2FD-48483D8790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4974728" y="963182"/>
            <a:ext cx="5157215" cy="3230857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7DA7DCDF-9687-BF49-B8F6-8C31F682BE1E}"/>
              </a:ext>
            </a:extLst>
          </p:cNvPr>
          <p:cNvSpPr/>
          <p:nvPr userDrawn="1"/>
        </p:nvSpPr>
        <p:spPr>
          <a:xfrm>
            <a:off x="5942891" y="0"/>
            <a:ext cx="3213491" cy="5157216"/>
          </a:xfrm>
          <a:prstGeom prst="rect">
            <a:avLst/>
          </a:prstGeom>
          <a:gradFill flip="none" rotWithShape="1">
            <a:gsLst>
              <a:gs pos="66000">
                <a:schemeClr val="tx2">
                  <a:alpha val="0"/>
                </a:schemeClr>
              </a:gs>
              <a:gs pos="86000">
                <a:schemeClr val="tx2">
                  <a:alpha val="69000"/>
                </a:schemeClr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grpSp>
        <p:nvGrpSpPr>
          <p:cNvPr id="44" name="Hitachi CS Logo">
            <a:extLst>
              <a:ext uri="{FF2B5EF4-FFF2-40B4-BE49-F238E27FC236}">
                <a16:creationId xmlns:a16="http://schemas.microsoft.com/office/drawing/2014/main" id="{18D8EC0B-9E5B-7848-ABF4-FCF786D0FBBA}"/>
              </a:ext>
            </a:extLst>
          </p:cNvPr>
          <p:cNvGrpSpPr/>
          <p:nvPr userDrawn="1"/>
        </p:nvGrpSpPr>
        <p:grpSpPr>
          <a:xfrm>
            <a:off x="7684916" y="225821"/>
            <a:ext cx="1247901" cy="356665"/>
            <a:chOff x="2751138" y="3262313"/>
            <a:chExt cx="4665662" cy="1333500"/>
          </a:xfrm>
          <a:solidFill>
            <a:schemeClr val="bg1"/>
          </a:solidFill>
        </p:grpSpPr>
        <p:sp>
          <p:nvSpPr>
            <p:cNvPr id="45" name="Freeform 1">
              <a:extLst>
                <a:ext uri="{FF2B5EF4-FFF2-40B4-BE49-F238E27FC236}">
                  <a16:creationId xmlns:a16="http://schemas.microsoft.com/office/drawing/2014/main" id="{CD5B8358-6996-F247-AD74-8ADD0F156E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0138" y="3275013"/>
              <a:ext cx="673100" cy="631825"/>
            </a:xfrm>
            <a:custGeom>
              <a:avLst/>
              <a:gdLst>
                <a:gd name="T0" fmla="*/ 465 w 1868"/>
                <a:gd name="T1" fmla="*/ 0 h 1755"/>
                <a:gd name="T2" fmla="*/ 465 w 1868"/>
                <a:gd name="T3" fmla="*/ 700 h 1755"/>
                <a:gd name="T4" fmla="*/ 1402 w 1868"/>
                <a:gd name="T5" fmla="*/ 700 h 1755"/>
                <a:gd name="T6" fmla="*/ 1402 w 1868"/>
                <a:gd name="T7" fmla="*/ 0 h 1755"/>
                <a:gd name="T8" fmla="*/ 1867 w 1868"/>
                <a:gd name="T9" fmla="*/ 0 h 1755"/>
                <a:gd name="T10" fmla="*/ 1867 w 1868"/>
                <a:gd name="T11" fmla="*/ 1754 h 1755"/>
                <a:gd name="T12" fmla="*/ 1402 w 1868"/>
                <a:gd name="T13" fmla="*/ 1754 h 1755"/>
                <a:gd name="T14" fmla="*/ 1402 w 1868"/>
                <a:gd name="T15" fmla="*/ 983 h 1755"/>
                <a:gd name="T16" fmla="*/ 465 w 1868"/>
                <a:gd name="T17" fmla="*/ 983 h 1755"/>
                <a:gd name="T18" fmla="*/ 465 w 1868"/>
                <a:gd name="T19" fmla="*/ 1754 h 1755"/>
                <a:gd name="T20" fmla="*/ 0 w 1868"/>
                <a:gd name="T21" fmla="*/ 1754 h 1755"/>
                <a:gd name="T22" fmla="*/ 0 w 1868"/>
                <a:gd name="T23" fmla="*/ 0 h 1755"/>
                <a:gd name="T24" fmla="*/ 465 w 1868"/>
                <a:gd name="T25" fmla="*/ 0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68" h="1755">
                  <a:moveTo>
                    <a:pt x="465" y="0"/>
                  </a:moveTo>
                  <a:cubicBezTo>
                    <a:pt x="465" y="0"/>
                    <a:pt x="465" y="705"/>
                    <a:pt x="465" y="700"/>
                  </a:cubicBezTo>
                  <a:lnTo>
                    <a:pt x="1402" y="700"/>
                  </a:lnTo>
                  <a:cubicBezTo>
                    <a:pt x="1402" y="705"/>
                    <a:pt x="1402" y="0"/>
                    <a:pt x="1402" y="0"/>
                  </a:cubicBezTo>
                  <a:cubicBezTo>
                    <a:pt x="1402" y="0"/>
                    <a:pt x="1863" y="0"/>
                    <a:pt x="1867" y="0"/>
                  </a:cubicBezTo>
                  <a:cubicBezTo>
                    <a:pt x="1867" y="0"/>
                    <a:pt x="1867" y="1750"/>
                    <a:pt x="1867" y="1754"/>
                  </a:cubicBezTo>
                  <a:lnTo>
                    <a:pt x="1402" y="1754"/>
                  </a:lnTo>
                  <a:cubicBezTo>
                    <a:pt x="1402" y="1754"/>
                    <a:pt x="1402" y="987"/>
                    <a:pt x="1402" y="983"/>
                  </a:cubicBezTo>
                  <a:cubicBezTo>
                    <a:pt x="1402" y="987"/>
                    <a:pt x="465" y="983"/>
                    <a:pt x="465" y="983"/>
                  </a:cubicBezTo>
                  <a:cubicBezTo>
                    <a:pt x="465" y="987"/>
                    <a:pt x="465" y="1754"/>
                    <a:pt x="465" y="1754"/>
                  </a:cubicBezTo>
                  <a:lnTo>
                    <a:pt x="0" y="1754"/>
                  </a:lnTo>
                  <a:cubicBezTo>
                    <a:pt x="0" y="1754"/>
                    <a:pt x="4" y="0"/>
                    <a:pt x="0" y="0"/>
                  </a:cubicBezTo>
                  <a:lnTo>
                    <a:pt x="46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46" name="Freeform 2">
              <a:extLst>
                <a:ext uri="{FF2B5EF4-FFF2-40B4-BE49-F238E27FC236}">
                  <a16:creationId xmlns:a16="http://schemas.microsoft.com/office/drawing/2014/main" id="{61E1DF9D-38DF-8B47-99C5-994408C0BE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3050" y="3275013"/>
              <a:ext cx="677863" cy="631825"/>
            </a:xfrm>
            <a:custGeom>
              <a:avLst/>
              <a:gdLst>
                <a:gd name="T0" fmla="*/ 1883 w 1884"/>
                <a:gd name="T1" fmla="*/ 0 h 1755"/>
                <a:gd name="T2" fmla="*/ 1883 w 1884"/>
                <a:gd name="T3" fmla="*/ 298 h 1755"/>
                <a:gd name="T4" fmla="*/ 1174 w 1884"/>
                <a:gd name="T5" fmla="*/ 298 h 1755"/>
                <a:gd name="T6" fmla="*/ 1174 w 1884"/>
                <a:gd name="T7" fmla="*/ 1754 h 1755"/>
                <a:gd name="T8" fmla="*/ 709 w 1884"/>
                <a:gd name="T9" fmla="*/ 1754 h 1755"/>
                <a:gd name="T10" fmla="*/ 709 w 1884"/>
                <a:gd name="T11" fmla="*/ 298 h 1755"/>
                <a:gd name="T12" fmla="*/ 0 w 1884"/>
                <a:gd name="T13" fmla="*/ 298 h 1755"/>
                <a:gd name="T14" fmla="*/ 0 w 1884"/>
                <a:gd name="T15" fmla="*/ 0 h 1755"/>
                <a:gd name="T16" fmla="*/ 1883 w 1884"/>
                <a:gd name="T17" fmla="*/ 0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84" h="1755">
                  <a:moveTo>
                    <a:pt x="1883" y="0"/>
                  </a:moveTo>
                  <a:cubicBezTo>
                    <a:pt x="1883" y="4"/>
                    <a:pt x="1883" y="298"/>
                    <a:pt x="1883" y="298"/>
                  </a:cubicBezTo>
                  <a:lnTo>
                    <a:pt x="1174" y="298"/>
                  </a:lnTo>
                  <a:lnTo>
                    <a:pt x="1174" y="1754"/>
                  </a:lnTo>
                  <a:lnTo>
                    <a:pt x="709" y="1754"/>
                  </a:lnTo>
                  <a:lnTo>
                    <a:pt x="709" y="298"/>
                  </a:lnTo>
                  <a:lnTo>
                    <a:pt x="0" y="298"/>
                  </a:lnTo>
                  <a:lnTo>
                    <a:pt x="0" y="0"/>
                  </a:lnTo>
                  <a:lnTo>
                    <a:pt x="1883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48" name="Freeform 3">
              <a:extLst>
                <a:ext uri="{FF2B5EF4-FFF2-40B4-BE49-F238E27FC236}">
                  <a16:creationId xmlns:a16="http://schemas.microsoft.com/office/drawing/2014/main" id="{E5AF21FF-4CD6-4A42-A1BA-C0D12C7598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4863" y="3275013"/>
              <a:ext cx="796925" cy="631825"/>
            </a:xfrm>
            <a:custGeom>
              <a:avLst/>
              <a:gdLst>
                <a:gd name="T0" fmla="*/ 2214 w 2215"/>
                <a:gd name="T1" fmla="*/ 1754 h 1755"/>
                <a:gd name="T2" fmla="*/ 1695 w 2215"/>
                <a:gd name="T3" fmla="*/ 1754 h 1755"/>
                <a:gd name="T4" fmla="*/ 1542 w 2215"/>
                <a:gd name="T5" fmla="*/ 1377 h 1755"/>
                <a:gd name="T6" fmla="*/ 672 w 2215"/>
                <a:gd name="T7" fmla="*/ 1377 h 1755"/>
                <a:gd name="T8" fmla="*/ 518 w 2215"/>
                <a:gd name="T9" fmla="*/ 1754 h 1755"/>
                <a:gd name="T10" fmla="*/ 0 w 2215"/>
                <a:gd name="T11" fmla="*/ 1754 h 1755"/>
                <a:gd name="T12" fmla="*/ 825 w 2215"/>
                <a:gd name="T13" fmla="*/ 0 h 1755"/>
                <a:gd name="T14" fmla="*/ 1392 w 2215"/>
                <a:gd name="T15" fmla="*/ 0 h 1755"/>
                <a:gd name="T16" fmla="*/ 2214 w 2215"/>
                <a:gd name="T17" fmla="*/ 1754 h 1755"/>
                <a:gd name="T18" fmla="*/ 788 w 2215"/>
                <a:gd name="T19" fmla="*/ 1095 h 1755"/>
                <a:gd name="T20" fmla="*/ 1434 w 2215"/>
                <a:gd name="T21" fmla="*/ 1095 h 1755"/>
                <a:gd name="T22" fmla="*/ 1107 w 2215"/>
                <a:gd name="T23" fmla="*/ 298 h 1755"/>
                <a:gd name="T24" fmla="*/ 788 w 2215"/>
                <a:gd name="T25" fmla="*/ 1095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15" h="1755">
                  <a:moveTo>
                    <a:pt x="2214" y="1754"/>
                  </a:moveTo>
                  <a:cubicBezTo>
                    <a:pt x="2214" y="1754"/>
                    <a:pt x="1691" y="1754"/>
                    <a:pt x="1695" y="1754"/>
                  </a:cubicBezTo>
                  <a:lnTo>
                    <a:pt x="1542" y="1377"/>
                  </a:lnTo>
                  <a:lnTo>
                    <a:pt x="672" y="1377"/>
                  </a:lnTo>
                  <a:cubicBezTo>
                    <a:pt x="672" y="1377"/>
                    <a:pt x="522" y="1754"/>
                    <a:pt x="518" y="1754"/>
                  </a:cubicBezTo>
                  <a:lnTo>
                    <a:pt x="0" y="1754"/>
                  </a:lnTo>
                  <a:lnTo>
                    <a:pt x="825" y="0"/>
                  </a:lnTo>
                  <a:lnTo>
                    <a:pt x="1392" y="0"/>
                  </a:lnTo>
                  <a:lnTo>
                    <a:pt x="2214" y="1754"/>
                  </a:lnTo>
                  <a:close/>
                  <a:moveTo>
                    <a:pt x="788" y="1095"/>
                  </a:moveTo>
                  <a:lnTo>
                    <a:pt x="1434" y="1095"/>
                  </a:lnTo>
                  <a:lnTo>
                    <a:pt x="1107" y="298"/>
                  </a:lnTo>
                  <a:lnTo>
                    <a:pt x="788" y="1095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49" name="Freeform 4">
              <a:extLst>
                <a:ext uri="{FF2B5EF4-FFF2-40B4-BE49-F238E27FC236}">
                  <a16:creationId xmlns:a16="http://schemas.microsoft.com/office/drawing/2014/main" id="{BE0978A0-9705-5C41-ABD3-22224DEB67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85000" y="3275013"/>
              <a:ext cx="166688" cy="631825"/>
            </a:xfrm>
            <a:custGeom>
              <a:avLst/>
              <a:gdLst>
                <a:gd name="T0" fmla="*/ 232 w 465"/>
                <a:gd name="T1" fmla="*/ 1754 h 1755"/>
                <a:gd name="T2" fmla="*/ 0 w 465"/>
                <a:gd name="T3" fmla="*/ 1754 h 1755"/>
                <a:gd name="T4" fmla="*/ 0 w 465"/>
                <a:gd name="T5" fmla="*/ 0 h 1755"/>
                <a:gd name="T6" fmla="*/ 464 w 465"/>
                <a:gd name="T7" fmla="*/ 0 h 1755"/>
                <a:gd name="T8" fmla="*/ 464 w 465"/>
                <a:gd name="T9" fmla="*/ 1754 h 1755"/>
                <a:gd name="T10" fmla="*/ 232 w 465"/>
                <a:gd name="T11" fmla="*/ 1754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5" h="1755">
                  <a:moveTo>
                    <a:pt x="232" y="1754"/>
                  </a:moveTo>
                  <a:lnTo>
                    <a:pt x="0" y="1754"/>
                  </a:lnTo>
                  <a:lnTo>
                    <a:pt x="0" y="0"/>
                  </a:lnTo>
                  <a:lnTo>
                    <a:pt x="464" y="0"/>
                  </a:lnTo>
                  <a:lnTo>
                    <a:pt x="464" y="1754"/>
                  </a:lnTo>
                  <a:lnTo>
                    <a:pt x="232" y="175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50" name="Freeform 5">
              <a:extLst>
                <a:ext uri="{FF2B5EF4-FFF2-40B4-BE49-F238E27FC236}">
                  <a16:creationId xmlns:a16="http://schemas.microsoft.com/office/drawing/2014/main" id="{91C1523C-9E31-C24C-878C-212A6E9E35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9588" y="3275013"/>
              <a:ext cx="673100" cy="631825"/>
            </a:xfrm>
            <a:custGeom>
              <a:avLst/>
              <a:gdLst>
                <a:gd name="T0" fmla="*/ 465 w 1868"/>
                <a:gd name="T1" fmla="*/ 0 h 1755"/>
                <a:gd name="T2" fmla="*/ 465 w 1868"/>
                <a:gd name="T3" fmla="*/ 700 h 1755"/>
                <a:gd name="T4" fmla="*/ 1402 w 1868"/>
                <a:gd name="T5" fmla="*/ 700 h 1755"/>
                <a:gd name="T6" fmla="*/ 1402 w 1868"/>
                <a:gd name="T7" fmla="*/ 0 h 1755"/>
                <a:gd name="T8" fmla="*/ 1867 w 1868"/>
                <a:gd name="T9" fmla="*/ 0 h 1755"/>
                <a:gd name="T10" fmla="*/ 1867 w 1868"/>
                <a:gd name="T11" fmla="*/ 1754 h 1755"/>
                <a:gd name="T12" fmla="*/ 1402 w 1868"/>
                <a:gd name="T13" fmla="*/ 1754 h 1755"/>
                <a:gd name="T14" fmla="*/ 1402 w 1868"/>
                <a:gd name="T15" fmla="*/ 983 h 1755"/>
                <a:gd name="T16" fmla="*/ 465 w 1868"/>
                <a:gd name="T17" fmla="*/ 983 h 1755"/>
                <a:gd name="T18" fmla="*/ 465 w 1868"/>
                <a:gd name="T19" fmla="*/ 1754 h 1755"/>
                <a:gd name="T20" fmla="*/ 0 w 1868"/>
                <a:gd name="T21" fmla="*/ 1754 h 1755"/>
                <a:gd name="T22" fmla="*/ 0 w 1868"/>
                <a:gd name="T23" fmla="*/ 0 h 1755"/>
                <a:gd name="T24" fmla="*/ 465 w 1868"/>
                <a:gd name="T25" fmla="*/ 0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68" h="1755">
                  <a:moveTo>
                    <a:pt x="465" y="0"/>
                  </a:moveTo>
                  <a:cubicBezTo>
                    <a:pt x="465" y="0"/>
                    <a:pt x="465" y="705"/>
                    <a:pt x="465" y="700"/>
                  </a:cubicBezTo>
                  <a:lnTo>
                    <a:pt x="1402" y="700"/>
                  </a:lnTo>
                  <a:cubicBezTo>
                    <a:pt x="1402" y="705"/>
                    <a:pt x="1402" y="0"/>
                    <a:pt x="1402" y="0"/>
                  </a:cubicBezTo>
                  <a:cubicBezTo>
                    <a:pt x="1402" y="0"/>
                    <a:pt x="1863" y="0"/>
                    <a:pt x="1867" y="0"/>
                  </a:cubicBezTo>
                  <a:cubicBezTo>
                    <a:pt x="1867" y="0"/>
                    <a:pt x="1867" y="1750"/>
                    <a:pt x="1867" y="1754"/>
                  </a:cubicBezTo>
                  <a:lnTo>
                    <a:pt x="1402" y="1754"/>
                  </a:lnTo>
                  <a:cubicBezTo>
                    <a:pt x="1402" y="1754"/>
                    <a:pt x="1402" y="987"/>
                    <a:pt x="1402" y="983"/>
                  </a:cubicBezTo>
                  <a:cubicBezTo>
                    <a:pt x="1402" y="987"/>
                    <a:pt x="465" y="983"/>
                    <a:pt x="465" y="983"/>
                  </a:cubicBezTo>
                  <a:cubicBezTo>
                    <a:pt x="465" y="987"/>
                    <a:pt x="465" y="1754"/>
                    <a:pt x="465" y="1754"/>
                  </a:cubicBezTo>
                  <a:lnTo>
                    <a:pt x="0" y="1754"/>
                  </a:lnTo>
                  <a:cubicBezTo>
                    <a:pt x="0" y="1754"/>
                    <a:pt x="5" y="0"/>
                    <a:pt x="0" y="0"/>
                  </a:cubicBezTo>
                  <a:lnTo>
                    <a:pt x="46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51" name="Freeform 6">
              <a:extLst>
                <a:ext uri="{FF2B5EF4-FFF2-40B4-BE49-F238E27FC236}">
                  <a16:creationId xmlns:a16="http://schemas.microsoft.com/office/drawing/2014/main" id="{30ED9753-1F08-954B-B024-18C0E83AE7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4450" y="3275013"/>
              <a:ext cx="168275" cy="631825"/>
            </a:xfrm>
            <a:custGeom>
              <a:avLst/>
              <a:gdLst>
                <a:gd name="T0" fmla="*/ 233 w 466"/>
                <a:gd name="T1" fmla="*/ 1754 h 1755"/>
                <a:gd name="T2" fmla="*/ 0 w 466"/>
                <a:gd name="T3" fmla="*/ 1754 h 1755"/>
                <a:gd name="T4" fmla="*/ 0 w 466"/>
                <a:gd name="T5" fmla="*/ 0 h 1755"/>
                <a:gd name="T6" fmla="*/ 465 w 466"/>
                <a:gd name="T7" fmla="*/ 0 h 1755"/>
                <a:gd name="T8" fmla="*/ 465 w 466"/>
                <a:gd name="T9" fmla="*/ 1754 h 1755"/>
                <a:gd name="T10" fmla="*/ 233 w 466"/>
                <a:gd name="T11" fmla="*/ 1754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6" h="1755">
                  <a:moveTo>
                    <a:pt x="233" y="1754"/>
                  </a:moveTo>
                  <a:lnTo>
                    <a:pt x="0" y="1754"/>
                  </a:lnTo>
                  <a:lnTo>
                    <a:pt x="0" y="0"/>
                  </a:lnTo>
                  <a:lnTo>
                    <a:pt x="465" y="0"/>
                  </a:lnTo>
                  <a:lnTo>
                    <a:pt x="465" y="1754"/>
                  </a:lnTo>
                  <a:lnTo>
                    <a:pt x="233" y="175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52" name="Freeform 7">
              <a:extLst>
                <a:ext uri="{FF2B5EF4-FFF2-40B4-BE49-F238E27FC236}">
                  <a16:creationId xmlns:a16="http://schemas.microsoft.com/office/drawing/2014/main" id="{F90C692D-6727-254E-9A6D-86638CBD76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3213" y="3262313"/>
              <a:ext cx="715962" cy="663575"/>
            </a:xfrm>
            <a:custGeom>
              <a:avLst/>
              <a:gdLst>
                <a:gd name="T0" fmla="*/ 62 w 1988"/>
                <a:gd name="T1" fmla="*/ 1307 h 1842"/>
                <a:gd name="T2" fmla="*/ 0 w 1988"/>
                <a:gd name="T3" fmla="*/ 933 h 1842"/>
                <a:gd name="T4" fmla="*/ 120 w 1988"/>
                <a:gd name="T5" fmla="*/ 423 h 1842"/>
                <a:gd name="T6" fmla="*/ 518 w 1988"/>
                <a:gd name="T7" fmla="*/ 91 h 1842"/>
                <a:gd name="T8" fmla="*/ 1033 w 1988"/>
                <a:gd name="T9" fmla="*/ 0 h 1842"/>
                <a:gd name="T10" fmla="*/ 1618 w 1988"/>
                <a:gd name="T11" fmla="*/ 125 h 1842"/>
                <a:gd name="T12" fmla="*/ 1950 w 1988"/>
                <a:gd name="T13" fmla="*/ 531 h 1842"/>
                <a:gd name="T14" fmla="*/ 1966 w 1988"/>
                <a:gd name="T15" fmla="*/ 643 h 1842"/>
                <a:gd name="T16" fmla="*/ 1481 w 1988"/>
                <a:gd name="T17" fmla="*/ 643 h 1842"/>
                <a:gd name="T18" fmla="*/ 1456 w 1988"/>
                <a:gd name="T19" fmla="*/ 506 h 1842"/>
                <a:gd name="T20" fmla="*/ 1240 w 1988"/>
                <a:gd name="T21" fmla="*/ 303 h 1842"/>
                <a:gd name="T22" fmla="*/ 1037 w 1988"/>
                <a:gd name="T23" fmla="*/ 274 h 1842"/>
                <a:gd name="T24" fmla="*/ 809 w 1988"/>
                <a:gd name="T25" fmla="*/ 315 h 1842"/>
                <a:gd name="T26" fmla="*/ 556 w 1988"/>
                <a:gd name="T27" fmla="*/ 573 h 1842"/>
                <a:gd name="T28" fmla="*/ 494 w 1988"/>
                <a:gd name="T29" fmla="*/ 942 h 1842"/>
                <a:gd name="T30" fmla="*/ 539 w 1988"/>
                <a:gd name="T31" fmla="*/ 1249 h 1842"/>
                <a:gd name="T32" fmla="*/ 792 w 1988"/>
                <a:gd name="T33" fmla="*/ 1527 h 1842"/>
                <a:gd name="T34" fmla="*/ 1041 w 1988"/>
                <a:gd name="T35" fmla="*/ 1572 h 1842"/>
                <a:gd name="T36" fmla="*/ 1257 w 1988"/>
                <a:gd name="T37" fmla="*/ 1539 h 1842"/>
                <a:gd name="T38" fmla="*/ 1460 w 1988"/>
                <a:gd name="T39" fmla="*/ 1356 h 1842"/>
                <a:gd name="T40" fmla="*/ 1497 w 1988"/>
                <a:gd name="T41" fmla="*/ 1170 h 1842"/>
                <a:gd name="T42" fmla="*/ 1987 w 1988"/>
                <a:gd name="T43" fmla="*/ 1170 h 1842"/>
                <a:gd name="T44" fmla="*/ 1962 w 1988"/>
                <a:gd name="T45" fmla="*/ 1336 h 1842"/>
                <a:gd name="T46" fmla="*/ 1638 w 1988"/>
                <a:gd name="T47" fmla="*/ 1721 h 1842"/>
                <a:gd name="T48" fmla="*/ 1041 w 1988"/>
                <a:gd name="T49" fmla="*/ 1841 h 1842"/>
                <a:gd name="T50" fmla="*/ 568 w 1988"/>
                <a:gd name="T51" fmla="*/ 1771 h 1842"/>
                <a:gd name="T52" fmla="*/ 62 w 1988"/>
                <a:gd name="T53" fmla="*/ 1307 h 1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988" h="1842">
                  <a:moveTo>
                    <a:pt x="62" y="1307"/>
                  </a:moveTo>
                  <a:cubicBezTo>
                    <a:pt x="21" y="1191"/>
                    <a:pt x="0" y="1066"/>
                    <a:pt x="0" y="933"/>
                  </a:cubicBezTo>
                  <a:cubicBezTo>
                    <a:pt x="0" y="751"/>
                    <a:pt x="33" y="573"/>
                    <a:pt x="120" y="423"/>
                  </a:cubicBezTo>
                  <a:cubicBezTo>
                    <a:pt x="211" y="270"/>
                    <a:pt x="348" y="154"/>
                    <a:pt x="518" y="91"/>
                  </a:cubicBezTo>
                  <a:cubicBezTo>
                    <a:pt x="680" y="33"/>
                    <a:pt x="850" y="0"/>
                    <a:pt x="1033" y="0"/>
                  </a:cubicBezTo>
                  <a:cubicBezTo>
                    <a:pt x="1240" y="0"/>
                    <a:pt x="1439" y="46"/>
                    <a:pt x="1618" y="125"/>
                  </a:cubicBezTo>
                  <a:cubicBezTo>
                    <a:pt x="1784" y="195"/>
                    <a:pt x="1912" y="349"/>
                    <a:pt x="1950" y="531"/>
                  </a:cubicBezTo>
                  <a:cubicBezTo>
                    <a:pt x="1958" y="568"/>
                    <a:pt x="1962" y="606"/>
                    <a:pt x="1966" y="643"/>
                  </a:cubicBezTo>
                  <a:lnTo>
                    <a:pt x="1481" y="643"/>
                  </a:lnTo>
                  <a:cubicBezTo>
                    <a:pt x="1481" y="597"/>
                    <a:pt x="1472" y="552"/>
                    <a:pt x="1456" y="506"/>
                  </a:cubicBezTo>
                  <a:cubicBezTo>
                    <a:pt x="1419" y="411"/>
                    <a:pt x="1340" y="332"/>
                    <a:pt x="1240" y="303"/>
                  </a:cubicBezTo>
                  <a:cubicBezTo>
                    <a:pt x="1174" y="282"/>
                    <a:pt x="1107" y="274"/>
                    <a:pt x="1037" y="274"/>
                  </a:cubicBezTo>
                  <a:cubicBezTo>
                    <a:pt x="958" y="274"/>
                    <a:pt x="879" y="286"/>
                    <a:pt x="809" y="315"/>
                  </a:cubicBezTo>
                  <a:cubicBezTo>
                    <a:pt x="688" y="357"/>
                    <a:pt x="597" y="452"/>
                    <a:pt x="556" y="573"/>
                  </a:cubicBezTo>
                  <a:cubicBezTo>
                    <a:pt x="514" y="689"/>
                    <a:pt x="494" y="813"/>
                    <a:pt x="494" y="942"/>
                  </a:cubicBezTo>
                  <a:cubicBezTo>
                    <a:pt x="494" y="1050"/>
                    <a:pt x="510" y="1153"/>
                    <a:pt x="539" y="1249"/>
                  </a:cubicBezTo>
                  <a:cubicBezTo>
                    <a:pt x="572" y="1377"/>
                    <a:pt x="672" y="1481"/>
                    <a:pt x="792" y="1527"/>
                  </a:cubicBezTo>
                  <a:cubicBezTo>
                    <a:pt x="871" y="1556"/>
                    <a:pt x="954" y="1572"/>
                    <a:pt x="1041" y="1572"/>
                  </a:cubicBezTo>
                  <a:cubicBezTo>
                    <a:pt x="1116" y="1572"/>
                    <a:pt x="1186" y="1560"/>
                    <a:pt x="1257" y="1539"/>
                  </a:cubicBezTo>
                  <a:cubicBezTo>
                    <a:pt x="1348" y="1510"/>
                    <a:pt x="1423" y="1444"/>
                    <a:pt x="1460" y="1356"/>
                  </a:cubicBezTo>
                  <a:cubicBezTo>
                    <a:pt x="1485" y="1298"/>
                    <a:pt x="1497" y="1236"/>
                    <a:pt x="1497" y="1170"/>
                  </a:cubicBezTo>
                  <a:lnTo>
                    <a:pt x="1987" y="1170"/>
                  </a:lnTo>
                  <a:cubicBezTo>
                    <a:pt x="1983" y="1228"/>
                    <a:pt x="1974" y="1282"/>
                    <a:pt x="1962" y="1336"/>
                  </a:cubicBezTo>
                  <a:cubicBezTo>
                    <a:pt x="1920" y="1510"/>
                    <a:pt x="1800" y="1655"/>
                    <a:pt x="1638" y="1721"/>
                  </a:cubicBezTo>
                  <a:cubicBezTo>
                    <a:pt x="1456" y="1800"/>
                    <a:pt x="1253" y="1841"/>
                    <a:pt x="1041" y="1841"/>
                  </a:cubicBezTo>
                  <a:cubicBezTo>
                    <a:pt x="875" y="1841"/>
                    <a:pt x="718" y="1817"/>
                    <a:pt x="568" y="1771"/>
                  </a:cubicBezTo>
                  <a:cubicBezTo>
                    <a:pt x="336" y="1692"/>
                    <a:pt x="137" y="1527"/>
                    <a:pt x="62" y="1307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53" name="Freeform 8">
              <a:extLst>
                <a:ext uri="{FF2B5EF4-FFF2-40B4-BE49-F238E27FC236}">
                  <a16:creationId xmlns:a16="http://schemas.microsoft.com/office/drawing/2014/main" id="{28A0CD15-B12D-F746-B7D3-CEF65E9752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1138" y="4083050"/>
              <a:ext cx="153987" cy="398463"/>
            </a:xfrm>
            <a:custGeom>
              <a:avLst/>
              <a:gdLst>
                <a:gd name="T0" fmla="*/ 415 w 428"/>
                <a:gd name="T1" fmla="*/ 0 h 1109"/>
                <a:gd name="T2" fmla="*/ 0 w 428"/>
                <a:gd name="T3" fmla="*/ 38 h 1109"/>
                <a:gd name="T4" fmla="*/ 0 w 428"/>
                <a:gd name="T5" fmla="*/ 100 h 1109"/>
                <a:gd name="T6" fmla="*/ 12 w 428"/>
                <a:gd name="T7" fmla="*/ 100 h 1109"/>
                <a:gd name="T8" fmla="*/ 178 w 428"/>
                <a:gd name="T9" fmla="*/ 241 h 1109"/>
                <a:gd name="T10" fmla="*/ 178 w 428"/>
                <a:gd name="T11" fmla="*/ 1108 h 1109"/>
                <a:gd name="T12" fmla="*/ 427 w 428"/>
                <a:gd name="T13" fmla="*/ 1108 h 1109"/>
                <a:gd name="T14" fmla="*/ 427 w 428"/>
                <a:gd name="T15" fmla="*/ 0 h 1109"/>
                <a:gd name="T16" fmla="*/ 415 w 428"/>
                <a:gd name="T17" fmla="*/ 0 h 1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8" h="1109">
                  <a:moveTo>
                    <a:pt x="415" y="0"/>
                  </a:moveTo>
                  <a:lnTo>
                    <a:pt x="0" y="38"/>
                  </a:lnTo>
                  <a:lnTo>
                    <a:pt x="0" y="100"/>
                  </a:lnTo>
                  <a:lnTo>
                    <a:pt x="12" y="100"/>
                  </a:lnTo>
                  <a:cubicBezTo>
                    <a:pt x="178" y="121"/>
                    <a:pt x="178" y="121"/>
                    <a:pt x="178" y="241"/>
                  </a:cubicBezTo>
                  <a:lnTo>
                    <a:pt x="178" y="1108"/>
                  </a:lnTo>
                  <a:lnTo>
                    <a:pt x="427" y="1108"/>
                  </a:lnTo>
                  <a:lnTo>
                    <a:pt x="427" y="0"/>
                  </a:lnTo>
                  <a:lnTo>
                    <a:pt x="41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54" name="Freeform 9">
              <a:extLst>
                <a:ext uri="{FF2B5EF4-FFF2-40B4-BE49-F238E27FC236}">
                  <a16:creationId xmlns:a16="http://schemas.microsoft.com/office/drawing/2014/main" id="{3C4C823A-C569-3D49-8AB6-D1C790F4B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6088" y="4198938"/>
              <a:ext cx="315912" cy="282575"/>
            </a:xfrm>
            <a:custGeom>
              <a:avLst/>
              <a:gdLst>
                <a:gd name="T0" fmla="*/ 643 w 876"/>
                <a:gd name="T1" fmla="*/ 4 h 785"/>
                <a:gd name="T2" fmla="*/ 353 w 876"/>
                <a:gd name="T3" fmla="*/ 170 h 785"/>
                <a:gd name="T4" fmla="*/ 353 w 876"/>
                <a:gd name="T5" fmla="*/ 0 h 785"/>
                <a:gd name="T6" fmla="*/ 336 w 876"/>
                <a:gd name="T7" fmla="*/ 4 h 785"/>
                <a:gd name="T8" fmla="*/ 0 w 876"/>
                <a:gd name="T9" fmla="*/ 58 h 785"/>
                <a:gd name="T10" fmla="*/ 0 w 876"/>
                <a:gd name="T11" fmla="*/ 116 h 785"/>
                <a:gd name="T12" fmla="*/ 17 w 876"/>
                <a:gd name="T13" fmla="*/ 116 h 785"/>
                <a:gd name="T14" fmla="*/ 145 w 876"/>
                <a:gd name="T15" fmla="*/ 240 h 785"/>
                <a:gd name="T16" fmla="*/ 145 w 876"/>
                <a:gd name="T17" fmla="*/ 784 h 785"/>
                <a:gd name="T18" fmla="*/ 353 w 876"/>
                <a:gd name="T19" fmla="*/ 784 h 785"/>
                <a:gd name="T20" fmla="*/ 353 w 876"/>
                <a:gd name="T21" fmla="*/ 386 h 785"/>
                <a:gd name="T22" fmla="*/ 560 w 876"/>
                <a:gd name="T23" fmla="*/ 141 h 785"/>
                <a:gd name="T24" fmla="*/ 664 w 876"/>
                <a:gd name="T25" fmla="*/ 361 h 785"/>
                <a:gd name="T26" fmla="*/ 664 w 876"/>
                <a:gd name="T27" fmla="*/ 784 h 785"/>
                <a:gd name="T28" fmla="*/ 871 w 876"/>
                <a:gd name="T29" fmla="*/ 784 h 785"/>
                <a:gd name="T30" fmla="*/ 871 w 876"/>
                <a:gd name="T31" fmla="*/ 240 h 785"/>
                <a:gd name="T32" fmla="*/ 643 w 876"/>
                <a:gd name="T33" fmla="*/ 4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6" h="785">
                  <a:moveTo>
                    <a:pt x="643" y="4"/>
                  </a:moveTo>
                  <a:cubicBezTo>
                    <a:pt x="490" y="4"/>
                    <a:pt x="398" y="108"/>
                    <a:pt x="353" y="170"/>
                  </a:cubicBezTo>
                  <a:cubicBezTo>
                    <a:pt x="353" y="112"/>
                    <a:pt x="353" y="0"/>
                    <a:pt x="353" y="0"/>
                  </a:cubicBezTo>
                  <a:lnTo>
                    <a:pt x="336" y="4"/>
                  </a:lnTo>
                  <a:lnTo>
                    <a:pt x="0" y="58"/>
                  </a:lnTo>
                  <a:lnTo>
                    <a:pt x="0" y="116"/>
                  </a:lnTo>
                  <a:lnTo>
                    <a:pt x="17" y="116"/>
                  </a:lnTo>
                  <a:cubicBezTo>
                    <a:pt x="124" y="120"/>
                    <a:pt x="145" y="141"/>
                    <a:pt x="145" y="240"/>
                  </a:cubicBezTo>
                  <a:lnTo>
                    <a:pt x="145" y="784"/>
                  </a:lnTo>
                  <a:lnTo>
                    <a:pt x="353" y="784"/>
                  </a:lnTo>
                  <a:lnTo>
                    <a:pt x="353" y="386"/>
                  </a:lnTo>
                  <a:cubicBezTo>
                    <a:pt x="353" y="278"/>
                    <a:pt x="452" y="141"/>
                    <a:pt x="560" y="141"/>
                  </a:cubicBezTo>
                  <a:cubicBezTo>
                    <a:pt x="660" y="141"/>
                    <a:pt x="664" y="224"/>
                    <a:pt x="664" y="361"/>
                  </a:cubicBezTo>
                  <a:lnTo>
                    <a:pt x="664" y="784"/>
                  </a:lnTo>
                  <a:lnTo>
                    <a:pt x="871" y="784"/>
                  </a:lnTo>
                  <a:lnTo>
                    <a:pt x="871" y="240"/>
                  </a:lnTo>
                  <a:cubicBezTo>
                    <a:pt x="875" y="87"/>
                    <a:pt x="792" y="4"/>
                    <a:pt x="643" y="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55" name="Freeform 10">
              <a:extLst>
                <a:ext uri="{FF2B5EF4-FFF2-40B4-BE49-F238E27FC236}">
                  <a16:creationId xmlns:a16="http://schemas.microsoft.com/office/drawing/2014/main" id="{7A88AD6E-0D1C-8045-9383-D68651C230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6138" y="4200525"/>
              <a:ext cx="212725" cy="288925"/>
            </a:xfrm>
            <a:custGeom>
              <a:avLst/>
              <a:gdLst>
                <a:gd name="T0" fmla="*/ 348 w 590"/>
                <a:gd name="T1" fmla="*/ 303 h 802"/>
                <a:gd name="T2" fmla="*/ 195 w 590"/>
                <a:gd name="T3" fmla="*/ 170 h 802"/>
                <a:gd name="T4" fmla="*/ 307 w 590"/>
                <a:gd name="T5" fmla="*/ 100 h 802"/>
                <a:gd name="T6" fmla="*/ 502 w 590"/>
                <a:gd name="T7" fmla="*/ 166 h 802"/>
                <a:gd name="T8" fmla="*/ 535 w 590"/>
                <a:gd name="T9" fmla="*/ 187 h 802"/>
                <a:gd name="T10" fmla="*/ 535 w 590"/>
                <a:gd name="T11" fmla="*/ 162 h 802"/>
                <a:gd name="T12" fmla="*/ 535 w 590"/>
                <a:gd name="T13" fmla="*/ 33 h 802"/>
                <a:gd name="T14" fmla="*/ 506 w 590"/>
                <a:gd name="T15" fmla="*/ 25 h 802"/>
                <a:gd name="T16" fmla="*/ 315 w 590"/>
                <a:gd name="T17" fmla="*/ 0 h 802"/>
                <a:gd name="T18" fmla="*/ 0 w 590"/>
                <a:gd name="T19" fmla="*/ 224 h 802"/>
                <a:gd name="T20" fmla="*/ 228 w 590"/>
                <a:gd name="T21" fmla="*/ 465 h 802"/>
                <a:gd name="T22" fmla="*/ 390 w 590"/>
                <a:gd name="T23" fmla="*/ 606 h 802"/>
                <a:gd name="T24" fmla="*/ 249 w 590"/>
                <a:gd name="T25" fmla="*/ 697 h 802"/>
                <a:gd name="T26" fmla="*/ 20 w 590"/>
                <a:gd name="T27" fmla="*/ 618 h 802"/>
                <a:gd name="T28" fmla="*/ 0 w 590"/>
                <a:gd name="T29" fmla="*/ 606 h 802"/>
                <a:gd name="T30" fmla="*/ 0 w 590"/>
                <a:gd name="T31" fmla="*/ 767 h 802"/>
                <a:gd name="T32" fmla="*/ 16 w 590"/>
                <a:gd name="T33" fmla="*/ 771 h 802"/>
                <a:gd name="T34" fmla="*/ 244 w 590"/>
                <a:gd name="T35" fmla="*/ 801 h 802"/>
                <a:gd name="T36" fmla="*/ 580 w 590"/>
                <a:gd name="T37" fmla="*/ 568 h 802"/>
                <a:gd name="T38" fmla="*/ 348 w 590"/>
                <a:gd name="T39" fmla="*/ 303 h 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90" h="802">
                  <a:moveTo>
                    <a:pt x="348" y="303"/>
                  </a:moveTo>
                  <a:cubicBezTo>
                    <a:pt x="265" y="261"/>
                    <a:pt x="195" y="228"/>
                    <a:pt x="195" y="170"/>
                  </a:cubicBezTo>
                  <a:cubicBezTo>
                    <a:pt x="195" y="104"/>
                    <a:pt x="274" y="100"/>
                    <a:pt x="307" y="100"/>
                  </a:cubicBezTo>
                  <a:cubicBezTo>
                    <a:pt x="394" y="100"/>
                    <a:pt x="468" y="145"/>
                    <a:pt x="502" y="166"/>
                  </a:cubicBezTo>
                  <a:lnTo>
                    <a:pt x="535" y="187"/>
                  </a:lnTo>
                  <a:lnTo>
                    <a:pt x="535" y="162"/>
                  </a:lnTo>
                  <a:lnTo>
                    <a:pt x="535" y="33"/>
                  </a:lnTo>
                  <a:lnTo>
                    <a:pt x="506" y="25"/>
                  </a:lnTo>
                  <a:cubicBezTo>
                    <a:pt x="468" y="17"/>
                    <a:pt x="398" y="0"/>
                    <a:pt x="315" y="0"/>
                  </a:cubicBezTo>
                  <a:cubicBezTo>
                    <a:pt x="120" y="0"/>
                    <a:pt x="0" y="83"/>
                    <a:pt x="0" y="224"/>
                  </a:cubicBezTo>
                  <a:cubicBezTo>
                    <a:pt x="0" y="353"/>
                    <a:pt x="124" y="411"/>
                    <a:pt x="228" y="465"/>
                  </a:cubicBezTo>
                  <a:cubicBezTo>
                    <a:pt x="311" y="506"/>
                    <a:pt x="390" y="543"/>
                    <a:pt x="390" y="606"/>
                  </a:cubicBezTo>
                  <a:cubicBezTo>
                    <a:pt x="390" y="664"/>
                    <a:pt x="340" y="697"/>
                    <a:pt x="249" y="697"/>
                  </a:cubicBezTo>
                  <a:cubicBezTo>
                    <a:pt x="149" y="697"/>
                    <a:pt x="70" y="647"/>
                    <a:pt x="20" y="618"/>
                  </a:cubicBezTo>
                  <a:lnTo>
                    <a:pt x="0" y="606"/>
                  </a:lnTo>
                  <a:lnTo>
                    <a:pt x="0" y="767"/>
                  </a:lnTo>
                  <a:lnTo>
                    <a:pt x="16" y="771"/>
                  </a:lnTo>
                  <a:cubicBezTo>
                    <a:pt x="58" y="780"/>
                    <a:pt x="137" y="801"/>
                    <a:pt x="244" y="801"/>
                  </a:cubicBezTo>
                  <a:cubicBezTo>
                    <a:pt x="456" y="801"/>
                    <a:pt x="580" y="713"/>
                    <a:pt x="580" y="568"/>
                  </a:cubicBezTo>
                  <a:cubicBezTo>
                    <a:pt x="589" y="419"/>
                    <a:pt x="460" y="357"/>
                    <a:pt x="348" y="303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59" name="Freeform 11">
              <a:extLst>
                <a:ext uri="{FF2B5EF4-FFF2-40B4-BE49-F238E27FC236}">
                  <a16:creationId xmlns:a16="http://schemas.microsoft.com/office/drawing/2014/main" id="{BFD8CD28-A136-244E-89B6-BF1895D288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5375" y="4198938"/>
              <a:ext cx="325438" cy="396875"/>
            </a:xfrm>
            <a:custGeom>
              <a:avLst/>
              <a:gdLst>
                <a:gd name="T0" fmla="*/ 577 w 906"/>
                <a:gd name="T1" fmla="*/ 4 h 1104"/>
                <a:gd name="T2" fmla="*/ 357 w 906"/>
                <a:gd name="T3" fmla="*/ 112 h 1104"/>
                <a:gd name="T4" fmla="*/ 357 w 906"/>
                <a:gd name="T5" fmla="*/ 0 h 1104"/>
                <a:gd name="T6" fmla="*/ 336 w 906"/>
                <a:gd name="T7" fmla="*/ 4 h 1104"/>
                <a:gd name="T8" fmla="*/ 0 w 906"/>
                <a:gd name="T9" fmla="*/ 58 h 1104"/>
                <a:gd name="T10" fmla="*/ 0 w 906"/>
                <a:gd name="T11" fmla="*/ 116 h 1104"/>
                <a:gd name="T12" fmla="*/ 13 w 906"/>
                <a:gd name="T13" fmla="*/ 116 h 1104"/>
                <a:gd name="T14" fmla="*/ 137 w 906"/>
                <a:gd name="T15" fmla="*/ 240 h 1104"/>
                <a:gd name="T16" fmla="*/ 137 w 906"/>
                <a:gd name="T17" fmla="*/ 1103 h 1104"/>
                <a:gd name="T18" fmla="*/ 345 w 906"/>
                <a:gd name="T19" fmla="*/ 1103 h 1104"/>
                <a:gd name="T20" fmla="*/ 345 w 906"/>
                <a:gd name="T21" fmla="*/ 709 h 1104"/>
                <a:gd name="T22" fmla="*/ 560 w 906"/>
                <a:gd name="T23" fmla="*/ 800 h 1104"/>
                <a:gd name="T24" fmla="*/ 896 w 906"/>
                <a:gd name="T25" fmla="*/ 390 h 1104"/>
                <a:gd name="T26" fmla="*/ 577 w 906"/>
                <a:gd name="T27" fmla="*/ 4 h 1104"/>
                <a:gd name="T28" fmla="*/ 515 w 906"/>
                <a:gd name="T29" fmla="*/ 120 h 1104"/>
                <a:gd name="T30" fmla="*/ 672 w 906"/>
                <a:gd name="T31" fmla="*/ 394 h 1104"/>
                <a:gd name="T32" fmla="*/ 515 w 906"/>
                <a:gd name="T33" fmla="*/ 688 h 1104"/>
                <a:gd name="T34" fmla="*/ 349 w 906"/>
                <a:gd name="T35" fmla="*/ 456 h 1104"/>
                <a:gd name="T36" fmla="*/ 349 w 906"/>
                <a:gd name="T37" fmla="*/ 390 h 1104"/>
                <a:gd name="T38" fmla="*/ 515 w 906"/>
                <a:gd name="T39" fmla="*/ 120 h 1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06" h="1104">
                  <a:moveTo>
                    <a:pt x="577" y="4"/>
                  </a:moveTo>
                  <a:cubicBezTo>
                    <a:pt x="498" y="4"/>
                    <a:pt x="424" y="41"/>
                    <a:pt x="357" y="112"/>
                  </a:cubicBezTo>
                  <a:cubicBezTo>
                    <a:pt x="357" y="75"/>
                    <a:pt x="357" y="0"/>
                    <a:pt x="357" y="0"/>
                  </a:cubicBezTo>
                  <a:lnTo>
                    <a:pt x="336" y="4"/>
                  </a:lnTo>
                  <a:lnTo>
                    <a:pt x="0" y="58"/>
                  </a:lnTo>
                  <a:lnTo>
                    <a:pt x="0" y="116"/>
                  </a:lnTo>
                  <a:lnTo>
                    <a:pt x="13" y="116"/>
                  </a:lnTo>
                  <a:cubicBezTo>
                    <a:pt x="117" y="120"/>
                    <a:pt x="137" y="141"/>
                    <a:pt x="137" y="240"/>
                  </a:cubicBezTo>
                  <a:lnTo>
                    <a:pt x="137" y="1103"/>
                  </a:lnTo>
                  <a:lnTo>
                    <a:pt x="345" y="1103"/>
                  </a:lnTo>
                  <a:cubicBezTo>
                    <a:pt x="345" y="1103"/>
                    <a:pt x="345" y="775"/>
                    <a:pt x="345" y="709"/>
                  </a:cubicBezTo>
                  <a:cubicBezTo>
                    <a:pt x="382" y="755"/>
                    <a:pt x="444" y="800"/>
                    <a:pt x="560" y="800"/>
                  </a:cubicBezTo>
                  <a:cubicBezTo>
                    <a:pt x="780" y="800"/>
                    <a:pt x="896" y="659"/>
                    <a:pt x="896" y="390"/>
                  </a:cubicBezTo>
                  <a:cubicBezTo>
                    <a:pt x="905" y="145"/>
                    <a:pt x="784" y="4"/>
                    <a:pt x="577" y="4"/>
                  </a:cubicBezTo>
                  <a:close/>
                  <a:moveTo>
                    <a:pt x="515" y="120"/>
                  </a:moveTo>
                  <a:cubicBezTo>
                    <a:pt x="656" y="120"/>
                    <a:pt x="672" y="274"/>
                    <a:pt x="672" y="394"/>
                  </a:cubicBezTo>
                  <a:cubicBezTo>
                    <a:pt x="672" y="593"/>
                    <a:pt x="623" y="688"/>
                    <a:pt x="515" y="688"/>
                  </a:cubicBezTo>
                  <a:cubicBezTo>
                    <a:pt x="378" y="688"/>
                    <a:pt x="349" y="560"/>
                    <a:pt x="349" y="456"/>
                  </a:cubicBezTo>
                  <a:lnTo>
                    <a:pt x="349" y="390"/>
                  </a:lnTo>
                  <a:cubicBezTo>
                    <a:pt x="353" y="307"/>
                    <a:pt x="370" y="120"/>
                    <a:pt x="515" y="120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0" name="Freeform 12">
              <a:extLst>
                <a:ext uri="{FF2B5EF4-FFF2-40B4-BE49-F238E27FC236}">
                  <a16:creationId xmlns:a16="http://schemas.microsoft.com/office/drawing/2014/main" id="{7C6E03C0-4283-5841-8374-9E15E8F81B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3200" y="4198938"/>
              <a:ext cx="123825" cy="282575"/>
            </a:xfrm>
            <a:custGeom>
              <a:avLst/>
              <a:gdLst>
                <a:gd name="T0" fmla="*/ 0 w 345"/>
                <a:gd name="T1" fmla="*/ 58 h 785"/>
                <a:gd name="T2" fmla="*/ 0 w 345"/>
                <a:gd name="T3" fmla="*/ 116 h 785"/>
                <a:gd name="T4" fmla="*/ 12 w 345"/>
                <a:gd name="T5" fmla="*/ 116 h 785"/>
                <a:gd name="T6" fmla="*/ 137 w 345"/>
                <a:gd name="T7" fmla="*/ 240 h 785"/>
                <a:gd name="T8" fmla="*/ 137 w 345"/>
                <a:gd name="T9" fmla="*/ 784 h 785"/>
                <a:gd name="T10" fmla="*/ 344 w 345"/>
                <a:gd name="T11" fmla="*/ 784 h 785"/>
                <a:gd name="T12" fmla="*/ 344 w 345"/>
                <a:gd name="T13" fmla="*/ 0 h 785"/>
                <a:gd name="T14" fmla="*/ 328 w 345"/>
                <a:gd name="T15" fmla="*/ 4 h 785"/>
                <a:gd name="T16" fmla="*/ 0 w 345"/>
                <a:gd name="T17" fmla="*/ 58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5" h="785">
                  <a:moveTo>
                    <a:pt x="0" y="58"/>
                  </a:moveTo>
                  <a:lnTo>
                    <a:pt x="0" y="116"/>
                  </a:lnTo>
                  <a:lnTo>
                    <a:pt x="12" y="116"/>
                  </a:lnTo>
                  <a:cubicBezTo>
                    <a:pt x="116" y="120"/>
                    <a:pt x="137" y="141"/>
                    <a:pt x="137" y="240"/>
                  </a:cubicBezTo>
                  <a:lnTo>
                    <a:pt x="137" y="784"/>
                  </a:lnTo>
                  <a:lnTo>
                    <a:pt x="344" y="784"/>
                  </a:lnTo>
                  <a:lnTo>
                    <a:pt x="344" y="0"/>
                  </a:lnTo>
                  <a:lnTo>
                    <a:pt x="328" y="4"/>
                  </a:lnTo>
                  <a:lnTo>
                    <a:pt x="0" y="5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1" name="Freeform 13">
              <a:extLst>
                <a:ext uri="{FF2B5EF4-FFF2-40B4-BE49-F238E27FC236}">
                  <a16:creationId xmlns:a16="http://schemas.microsoft.com/office/drawing/2014/main" id="{9D7D7B8E-9BCD-5445-9E6E-6E4CA83E70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6063" y="4084638"/>
              <a:ext cx="93662" cy="82550"/>
            </a:xfrm>
            <a:custGeom>
              <a:avLst/>
              <a:gdLst>
                <a:gd name="T0" fmla="*/ 129 w 262"/>
                <a:gd name="T1" fmla="*/ 228 h 229"/>
                <a:gd name="T2" fmla="*/ 261 w 262"/>
                <a:gd name="T3" fmla="*/ 112 h 229"/>
                <a:gd name="T4" fmla="*/ 133 w 262"/>
                <a:gd name="T5" fmla="*/ 0 h 229"/>
                <a:gd name="T6" fmla="*/ 4 w 262"/>
                <a:gd name="T7" fmla="*/ 112 h 229"/>
                <a:gd name="T8" fmla="*/ 129 w 262"/>
                <a:gd name="T9" fmla="*/ 228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2" h="229">
                  <a:moveTo>
                    <a:pt x="129" y="228"/>
                  </a:moveTo>
                  <a:cubicBezTo>
                    <a:pt x="199" y="228"/>
                    <a:pt x="261" y="178"/>
                    <a:pt x="261" y="112"/>
                  </a:cubicBezTo>
                  <a:cubicBezTo>
                    <a:pt x="261" y="49"/>
                    <a:pt x="203" y="0"/>
                    <a:pt x="133" y="0"/>
                  </a:cubicBezTo>
                  <a:cubicBezTo>
                    <a:pt x="62" y="0"/>
                    <a:pt x="4" y="49"/>
                    <a:pt x="4" y="112"/>
                  </a:cubicBezTo>
                  <a:cubicBezTo>
                    <a:pt x="0" y="178"/>
                    <a:pt x="58" y="228"/>
                    <a:pt x="129" y="22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2" name="Freeform 14">
              <a:extLst>
                <a:ext uri="{FF2B5EF4-FFF2-40B4-BE49-F238E27FC236}">
                  <a16:creationId xmlns:a16="http://schemas.microsoft.com/office/drawing/2014/main" id="{B84F8FFA-E107-F64B-B187-024F73A6FB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638" y="4200525"/>
              <a:ext cx="244475" cy="280988"/>
            </a:xfrm>
            <a:custGeom>
              <a:avLst/>
              <a:gdLst>
                <a:gd name="T0" fmla="*/ 676 w 677"/>
                <a:gd name="T1" fmla="*/ 174 h 781"/>
                <a:gd name="T2" fmla="*/ 676 w 677"/>
                <a:gd name="T3" fmla="*/ 12 h 781"/>
                <a:gd name="T4" fmla="*/ 663 w 677"/>
                <a:gd name="T5" fmla="*/ 12 h 781"/>
                <a:gd name="T6" fmla="*/ 564 w 677"/>
                <a:gd name="T7" fmla="*/ 4 h 781"/>
                <a:gd name="T8" fmla="*/ 348 w 677"/>
                <a:gd name="T9" fmla="*/ 158 h 781"/>
                <a:gd name="T10" fmla="*/ 348 w 677"/>
                <a:gd name="T11" fmla="*/ 0 h 781"/>
                <a:gd name="T12" fmla="*/ 331 w 677"/>
                <a:gd name="T13" fmla="*/ 0 h 781"/>
                <a:gd name="T14" fmla="*/ 0 w 677"/>
                <a:gd name="T15" fmla="*/ 54 h 781"/>
                <a:gd name="T16" fmla="*/ 0 w 677"/>
                <a:gd name="T17" fmla="*/ 112 h 781"/>
                <a:gd name="T18" fmla="*/ 12 w 677"/>
                <a:gd name="T19" fmla="*/ 112 h 781"/>
                <a:gd name="T20" fmla="*/ 141 w 677"/>
                <a:gd name="T21" fmla="*/ 236 h 781"/>
                <a:gd name="T22" fmla="*/ 141 w 677"/>
                <a:gd name="T23" fmla="*/ 780 h 781"/>
                <a:gd name="T24" fmla="*/ 348 w 677"/>
                <a:gd name="T25" fmla="*/ 780 h 781"/>
                <a:gd name="T26" fmla="*/ 348 w 677"/>
                <a:gd name="T27" fmla="*/ 390 h 781"/>
                <a:gd name="T28" fmla="*/ 568 w 677"/>
                <a:gd name="T29" fmla="*/ 170 h 781"/>
                <a:gd name="T30" fmla="*/ 643 w 677"/>
                <a:gd name="T31" fmla="*/ 183 h 781"/>
                <a:gd name="T32" fmla="*/ 676 w 677"/>
                <a:gd name="T33" fmla="*/ 191 h 781"/>
                <a:gd name="T34" fmla="*/ 676 w 677"/>
                <a:gd name="T35" fmla="*/ 174 h 7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77" h="781">
                  <a:moveTo>
                    <a:pt x="676" y="174"/>
                  </a:moveTo>
                  <a:lnTo>
                    <a:pt x="676" y="12"/>
                  </a:lnTo>
                  <a:lnTo>
                    <a:pt x="663" y="12"/>
                  </a:lnTo>
                  <a:cubicBezTo>
                    <a:pt x="630" y="8"/>
                    <a:pt x="593" y="4"/>
                    <a:pt x="564" y="4"/>
                  </a:cubicBezTo>
                  <a:cubicBezTo>
                    <a:pt x="443" y="4"/>
                    <a:pt x="381" y="91"/>
                    <a:pt x="348" y="158"/>
                  </a:cubicBezTo>
                  <a:cubicBezTo>
                    <a:pt x="348" y="95"/>
                    <a:pt x="348" y="0"/>
                    <a:pt x="348" y="0"/>
                  </a:cubicBezTo>
                  <a:lnTo>
                    <a:pt x="331" y="0"/>
                  </a:lnTo>
                  <a:lnTo>
                    <a:pt x="0" y="54"/>
                  </a:lnTo>
                  <a:lnTo>
                    <a:pt x="0" y="112"/>
                  </a:lnTo>
                  <a:lnTo>
                    <a:pt x="12" y="112"/>
                  </a:lnTo>
                  <a:cubicBezTo>
                    <a:pt x="116" y="116"/>
                    <a:pt x="141" y="137"/>
                    <a:pt x="141" y="236"/>
                  </a:cubicBezTo>
                  <a:lnTo>
                    <a:pt x="141" y="780"/>
                  </a:lnTo>
                  <a:lnTo>
                    <a:pt x="348" y="780"/>
                  </a:lnTo>
                  <a:lnTo>
                    <a:pt x="348" y="390"/>
                  </a:lnTo>
                  <a:cubicBezTo>
                    <a:pt x="348" y="324"/>
                    <a:pt x="369" y="170"/>
                    <a:pt x="568" y="170"/>
                  </a:cubicBezTo>
                  <a:cubicBezTo>
                    <a:pt x="593" y="170"/>
                    <a:pt x="618" y="178"/>
                    <a:pt x="643" y="183"/>
                  </a:cubicBezTo>
                  <a:lnTo>
                    <a:pt x="676" y="191"/>
                  </a:lnTo>
                  <a:lnTo>
                    <a:pt x="676" y="17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3" name="Freeform 15">
              <a:extLst>
                <a:ext uri="{FF2B5EF4-FFF2-40B4-BE49-F238E27FC236}">
                  <a16:creationId xmlns:a16="http://schemas.microsoft.com/office/drawing/2014/main" id="{3DD41080-CFCD-A046-AE64-026CBFEA5C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275" y="4200525"/>
              <a:ext cx="266700" cy="287338"/>
            </a:xfrm>
            <a:custGeom>
              <a:avLst/>
              <a:gdLst>
                <a:gd name="T0" fmla="*/ 738 w 743"/>
                <a:gd name="T1" fmla="*/ 315 h 797"/>
                <a:gd name="T2" fmla="*/ 390 w 743"/>
                <a:gd name="T3" fmla="*/ 0 h 797"/>
                <a:gd name="T4" fmla="*/ 0 w 743"/>
                <a:gd name="T5" fmla="*/ 373 h 797"/>
                <a:gd name="T6" fmla="*/ 456 w 743"/>
                <a:gd name="T7" fmla="*/ 796 h 797"/>
                <a:gd name="T8" fmla="*/ 713 w 743"/>
                <a:gd name="T9" fmla="*/ 755 h 797"/>
                <a:gd name="T10" fmla="*/ 726 w 743"/>
                <a:gd name="T11" fmla="*/ 751 h 797"/>
                <a:gd name="T12" fmla="*/ 726 w 743"/>
                <a:gd name="T13" fmla="*/ 651 h 797"/>
                <a:gd name="T14" fmla="*/ 705 w 743"/>
                <a:gd name="T15" fmla="*/ 660 h 797"/>
                <a:gd name="T16" fmla="*/ 543 w 743"/>
                <a:gd name="T17" fmla="*/ 684 h 797"/>
                <a:gd name="T18" fmla="*/ 232 w 743"/>
                <a:gd name="T19" fmla="*/ 332 h 797"/>
                <a:gd name="T20" fmla="*/ 742 w 743"/>
                <a:gd name="T21" fmla="*/ 332 h 797"/>
                <a:gd name="T22" fmla="*/ 742 w 743"/>
                <a:gd name="T23" fmla="*/ 315 h 797"/>
                <a:gd name="T24" fmla="*/ 738 w 743"/>
                <a:gd name="T25" fmla="*/ 315 h 797"/>
                <a:gd name="T26" fmla="*/ 386 w 743"/>
                <a:gd name="T27" fmla="*/ 83 h 797"/>
                <a:gd name="T28" fmla="*/ 531 w 743"/>
                <a:gd name="T29" fmla="*/ 236 h 797"/>
                <a:gd name="T30" fmla="*/ 228 w 743"/>
                <a:gd name="T31" fmla="*/ 236 h 797"/>
                <a:gd name="T32" fmla="*/ 386 w 743"/>
                <a:gd name="T33" fmla="*/ 83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43" h="797">
                  <a:moveTo>
                    <a:pt x="738" y="315"/>
                  </a:moveTo>
                  <a:cubicBezTo>
                    <a:pt x="738" y="104"/>
                    <a:pt x="622" y="0"/>
                    <a:pt x="390" y="0"/>
                  </a:cubicBezTo>
                  <a:cubicBezTo>
                    <a:pt x="128" y="0"/>
                    <a:pt x="0" y="124"/>
                    <a:pt x="0" y="373"/>
                  </a:cubicBezTo>
                  <a:cubicBezTo>
                    <a:pt x="0" y="639"/>
                    <a:pt x="170" y="796"/>
                    <a:pt x="456" y="796"/>
                  </a:cubicBezTo>
                  <a:cubicBezTo>
                    <a:pt x="581" y="796"/>
                    <a:pt x="676" y="763"/>
                    <a:pt x="713" y="755"/>
                  </a:cubicBezTo>
                  <a:lnTo>
                    <a:pt x="726" y="751"/>
                  </a:lnTo>
                  <a:lnTo>
                    <a:pt x="726" y="651"/>
                  </a:lnTo>
                  <a:lnTo>
                    <a:pt x="705" y="660"/>
                  </a:lnTo>
                  <a:cubicBezTo>
                    <a:pt x="672" y="672"/>
                    <a:pt x="610" y="684"/>
                    <a:pt x="543" y="684"/>
                  </a:cubicBezTo>
                  <a:cubicBezTo>
                    <a:pt x="319" y="684"/>
                    <a:pt x="236" y="498"/>
                    <a:pt x="232" y="332"/>
                  </a:cubicBezTo>
                  <a:cubicBezTo>
                    <a:pt x="261" y="332"/>
                    <a:pt x="742" y="332"/>
                    <a:pt x="742" y="332"/>
                  </a:cubicBezTo>
                  <a:lnTo>
                    <a:pt x="742" y="315"/>
                  </a:lnTo>
                  <a:lnTo>
                    <a:pt x="738" y="315"/>
                  </a:lnTo>
                  <a:close/>
                  <a:moveTo>
                    <a:pt x="386" y="83"/>
                  </a:moveTo>
                  <a:cubicBezTo>
                    <a:pt x="498" y="83"/>
                    <a:pt x="527" y="166"/>
                    <a:pt x="531" y="236"/>
                  </a:cubicBezTo>
                  <a:cubicBezTo>
                    <a:pt x="506" y="236"/>
                    <a:pt x="257" y="236"/>
                    <a:pt x="228" y="236"/>
                  </a:cubicBezTo>
                  <a:cubicBezTo>
                    <a:pt x="232" y="183"/>
                    <a:pt x="269" y="83"/>
                    <a:pt x="386" y="8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4" name="Freeform 16">
              <a:extLst>
                <a:ext uri="{FF2B5EF4-FFF2-40B4-BE49-F238E27FC236}">
                  <a16:creationId xmlns:a16="http://schemas.microsoft.com/office/drawing/2014/main" id="{F4470C6E-810E-C741-967D-4B6D706451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0175" y="4071938"/>
              <a:ext cx="314325" cy="409575"/>
            </a:xfrm>
            <a:custGeom>
              <a:avLst/>
              <a:gdLst>
                <a:gd name="T0" fmla="*/ 634 w 872"/>
                <a:gd name="T1" fmla="*/ 357 h 1138"/>
                <a:gd name="T2" fmla="*/ 348 w 872"/>
                <a:gd name="T3" fmla="*/ 523 h 1138"/>
                <a:gd name="T4" fmla="*/ 348 w 872"/>
                <a:gd name="T5" fmla="*/ 0 h 1138"/>
                <a:gd name="T6" fmla="*/ 332 w 872"/>
                <a:gd name="T7" fmla="*/ 4 h 1138"/>
                <a:gd name="T8" fmla="*/ 0 w 872"/>
                <a:gd name="T9" fmla="*/ 46 h 1138"/>
                <a:gd name="T10" fmla="*/ 0 w 872"/>
                <a:gd name="T11" fmla="*/ 104 h 1138"/>
                <a:gd name="T12" fmla="*/ 16 w 872"/>
                <a:gd name="T13" fmla="*/ 104 h 1138"/>
                <a:gd name="T14" fmla="*/ 141 w 872"/>
                <a:gd name="T15" fmla="*/ 233 h 1138"/>
                <a:gd name="T16" fmla="*/ 141 w 872"/>
                <a:gd name="T17" fmla="*/ 1137 h 1138"/>
                <a:gd name="T18" fmla="*/ 348 w 872"/>
                <a:gd name="T19" fmla="*/ 1137 h 1138"/>
                <a:gd name="T20" fmla="*/ 348 w 872"/>
                <a:gd name="T21" fmla="*/ 747 h 1138"/>
                <a:gd name="T22" fmla="*/ 547 w 872"/>
                <a:gd name="T23" fmla="*/ 494 h 1138"/>
                <a:gd name="T24" fmla="*/ 663 w 872"/>
                <a:gd name="T25" fmla="*/ 660 h 1138"/>
                <a:gd name="T26" fmla="*/ 663 w 872"/>
                <a:gd name="T27" fmla="*/ 1137 h 1138"/>
                <a:gd name="T28" fmla="*/ 871 w 872"/>
                <a:gd name="T29" fmla="*/ 1137 h 1138"/>
                <a:gd name="T30" fmla="*/ 871 w 872"/>
                <a:gd name="T31" fmla="*/ 635 h 1138"/>
                <a:gd name="T32" fmla="*/ 634 w 872"/>
                <a:gd name="T33" fmla="*/ 357 h 1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2" h="1138">
                  <a:moveTo>
                    <a:pt x="634" y="357"/>
                  </a:moveTo>
                  <a:cubicBezTo>
                    <a:pt x="481" y="357"/>
                    <a:pt x="394" y="452"/>
                    <a:pt x="348" y="523"/>
                  </a:cubicBezTo>
                  <a:cubicBezTo>
                    <a:pt x="348" y="440"/>
                    <a:pt x="348" y="0"/>
                    <a:pt x="348" y="0"/>
                  </a:cubicBezTo>
                  <a:lnTo>
                    <a:pt x="332" y="4"/>
                  </a:lnTo>
                  <a:lnTo>
                    <a:pt x="0" y="46"/>
                  </a:lnTo>
                  <a:lnTo>
                    <a:pt x="0" y="104"/>
                  </a:lnTo>
                  <a:lnTo>
                    <a:pt x="16" y="104"/>
                  </a:lnTo>
                  <a:cubicBezTo>
                    <a:pt x="120" y="108"/>
                    <a:pt x="141" y="133"/>
                    <a:pt x="141" y="233"/>
                  </a:cubicBezTo>
                  <a:lnTo>
                    <a:pt x="141" y="1137"/>
                  </a:lnTo>
                  <a:lnTo>
                    <a:pt x="348" y="1137"/>
                  </a:lnTo>
                  <a:lnTo>
                    <a:pt x="348" y="747"/>
                  </a:lnTo>
                  <a:cubicBezTo>
                    <a:pt x="348" y="606"/>
                    <a:pt x="456" y="494"/>
                    <a:pt x="547" y="494"/>
                  </a:cubicBezTo>
                  <a:cubicBezTo>
                    <a:pt x="663" y="494"/>
                    <a:pt x="663" y="581"/>
                    <a:pt x="663" y="660"/>
                  </a:cubicBezTo>
                  <a:lnTo>
                    <a:pt x="663" y="1137"/>
                  </a:lnTo>
                  <a:lnTo>
                    <a:pt x="871" y="1137"/>
                  </a:lnTo>
                  <a:lnTo>
                    <a:pt x="871" y="635"/>
                  </a:lnTo>
                  <a:cubicBezTo>
                    <a:pt x="871" y="552"/>
                    <a:pt x="871" y="357"/>
                    <a:pt x="634" y="357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5" name="Freeform 17">
              <a:extLst>
                <a:ext uri="{FF2B5EF4-FFF2-40B4-BE49-F238E27FC236}">
                  <a16:creationId xmlns:a16="http://schemas.microsoft.com/office/drawing/2014/main" id="{D416A3C3-1E38-FA47-87B2-70C8FF6BFF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4350" y="4200525"/>
              <a:ext cx="266700" cy="287338"/>
            </a:xfrm>
            <a:custGeom>
              <a:avLst/>
              <a:gdLst>
                <a:gd name="T0" fmla="*/ 742 w 743"/>
                <a:gd name="T1" fmla="*/ 315 h 797"/>
                <a:gd name="T2" fmla="*/ 394 w 743"/>
                <a:gd name="T3" fmla="*/ 0 h 797"/>
                <a:gd name="T4" fmla="*/ 0 w 743"/>
                <a:gd name="T5" fmla="*/ 373 h 797"/>
                <a:gd name="T6" fmla="*/ 456 w 743"/>
                <a:gd name="T7" fmla="*/ 796 h 797"/>
                <a:gd name="T8" fmla="*/ 713 w 743"/>
                <a:gd name="T9" fmla="*/ 755 h 797"/>
                <a:gd name="T10" fmla="*/ 726 w 743"/>
                <a:gd name="T11" fmla="*/ 751 h 797"/>
                <a:gd name="T12" fmla="*/ 726 w 743"/>
                <a:gd name="T13" fmla="*/ 651 h 797"/>
                <a:gd name="T14" fmla="*/ 705 w 743"/>
                <a:gd name="T15" fmla="*/ 660 h 797"/>
                <a:gd name="T16" fmla="*/ 543 w 743"/>
                <a:gd name="T17" fmla="*/ 684 h 797"/>
                <a:gd name="T18" fmla="*/ 232 w 743"/>
                <a:gd name="T19" fmla="*/ 332 h 797"/>
                <a:gd name="T20" fmla="*/ 742 w 743"/>
                <a:gd name="T21" fmla="*/ 332 h 797"/>
                <a:gd name="T22" fmla="*/ 742 w 743"/>
                <a:gd name="T23" fmla="*/ 315 h 797"/>
                <a:gd name="T24" fmla="*/ 386 w 743"/>
                <a:gd name="T25" fmla="*/ 83 h 797"/>
                <a:gd name="T26" fmla="*/ 531 w 743"/>
                <a:gd name="T27" fmla="*/ 236 h 797"/>
                <a:gd name="T28" fmla="*/ 228 w 743"/>
                <a:gd name="T29" fmla="*/ 236 h 797"/>
                <a:gd name="T30" fmla="*/ 386 w 743"/>
                <a:gd name="T31" fmla="*/ 83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43" h="797">
                  <a:moveTo>
                    <a:pt x="742" y="315"/>
                  </a:moveTo>
                  <a:cubicBezTo>
                    <a:pt x="742" y="104"/>
                    <a:pt x="626" y="0"/>
                    <a:pt x="394" y="0"/>
                  </a:cubicBezTo>
                  <a:cubicBezTo>
                    <a:pt x="133" y="0"/>
                    <a:pt x="0" y="124"/>
                    <a:pt x="0" y="373"/>
                  </a:cubicBezTo>
                  <a:cubicBezTo>
                    <a:pt x="0" y="639"/>
                    <a:pt x="170" y="796"/>
                    <a:pt x="456" y="796"/>
                  </a:cubicBezTo>
                  <a:cubicBezTo>
                    <a:pt x="581" y="796"/>
                    <a:pt x="676" y="763"/>
                    <a:pt x="713" y="755"/>
                  </a:cubicBezTo>
                  <a:lnTo>
                    <a:pt x="726" y="751"/>
                  </a:lnTo>
                  <a:lnTo>
                    <a:pt x="726" y="651"/>
                  </a:lnTo>
                  <a:lnTo>
                    <a:pt x="705" y="660"/>
                  </a:lnTo>
                  <a:cubicBezTo>
                    <a:pt x="672" y="672"/>
                    <a:pt x="610" y="684"/>
                    <a:pt x="543" y="684"/>
                  </a:cubicBezTo>
                  <a:cubicBezTo>
                    <a:pt x="319" y="684"/>
                    <a:pt x="236" y="498"/>
                    <a:pt x="232" y="332"/>
                  </a:cubicBezTo>
                  <a:cubicBezTo>
                    <a:pt x="261" y="332"/>
                    <a:pt x="742" y="332"/>
                    <a:pt x="742" y="332"/>
                  </a:cubicBezTo>
                  <a:lnTo>
                    <a:pt x="742" y="315"/>
                  </a:lnTo>
                  <a:close/>
                  <a:moveTo>
                    <a:pt x="386" y="83"/>
                  </a:moveTo>
                  <a:cubicBezTo>
                    <a:pt x="498" y="83"/>
                    <a:pt x="527" y="166"/>
                    <a:pt x="531" y="236"/>
                  </a:cubicBezTo>
                  <a:cubicBezTo>
                    <a:pt x="506" y="236"/>
                    <a:pt x="257" y="236"/>
                    <a:pt x="228" y="236"/>
                  </a:cubicBezTo>
                  <a:cubicBezTo>
                    <a:pt x="236" y="183"/>
                    <a:pt x="270" y="83"/>
                    <a:pt x="386" y="8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6" name="Freeform 18">
              <a:extLst>
                <a:ext uri="{FF2B5EF4-FFF2-40B4-BE49-F238E27FC236}">
                  <a16:creationId xmlns:a16="http://schemas.microsoft.com/office/drawing/2014/main" id="{84952C1A-A014-DC44-AF90-36FCF16407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4113" y="4121150"/>
              <a:ext cx="212725" cy="366713"/>
            </a:xfrm>
            <a:custGeom>
              <a:avLst/>
              <a:gdLst>
                <a:gd name="T0" fmla="*/ 141 w 589"/>
                <a:gd name="T1" fmla="*/ 237 h 1017"/>
                <a:gd name="T2" fmla="*/ 0 w 589"/>
                <a:gd name="T3" fmla="*/ 237 h 1017"/>
                <a:gd name="T4" fmla="*/ 0 w 589"/>
                <a:gd name="T5" fmla="*/ 328 h 1017"/>
                <a:gd name="T6" fmla="*/ 141 w 589"/>
                <a:gd name="T7" fmla="*/ 328 h 1017"/>
                <a:gd name="T8" fmla="*/ 141 w 589"/>
                <a:gd name="T9" fmla="*/ 797 h 1017"/>
                <a:gd name="T10" fmla="*/ 427 w 589"/>
                <a:gd name="T11" fmla="*/ 1016 h 1017"/>
                <a:gd name="T12" fmla="*/ 551 w 589"/>
                <a:gd name="T13" fmla="*/ 1004 h 1017"/>
                <a:gd name="T14" fmla="*/ 564 w 589"/>
                <a:gd name="T15" fmla="*/ 1004 h 1017"/>
                <a:gd name="T16" fmla="*/ 564 w 589"/>
                <a:gd name="T17" fmla="*/ 909 h 1017"/>
                <a:gd name="T18" fmla="*/ 547 w 589"/>
                <a:gd name="T19" fmla="*/ 913 h 1017"/>
                <a:gd name="T20" fmla="*/ 485 w 589"/>
                <a:gd name="T21" fmla="*/ 917 h 1017"/>
                <a:gd name="T22" fmla="*/ 352 w 589"/>
                <a:gd name="T23" fmla="*/ 772 h 1017"/>
                <a:gd name="T24" fmla="*/ 352 w 589"/>
                <a:gd name="T25" fmla="*/ 328 h 1017"/>
                <a:gd name="T26" fmla="*/ 588 w 589"/>
                <a:gd name="T27" fmla="*/ 328 h 1017"/>
                <a:gd name="T28" fmla="*/ 588 w 589"/>
                <a:gd name="T29" fmla="*/ 237 h 1017"/>
                <a:gd name="T30" fmla="*/ 352 w 589"/>
                <a:gd name="T31" fmla="*/ 237 h 1017"/>
                <a:gd name="T32" fmla="*/ 352 w 589"/>
                <a:gd name="T33" fmla="*/ 0 h 1017"/>
                <a:gd name="T34" fmla="*/ 141 w 589"/>
                <a:gd name="T35" fmla="*/ 0 h 1017"/>
                <a:gd name="T36" fmla="*/ 141 w 589"/>
                <a:gd name="T37" fmla="*/ 237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89" h="1017">
                  <a:moveTo>
                    <a:pt x="141" y="237"/>
                  </a:moveTo>
                  <a:lnTo>
                    <a:pt x="0" y="237"/>
                  </a:lnTo>
                  <a:lnTo>
                    <a:pt x="0" y="328"/>
                  </a:lnTo>
                  <a:lnTo>
                    <a:pt x="141" y="328"/>
                  </a:lnTo>
                  <a:lnTo>
                    <a:pt x="141" y="797"/>
                  </a:lnTo>
                  <a:cubicBezTo>
                    <a:pt x="141" y="1000"/>
                    <a:pt x="270" y="1016"/>
                    <a:pt x="427" y="1016"/>
                  </a:cubicBezTo>
                  <a:cubicBezTo>
                    <a:pt x="464" y="1016"/>
                    <a:pt x="505" y="1012"/>
                    <a:pt x="551" y="1004"/>
                  </a:cubicBezTo>
                  <a:lnTo>
                    <a:pt x="564" y="1004"/>
                  </a:lnTo>
                  <a:lnTo>
                    <a:pt x="564" y="909"/>
                  </a:lnTo>
                  <a:lnTo>
                    <a:pt x="547" y="913"/>
                  </a:lnTo>
                  <a:cubicBezTo>
                    <a:pt x="530" y="917"/>
                    <a:pt x="510" y="917"/>
                    <a:pt x="485" y="917"/>
                  </a:cubicBezTo>
                  <a:cubicBezTo>
                    <a:pt x="360" y="917"/>
                    <a:pt x="352" y="880"/>
                    <a:pt x="352" y="772"/>
                  </a:cubicBezTo>
                  <a:lnTo>
                    <a:pt x="352" y="328"/>
                  </a:lnTo>
                  <a:lnTo>
                    <a:pt x="588" y="328"/>
                  </a:lnTo>
                  <a:lnTo>
                    <a:pt x="588" y="237"/>
                  </a:lnTo>
                  <a:lnTo>
                    <a:pt x="352" y="237"/>
                  </a:lnTo>
                  <a:lnTo>
                    <a:pt x="352" y="0"/>
                  </a:lnTo>
                  <a:lnTo>
                    <a:pt x="141" y="0"/>
                  </a:lnTo>
                  <a:lnTo>
                    <a:pt x="141" y="237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7" name="Freeform 19">
              <a:extLst>
                <a:ext uri="{FF2B5EF4-FFF2-40B4-BE49-F238E27FC236}">
                  <a16:creationId xmlns:a16="http://schemas.microsoft.com/office/drawing/2014/main" id="{4194B402-C0BE-994E-B81B-57C0493BCC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49963" y="4087813"/>
              <a:ext cx="450850" cy="395287"/>
            </a:xfrm>
            <a:custGeom>
              <a:avLst/>
              <a:gdLst>
                <a:gd name="T0" fmla="*/ 1245 w 1254"/>
                <a:gd name="T1" fmla="*/ 0 h 1096"/>
                <a:gd name="T2" fmla="*/ 1033 w 1254"/>
                <a:gd name="T3" fmla="*/ 0 h 1096"/>
                <a:gd name="T4" fmla="*/ 1033 w 1254"/>
                <a:gd name="T5" fmla="*/ 829 h 1096"/>
                <a:gd name="T6" fmla="*/ 485 w 1254"/>
                <a:gd name="T7" fmla="*/ 0 h 1096"/>
                <a:gd name="T8" fmla="*/ 0 w 1254"/>
                <a:gd name="T9" fmla="*/ 0 h 1096"/>
                <a:gd name="T10" fmla="*/ 0 w 1254"/>
                <a:gd name="T11" fmla="*/ 62 h 1096"/>
                <a:gd name="T12" fmla="*/ 42 w 1254"/>
                <a:gd name="T13" fmla="*/ 70 h 1096"/>
                <a:gd name="T14" fmla="*/ 178 w 1254"/>
                <a:gd name="T15" fmla="*/ 220 h 1096"/>
                <a:gd name="T16" fmla="*/ 178 w 1254"/>
                <a:gd name="T17" fmla="*/ 1095 h 1096"/>
                <a:gd name="T18" fmla="*/ 403 w 1254"/>
                <a:gd name="T19" fmla="*/ 1095 h 1096"/>
                <a:gd name="T20" fmla="*/ 403 w 1254"/>
                <a:gd name="T21" fmla="*/ 228 h 1096"/>
                <a:gd name="T22" fmla="*/ 975 w 1254"/>
                <a:gd name="T23" fmla="*/ 1095 h 1096"/>
                <a:gd name="T24" fmla="*/ 1253 w 1254"/>
                <a:gd name="T25" fmla="*/ 1095 h 1096"/>
                <a:gd name="T26" fmla="*/ 1253 w 1254"/>
                <a:gd name="T27" fmla="*/ 0 h 1096"/>
                <a:gd name="T28" fmla="*/ 1245 w 1254"/>
                <a:gd name="T29" fmla="*/ 0 h 10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54" h="1096">
                  <a:moveTo>
                    <a:pt x="1245" y="0"/>
                  </a:moveTo>
                  <a:lnTo>
                    <a:pt x="1033" y="0"/>
                  </a:lnTo>
                  <a:cubicBezTo>
                    <a:pt x="1033" y="0"/>
                    <a:pt x="1033" y="751"/>
                    <a:pt x="1033" y="829"/>
                  </a:cubicBezTo>
                  <a:cubicBezTo>
                    <a:pt x="992" y="763"/>
                    <a:pt x="485" y="0"/>
                    <a:pt x="485" y="0"/>
                  </a:cubicBezTo>
                  <a:lnTo>
                    <a:pt x="0" y="0"/>
                  </a:lnTo>
                  <a:lnTo>
                    <a:pt x="0" y="62"/>
                  </a:lnTo>
                  <a:lnTo>
                    <a:pt x="42" y="70"/>
                  </a:lnTo>
                  <a:cubicBezTo>
                    <a:pt x="170" y="91"/>
                    <a:pt x="178" y="95"/>
                    <a:pt x="178" y="220"/>
                  </a:cubicBezTo>
                  <a:lnTo>
                    <a:pt x="178" y="1095"/>
                  </a:lnTo>
                  <a:lnTo>
                    <a:pt x="403" y="1095"/>
                  </a:lnTo>
                  <a:cubicBezTo>
                    <a:pt x="403" y="1095"/>
                    <a:pt x="403" y="307"/>
                    <a:pt x="403" y="228"/>
                  </a:cubicBezTo>
                  <a:cubicBezTo>
                    <a:pt x="448" y="294"/>
                    <a:pt x="975" y="1095"/>
                    <a:pt x="975" y="1095"/>
                  </a:cubicBezTo>
                  <a:lnTo>
                    <a:pt x="1253" y="1095"/>
                  </a:lnTo>
                  <a:lnTo>
                    <a:pt x="1253" y="0"/>
                  </a:lnTo>
                  <a:lnTo>
                    <a:pt x="124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91" name="Freeform 20">
              <a:extLst>
                <a:ext uri="{FF2B5EF4-FFF2-40B4-BE49-F238E27FC236}">
                  <a16:creationId xmlns:a16="http://schemas.microsoft.com/office/drawing/2014/main" id="{5F17F53B-D102-7F48-8541-DF950839A6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73838" y="4200525"/>
              <a:ext cx="266700" cy="287338"/>
            </a:xfrm>
            <a:custGeom>
              <a:avLst/>
              <a:gdLst>
                <a:gd name="T0" fmla="*/ 390 w 740"/>
                <a:gd name="T1" fmla="*/ 0 h 797"/>
                <a:gd name="T2" fmla="*/ 0 w 740"/>
                <a:gd name="T3" fmla="*/ 373 h 797"/>
                <a:gd name="T4" fmla="*/ 456 w 740"/>
                <a:gd name="T5" fmla="*/ 796 h 797"/>
                <a:gd name="T6" fmla="*/ 714 w 740"/>
                <a:gd name="T7" fmla="*/ 755 h 797"/>
                <a:gd name="T8" fmla="*/ 726 w 740"/>
                <a:gd name="T9" fmla="*/ 751 h 797"/>
                <a:gd name="T10" fmla="*/ 726 w 740"/>
                <a:gd name="T11" fmla="*/ 651 h 797"/>
                <a:gd name="T12" fmla="*/ 705 w 740"/>
                <a:gd name="T13" fmla="*/ 660 h 797"/>
                <a:gd name="T14" fmla="*/ 539 w 740"/>
                <a:gd name="T15" fmla="*/ 684 h 797"/>
                <a:gd name="T16" fmla="*/ 228 w 740"/>
                <a:gd name="T17" fmla="*/ 332 h 797"/>
                <a:gd name="T18" fmla="*/ 739 w 740"/>
                <a:gd name="T19" fmla="*/ 332 h 797"/>
                <a:gd name="T20" fmla="*/ 739 w 740"/>
                <a:gd name="T21" fmla="*/ 315 h 797"/>
                <a:gd name="T22" fmla="*/ 390 w 740"/>
                <a:gd name="T23" fmla="*/ 0 h 797"/>
                <a:gd name="T24" fmla="*/ 386 w 740"/>
                <a:gd name="T25" fmla="*/ 83 h 797"/>
                <a:gd name="T26" fmla="*/ 531 w 740"/>
                <a:gd name="T27" fmla="*/ 236 h 797"/>
                <a:gd name="T28" fmla="*/ 228 w 740"/>
                <a:gd name="T29" fmla="*/ 236 h 797"/>
                <a:gd name="T30" fmla="*/ 386 w 740"/>
                <a:gd name="T31" fmla="*/ 83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40" h="797">
                  <a:moveTo>
                    <a:pt x="390" y="0"/>
                  </a:moveTo>
                  <a:cubicBezTo>
                    <a:pt x="129" y="0"/>
                    <a:pt x="0" y="124"/>
                    <a:pt x="0" y="373"/>
                  </a:cubicBezTo>
                  <a:cubicBezTo>
                    <a:pt x="0" y="639"/>
                    <a:pt x="170" y="796"/>
                    <a:pt x="456" y="796"/>
                  </a:cubicBezTo>
                  <a:cubicBezTo>
                    <a:pt x="581" y="796"/>
                    <a:pt x="676" y="767"/>
                    <a:pt x="714" y="755"/>
                  </a:cubicBezTo>
                  <a:lnTo>
                    <a:pt x="726" y="751"/>
                  </a:lnTo>
                  <a:lnTo>
                    <a:pt x="726" y="651"/>
                  </a:lnTo>
                  <a:lnTo>
                    <a:pt x="705" y="660"/>
                  </a:lnTo>
                  <a:cubicBezTo>
                    <a:pt x="672" y="672"/>
                    <a:pt x="610" y="684"/>
                    <a:pt x="539" y="684"/>
                  </a:cubicBezTo>
                  <a:cubicBezTo>
                    <a:pt x="315" y="684"/>
                    <a:pt x="232" y="498"/>
                    <a:pt x="228" y="332"/>
                  </a:cubicBezTo>
                  <a:lnTo>
                    <a:pt x="739" y="332"/>
                  </a:lnTo>
                  <a:lnTo>
                    <a:pt x="739" y="315"/>
                  </a:lnTo>
                  <a:cubicBezTo>
                    <a:pt x="739" y="104"/>
                    <a:pt x="622" y="0"/>
                    <a:pt x="390" y="0"/>
                  </a:cubicBezTo>
                  <a:close/>
                  <a:moveTo>
                    <a:pt x="386" y="83"/>
                  </a:moveTo>
                  <a:cubicBezTo>
                    <a:pt x="498" y="83"/>
                    <a:pt x="527" y="162"/>
                    <a:pt x="531" y="236"/>
                  </a:cubicBezTo>
                  <a:lnTo>
                    <a:pt x="228" y="236"/>
                  </a:lnTo>
                  <a:cubicBezTo>
                    <a:pt x="232" y="187"/>
                    <a:pt x="270" y="83"/>
                    <a:pt x="386" y="8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92" name="Freeform 21">
              <a:extLst>
                <a:ext uri="{FF2B5EF4-FFF2-40B4-BE49-F238E27FC236}">
                  <a16:creationId xmlns:a16="http://schemas.microsoft.com/office/drawing/2014/main" id="{84C29501-5A6D-414B-86AE-053815E847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4075" y="4121150"/>
              <a:ext cx="212725" cy="366713"/>
            </a:xfrm>
            <a:custGeom>
              <a:avLst/>
              <a:gdLst>
                <a:gd name="T0" fmla="*/ 141 w 590"/>
                <a:gd name="T1" fmla="*/ 237 h 1017"/>
                <a:gd name="T2" fmla="*/ 0 w 590"/>
                <a:gd name="T3" fmla="*/ 237 h 1017"/>
                <a:gd name="T4" fmla="*/ 0 w 590"/>
                <a:gd name="T5" fmla="*/ 328 h 1017"/>
                <a:gd name="T6" fmla="*/ 141 w 590"/>
                <a:gd name="T7" fmla="*/ 328 h 1017"/>
                <a:gd name="T8" fmla="*/ 141 w 590"/>
                <a:gd name="T9" fmla="*/ 797 h 1017"/>
                <a:gd name="T10" fmla="*/ 427 w 590"/>
                <a:gd name="T11" fmla="*/ 1016 h 1017"/>
                <a:gd name="T12" fmla="*/ 551 w 590"/>
                <a:gd name="T13" fmla="*/ 1004 h 1017"/>
                <a:gd name="T14" fmla="*/ 564 w 590"/>
                <a:gd name="T15" fmla="*/ 1004 h 1017"/>
                <a:gd name="T16" fmla="*/ 564 w 590"/>
                <a:gd name="T17" fmla="*/ 909 h 1017"/>
                <a:gd name="T18" fmla="*/ 547 w 590"/>
                <a:gd name="T19" fmla="*/ 913 h 1017"/>
                <a:gd name="T20" fmla="*/ 485 w 590"/>
                <a:gd name="T21" fmla="*/ 917 h 1017"/>
                <a:gd name="T22" fmla="*/ 352 w 590"/>
                <a:gd name="T23" fmla="*/ 772 h 1017"/>
                <a:gd name="T24" fmla="*/ 352 w 590"/>
                <a:gd name="T25" fmla="*/ 328 h 1017"/>
                <a:gd name="T26" fmla="*/ 589 w 590"/>
                <a:gd name="T27" fmla="*/ 328 h 1017"/>
                <a:gd name="T28" fmla="*/ 589 w 590"/>
                <a:gd name="T29" fmla="*/ 237 h 1017"/>
                <a:gd name="T30" fmla="*/ 352 w 590"/>
                <a:gd name="T31" fmla="*/ 237 h 1017"/>
                <a:gd name="T32" fmla="*/ 352 w 590"/>
                <a:gd name="T33" fmla="*/ 0 h 1017"/>
                <a:gd name="T34" fmla="*/ 141 w 590"/>
                <a:gd name="T35" fmla="*/ 0 h 1017"/>
                <a:gd name="T36" fmla="*/ 141 w 590"/>
                <a:gd name="T37" fmla="*/ 237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0" h="1017">
                  <a:moveTo>
                    <a:pt x="141" y="237"/>
                  </a:moveTo>
                  <a:lnTo>
                    <a:pt x="0" y="237"/>
                  </a:lnTo>
                  <a:lnTo>
                    <a:pt x="0" y="328"/>
                  </a:lnTo>
                  <a:lnTo>
                    <a:pt x="141" y="328"/>
                  </a:lnTo>
                  <a:lnTo>
                    <a:pt x="141" y="797"/>
                  </a:lnTo>
                  <a:cubicBezTo>
                    <a:pt x="141" y="1000"/>
                    <a:pt x="269" y="1016"/>
                    <a:pt x="427" y="1016"/>
                  </a:cubicBezTo>
                  <a:cubicBezTo>
                    <a:pt x="464" y="1016"/>
                    <a:pt x="506" y="1012"/>
                    <a:pt x="551" y="1004"/>
                  </a:cubicBezTo>
                  <a:lnTo>
                    <a:pt x="564" y="1004"/>
                  </a:lnTo>
                  <a:lnTo>
                    <a:pt x="564" y="909"/>
                  </a:lnTo>
                  <a:lnTo>
                    <a:pt x="547" y="913"/>
                  </a:lnTo>
                  <a:cubicBezTo>
                    <a:pt x="531" y="917"/>
                    <a:pt x="510" y="917"/>
                    <a:pt x="485" y="917"/>
                  </a:cubicBezTo>
                  <a:cubicBezTo>
                    <a:pt x="361" y="917"/>
                    <a:pt x="352" y="880"/>
                    <a:pt x="352" y="772"/>
                  </a:cubicBezTo>
                  <a:lnTo>
                    <a:pt x="352" y="328"/>
                  </a:lnTo>
                  <a:lnTo>
                    <a:pt x="589" y="328"/>
                  </a:lnTo>
                  <a:lnTo>
                    <a:pt x="589" y="237"/>
                  </a:lnTo>
                  <a:lnTo>
                    <a:pt x="352" y="237"/>
                  </a:lnTo>
                  <a:lnTo>
                    <a:pt x="352" y="0"/>
                  </a:lnTo>
                  <a:lnTo>
                    <a:pt x="141" y="0"/>
                  </a:lnTo>
                  <a:lnTo>
                    <a:pt x="141" y="237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93" name="Freeform 22">
              <a:extLst>
                <a:ext uri="{FF2B5EF4-FFF2-40B4-BE49-F238E27FC236}">
                  <a16:creationId xmlns:a16="http://schemas.microsoft.com/office/drawing/2014/main" id="{22EF7952-EBD2-1B44-8568-75F1851BC2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0063" y="4206875"/>
              <a:ext cx="331787" cy="274638"/>
            </a:xfrm>
            <a:custGeom>
              <a:avLst/>
              <a:gdLst>
                <a:gd name="T0" fmla="*/ 705 w 921"/>
                <a:gd name="T1" fmla="*/ 248 h 764"/>
                <a:gd name="T2" fmla="*/ 920 w 921"/>
                <a:gd name="T3" fmla="*/ 0 h 764"/>
                <a:gd name="T4" fmla="*/ 701 w 921"/>
                <a:gd name="T5" fmla="*/ 0 h 764"/>
                <a:gd name="T6" fmla="*/ 497 w 921"/>
                <a:gd name="T7" fmla="*/ 236 h 764"/>
                <a:gd name="T8" fmla="*/ 319 w 921"/>
                <a:gd name="T9" fmla="*/ 0 h 764"/>
                <a:gd name="T10" fmla="*/ 0 w 921"/>
                <a:gd name="T11" fmla="*/ 0 h 764"/>
                <a:gd name="T12" fmla="*/ 0 w 921"/>
                <a:gd name="T13" fmla="*/ 62 h 764"/>
                <a:gd name="T14" fmla="*/ 12 w 921"/>
                <a:gd name="T15" fmla="*/ 62 h 764"/>
                <a:gd name="T16" fmla="*/ 211 w 921"/>
                <a:gd name="T17" fmla="*/ 178 h 764"/>
                <a:gd name="T18" fmla="*/ 344 w 921"/>
                <a:gd name="T19" fmla="*/ 352 h 764"/>
                <a:gd name="T20" fmla="*/ 128 w 921"/>
                <a:gd name="T21" fmla="*/ 601 h 764"/>
                <a:gd name="T22" fmla="*/ 348 w 921"/>
                <a:gd name="T23" fmla="*/ 601 h 764"/>
                <a:gd name="T24" fmla="*/ 443 w 921"/>
                <a:gd name="T25" fmla="*/ 489 h 764"/>
                <a:gd name="T26" fmla="*/ 651 w 921"/>
                <a:gd name="T27" fmla="*/ 763 h 764"/>
                <a:gd name="T28" fmla="*/ 900 w 921"/>
                <a:gd name="T29" fmla="*/ 763 h 764"/>
                <a:gd name="T30" fmla="*/ 506 w 921"/>
                <a:gd name="T31" fmla="*/ 248 h 764"/>
                <a:gd name="T32" fmla="*/ 705 w 921"/>
                <a:gd name="T33" fmla="*/ 248 h 7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21" h="764">
                  <a:moveTo>
                    <a:pt x="705" y="248"/>
                  </a:moveTo>
                  <a:lnTo>
                    <a:pt x="920" y="0"/>
                  </a:lnTo>
                  <a:lnTo>
                    <a:pt x="701" y="0"/>
                  </a:lnTo>
                  <a:lnTo>
                    <a:pt x="497" y="236"/>
                  </a:lnTo>
                  <a:lnTo>
                    <a:pt x="319" y="0"/>
                  </a:lnTo>
                  <a:lnTo>
                    <a:pt x="0" y="0"/>
                  </a:lnTo>
                  <a:lnTo>
                    <a:pt x="0" y="62"/>
                  </a:lnTo>
                  <a:lnTo>
                    <a:pt x="12" y="62"/>
                  </a:lnTo>
                  <a:cubicBezTo>
                    <a:pt x="120" y="70"/>
                    <a:pt x="145" y="87"/>
                    <a:pt x="211" y="178"/>
                  </a:cubicBezTo>
                  <a:lnTo>
                    <a:pt x="344" y="352"/>
                  </a:lnTo>
                  <a:lnTo>
                    <a:pt x="128" y="601"/>
                  </a:lnTo>
                  <a:lnTo>
                    <a:pt x="348" y="601"/>
                  </a:lnTo>
                  <a:lnTo>
                    <a:pt x="443" y="489"/>
                  </a:lnTo>
                  <a:lnTo>
                    <a:pt x="651" y="763"/>
                  </a:lnTo>
                  <a:lnTo>
                    <a:pt x="900" y="763"/>
                  </a:lnTo>
                  <a:lnTo>
                    <a:pt x="506" y="248"/>
                  </a:lnTo>
                  <a:lnTo>
                    <a:pt x="705" y="24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98" name="Freeform 23">
              <a:extLst>
                <a:ext uri="{FF2B5EF4-FFF2-40B4-BE49-F238E27FC236}">
                  <a16:creationId xmlns:a16="http://schemas.microsoft.com/office/drawing/2014/main" id="{F806D912-F48C-0548-B2DC-443E6576D3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5500" y="4010025"/>
              <a:ext cx="176213" cy="111125"/>
            </a:xfrm>
            <a:custGeom>
              <a:avLst/>
              <a:gdLst>
                <a:gd name="T0" fmla="*/ 224 w 490"/>
                <a:gd name="T1" fmla="*/ 307 h 308"/>
                <a:gd name="T2" fmla="*/ 0 w 490"/>
                <a:gd name="T3" fmla="*/ 307 h 308"/>
                <a:gd name="T4" fmla="*/ 269 w 490"/>
                <a:gd name="T5" fmla="*/ 0 h 308"/>
                <a:gd name="T6" fmla="*/ 489 w 490"/>
                <a:gd name="T7" fmla="*/ 0 h 308"/>
                <a:gd name="T8" fmla="*/ 224 w 490"/>
                <a:gd name="T9" fmla="*/ 307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0" h="308">
                  <a:moveTo>
                    <a:pt x="224" y="307"/>
                  </a:moveTo>
                  <a:lnTo>
                    <a:pt x="0" y="307"/>
                  </a:lnTo>
                  <a:lnTo>
                    <a:pt x="269" y="0"/>
                  </a:lnTo>
                  <a:lnTo>
                    <a:pt x="489" y="0"/>
                  </a:lnTo>
                  <a:lnTo>
                    <a:pt x="224" y="307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</p:grpSp>
      <p:sp>
        <p:nvSpPr>
          <p:cNvPr id="99" name="Footer">
            <a:extLst>
              <a:ext uri="{FF2B5EF4-FFF2-40B4-BE49-F238E27FC236}">
                <a16:creationId xmlns:a16="http://schemas.microsoft.com/office/drawing/2014/main" id="{8AF9C8D6-2120-2645-B767-C612C461170A}"/>
              </a:ext>
            </a:extLst>
          </p:cNvPr>
          <p:cNvSpPr txBox="1"/>
          <p:nvPr userDrawn="1"/>
        </p:nvSpPr>
        <p:spPr>
          <a:xfrm>
            <a:off x="6641794" y="4911221"/>
            <a:ext cx="2462534" cy="2154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rPr>
              <a:t>© Hitachi Vantara LLC 2021.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049304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86272875-7CFB-E54E-A464-DFC119BD2050}"/>
              </a:ext>
            </a:extLst>
          </p:cNvPr>
          <p:cNvSpPr/>
          <p:nvPr userDrawn="1"/>
        </p:nvSpPr>
        <p:spPr>
          <a:xfrm>
            <a:off x="0" y="0"/>
            <a:ext cx="5943600" cy="5157216"/>
          </a:xfrm>
          <a:prstGeom prst="rect">
            <a:avLst/>
          </a:prstGeom>
          <a:gradFill>
            <a:gsLst>
              <a:gs pos="0">
                <a:schemeClr val="accent2">
                  <a:lumMod val="42000"/>
                </a:schemeClr>
              </a:gs>
              <a:gs pos="93000">
                <a:schemeClr val="accent2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5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1348" y="2803117"/>
            <a:ext cx="4286425" cy="830997"/>
          </a:xfrm>
          <a:prstGeom prst="rect">
            <a:avLst/>
          </a:prstGeom>
          <a:effectLst/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charset="2"/>
              <a:buNone/>
              <a:tabLst/>
              <a:defRPr sz="2400" cap="none" baseline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Subtitle placeholder</a:t>
            </a:r>
          </a:p>
          <a:p>
            <a:r>
              <a:rPr lang="en-US" dirty="0"/>
              <a:t>Subtitle placeholder</a:t>
            </a:r>
          </a:p>
        </p:txBody>
      </p:sp>
      <p:sp>
        <p:nvSpPr>
          <p:cNvPr id="57" name="Title 1"/>
          <p:cNvSpPr>
            <a:spLocks noGrp="1"/>
          </p:cNvSpPr>
          <p:nvPr>
            <p:ph type="ctrTitle" hasCustomPrompt="1"/>
          </p:nvPr>
        </p:nvSpPr>
        <p:spPr>
          <a:xfrm>
            <a:off x="681348" y="725773"/>
            <a:ext cx="5148359" cy="2071294"/>
          </a:xfrm>
          <a:prstGeom prst="rect">
            <a:avLst/>
          </a:prstGeom>
          <a:effectLst/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4400" b="1" cap="none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2 Line Hitachi Title Slide Placeholder </a:t>
            </a:r>
            <a:br>
              <a:rPr lang="en-US" dirty="0"/>
            </a:br>
            <a:r>
              <a:rPr lang="en-US" dirty="0"/>
              <a:t>2 Line Hitachi </a:t>
            </a:r>
          </a:p>
        </p:txBody>
      </p:sp>
      <p:sp>
        <p:nvSpPr>
          <p:cNvPr id="58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681349" y="3905309"/>
            <a:ext cx="3544411" cy="307777"/>
          </a:xfrm>
        </p:spPr>
        <p:txBody>
          <a:bodyPr anchor="t"/>
          <a:lstStyle>
            <a:lvl1pPr marL="0" indent="0">
              <a:spcBef>
                <a:spcPts val="0"/>
              </a:spcBef>
              <a:spcAft>
                <a:spcPts val="300"/>
              </a:spcAft>
              <a:buNone/>
              <a:defRPr sz="1400" b="1" baseline="0">
                <a:solidFill>
                  <a:schemeClr val="bg1"/>
                </a:solidFill>
              </a:defRPr>
            </a:lvl1pPr>
            <a:lvl2pPr marL="280987" indent="0">
              <a:buNone/>
              <a:defRPr/>
            </a:lvl2pPr>
            <a:lvl3pPr marL="574675" indent="0">
              <a:buNone/>
              <a:defRPr/>
            </a:lvl3pPr>
            <a:lvl4pPr marL="855663" indent="0">
              <a:buNone/>
              <a:defRPr/>
            </a:lvl4pPr>
            <a:lvl5pPr marL="1090613" indent="0">
              <a:buNone/>
              <a:defRPr/>
            </a:lvl5pPr>
          </a:lstStyle>
          <a:p>
            <a:pPr lvl="0"/>
            <a:r>
              <a:rPr lang="en-US" dirty="0"/>
              <a:t>Name Here</a:t>
            </a:r>
          </a:p>
        </p:txBody>
      </p:sp>
      <p:sp>
        <p:nvSpPr>
          <p:cNvPr id="7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681349" y="4134651"/>
            <a:ext cx="3544411" cy="461665"/>
          </a:xfrm>
        </p:spPr>
        <p:txBody>
          <a:bodyPr anchor="t"/>
          <a:lstStyle>
            <a:lvl1pPr marL="0" indent="0">
              <a:spcBef>
                <a:spcPts val="0"/>
              </a:spcBef>
              <a:spcAft>
                <a:spcPts val="300"/>
              </a:spcAft>
              <a:buNone/>
              <a:defRPr sz="1200">
                <a:solidFill>
                  <a:schemeClr val="bg1"/>
                </a:solidFill>
              </a:defRPr>
            </a:lvl1pPr>
            <a:lvl2pPr marL="280987" indent="0">
              <a:buNone/>
              <a:defRPr/>
            </a:lvl2pPr>
            <a:lvl3pPr marL="574675" indent="0">
              <a:buNone/>
              <a:defRPr/>
            </a:lvl3pPr>
            <a:lvl4pPr marL="855663" indent="0">
              <a:buNone/>
              <a:defRPr/>
            </a:lvl4pPr>
            <a:lvl5pPr marL="1090613" indent="0">
              <a:buNone/>
              <a:defRPr/>
            </a:lvl5pPr>
          </a:lstStyle>
          <a:p>
            <a:pPr lvl="0"/>
            <a:r>
              <a:rPr lang="en-US" dirty="0"/>
              <a:t>Title/Department</a:t>
            </a:r>
            <a:br>
              <a:rPr lang="en-US" dirty="0"/>
            </a:br>
            <a:r>
              <a:rPr lang="en-US" dirty="0"/>
              <a:t>Date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11" y="4915450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111F478C-84AE-4601-9BE4-60468A3A6C06}" type="slidenum">
              <a:rPr lang="en-US" sz="800" smtClean="0">
                <a:solidFill>
                  <a:prstClr val="white">
                    <a:alpha val="50000"/>
                  </a:prstClr>
                </a:solidFill>
                <a:latin typeface="Arial"/>
              </a:rPr>
              <a:pPr/>
              <a:t>‹#›</a:t>
            </a:fld>
            <a:endParaRPr lang="en-US" sz="800" dirty="0">
              <a:solidFill>
                <a:prstClr val="white">
                  <a:alpha val="50000"/>
                </a:prstClr>
              </a:solidFill>
              <a:latin typeface="Arial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F6F85EA-1CAA-F34C-8631-AB308554EFA3}"/>
              </a:ext>
            </a:extLst>
          </p:cNvPr>
          <p:cNvSpPr txBox="1"/>
          <p:nvPr userDrawn="1"/>
        </p:nvSpPr>
        <p:spPr>
          <a:xfrm>
            <a:off x="1611" y="4915450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111F478C-84AE-4601-9BE4-60468A3A6C06}" type="slidenum">
              <a:rPr lang="en-US" sz="800" smtClean="0">
                <a:solidFill>
                  <a:prstClr val="white">
                    <a:alpha val="50000"/>
                  </a:prstClr>
                </a:solidFill>
                <a:latin typeface="Arial"/>
              </a:rPr>
              <a:pPr/>
              <a:t>‹#›</a:t>
            </a:fld>
            <a:endParaRPr lang="en-US" sz="800" dirty="0">
              <a:solidFill>
                <a:prstClr val="white">
                  <a:alpha val="50000"/>
                </a:prstClr>
              </a:solidFill>
              <a:latin typeface="Arial"/>
            </a:endParaRPr>
          </a:p>
        </p:txBody>
      </p:sp>
      <p:pic>
        <p:nvPicPr>
          <p:cNvPr id="69" name="Graphic 68">
            <a:extLst>
              <a:ext uri="{FF2B5EF4-FFF2-40B4-BE49-F238E27FC236}">
                <a16:creationId xmlns:a16="http://schemas.microsoft.com/office/drawing/2014/main" id="{7F8506D6-2826-9940-A9FF-C97A6858C4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994" y="812800"/>
            <a:ext cx="559153" cy="433070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6F7B2448-1537-B449-86CE-CA1E99A73D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4974728" y="963182"/>
            <a:ext cx="5157215" cy="3230857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724CF53A-902C-D940-A727-E6BBE0AC2440}"/>
              </a:ext>
            </a:extLst>
          </p:cNvPr>
          <p:cNvSpPr/>
          <p:nvPr userDrawn="1"/>
        </p:nvSpPr>
        <p:spPr>
          <a:xfrm>
            <a:off x="5942891" y="0"/>
            <a:ext cx="3213491" cy="5157216"/>
          </a:xfrm>
          <a:prstGeom prst="rect">
            <a:avLst/>
          </a:prstGeom>
          <a:gradFill flip="none" rotWithShape="1">
            <a:gsLst>
              <a:gs pos="66000">
                <a:schemeClr val="tx2">
                  <a:alpha val="0"/>
                </a:schemeClr>
              </a:gs>
              <a:gs pos="86000">
                <a:schemeClr val="tx2">
                  <a:alpha val="69000"/>
                </a:schemeClr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grpSp>
        <p:nvGrpSpPr>
          <p:cNvPr id="42" name="Hitachi CS Logo">
            <a:extLst>
              <a:ext uri="{FF2B5EF4-FFF2-40B4-BE49-F238E27FC236}">
                <a16:creationId xmlns:a16="http://schemas.microsoft.com/office/drawing/2014/main" id="{6D48D195-5481-764A-A8EB-3305916B7295}"/>
              </a:ext>
            </a:extLst>
          </p:cNvPr>
          <p:cNvGrpSpPr/>
          <p:nvPr userDrawn="1"/>
        </p:nvGrpSpPr>
        <p:grpSpPr>
          <a:xfrm>
            <a:off x="7684916" y="225821"/>
            <a:ext cx="1247901" cy="356665"/>
            <a:chOff x="2751138" y="3262313"/>
            <a:chExt cx="4665662" cy="1333500"/>
          </a:xfrm>
          <a:solidFill>
            <a:schemeClr val="bg1"/>
          </a:solidFill>
        </p:grpSpPr>
        <p:sp>
          <p:nvSpPr>
            <p:cNvPr id="43" name="Freeform 1">
              <a:extLst>
                <a:ext uri="{FF2B5EF4-FFF2-40B4-BE49-F238E27FC236}">
                  <a16:creationId xmlns:a16="http://schemas.microsoft.com/office/drawing/2014/main" id="{A8F6EB5C-B8A4-C849-AD0E-D1F5B35515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0138" y="3275013"/>
              <a:ext cx="673100" cy="631825"/>
            </a:xfrm>
            <a:custGeom>
              <a:avLst/>
              <a:gdLst>
                <a:gd name="T0" fmla="*/ 465 w 1868"/>
                <a:gd name="T1" fmla="*/ 0 h 1755"/>
                <a:gd name="T2" fmla="*/ 465 w 1868"/>
                <a:gd name="T3" fmla="*/ 700 h 1755"/>
                <a:gd name="T4" fmla="*/ 1402 w 1868"/>
                <a:gd name="T5" fmla="*/ 700 h 1755"/>
                <a:gd name="T6" fmla="*/ 1402 w 1868"/>
                <a:gd name="T7" fmla="*/ 0 h 1755"/>
                <a:gd name="T8" fmla="*/ 1867 w 1868"/>
                <a:gd name="T9" fmla="*/ 0 h 1755"/>
                <a:gd name="T10" fmla="*/ 1867 w 1868"/>
                <a:gd name="T11" fmla="*/ 1754 h 1755"/>
                <a:gd name="T12" fmla="*/ 1402 w 1868"/>
                <a:gd name="T13" fmla="*/ 1754 h 1755"/>
                <a:gd name="T14" fmla="*/ 1402 w 1868"/>
                <a:gd name="T15" fmla="*/ 983 h 1755"/>
                <a:gd name="T16" fmla="*/ 465 w 1868"/>
                <a:gd name="T17" fmla="*/ 983 h 1755"/>
                <a:gd name="T18" fmla="*/ 465 w 1868"/>
                <a:gd name="T19" fmla="*/ 1754 h 1755"/>
                <a:gd name="T20" fmla="*/ 0 w 1868"/>
                <a:gd name="T21" fmla="*/ 1754 h 1755"/>
                <a:gd name="T22" fmla="*/ 0 w 1868"/>
                <a:gd name="T23" fmla="*/ 0 h 1755"/>
                <a:gd name="T24" fmla="*/ 465 w 1868"/>
                <a:gd name="T25" fmla="*/ 0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68" h="1755">
                  <a:moveTo>
                    <a:pt x="465" y="0"/>
                  </a:moveTo>
                  <a:cubicBezTo>
                    <a:pt x="465" y="0"/>
                    <a:pt x="465" y="705"/>
                    <a:pt x="465" y="700"/>
                  </a:cubicBezTo>
                  <a:lnTo>
                    <a:pt x="1402" y="700"/>
                  </a:lnTo>
                  <a:cubicBezTo>
                    <a:pt x="1402" y="705"/>
                    <a:pt x="1402" y="0"/>
                    <a:pt x="1402" y="0"/>
                  </a:cubicBezTo>
                  <a:cubicBezTo>
                    <a:pt x="1402" y="0"/>
                    <a:pt x="1863" y="0"/>
                    <a:pt x="1867" y="0"/>
                  </a:cubicBezTo>
                  <a:cubicBezTo>
                    <a:pt x="1867" y="0"/>
                    <a:pt x="1867" y="1750"/>
                    <a:pt x="1867" y="1754"/>
                  </a:cubicBezTo>
                  <a:lnTo>
                    <a:pt x="1402" y="1754"/>
                  </a:lnTo>
                  <a:cubicBezTo>
                    <a:pt x="1402" y="1754"/>
                    <a:pt x="1402" y="987"/>
                    <a:pt x="1402" y="983"/>
                  </a:cubicBezTo>
                  <a:cubicBezTo>
                    <a:pt x="1402" y="987"/>
                    <a:pt x="465" y="983"/>
                    <a:pt x="465" y="983"/>
                  </a:cubicBezTo>
                  <a:cubicBezTo>
                    <a:pt x="465" y="987"/>
                    <a:pt x="465" y="1754"/>
                    <a:pt x="465" y="1754"/>
                  </a:cubicBezTo>
                  <a:lnTo>
                    <a:pt x="0" y="1754"/>
                  </a:lnTo>
                  <a:cubicBezTo>
                    <a:pt x="0" y="1754"/>
                    <a:pt x="4" y="0"/>
                    <a:pt x="0" y="0"/>
                  </a:cubicBezTo>
                  <a:lnTo>
                    <a:pt x="46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44" name="Freeform 2">
              <a:extLst>
                <a:ext uri="{FF2B5EF4-FFF2-40B4-BE49-F238E27FC236}">
                  <a16:creationId xmlns:a16="http://schemas.microsoft.com/office/drawing/2014/main" id="{AE8B22D0-660A-BE42-A790-FA991CAB11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3050" y="3275013"/>
              <a:ext cx="677863" cy="631825"/>
            </a:xfrm>
            <a:custGeom>
              <a:avLst/>
              <a:gdLst>
                <a:gd name="T0" fmla="*/ 1883 w 1884"/>
                <a:gd name="T1" fmla="*/ 0 h 1755"/>
                <a:gd name="T2" fmla="*/ 1883 w 1884"/>
                <a:gd name="T3" fmla="*/ 298 h 1755"/>
                <a:gd name="T4" fmla="*/ 1174 w 1884"/>
                <a:gd name="T5" fmla="*/ 298 h 1755"/>
                <a:gd name="T6" fmla="*/ 1174 w 1884"/>
                <a:gd name="T7" fmla="*/ 1754 h 1755"/>
                <a:gd name="T8" fmla="*/ 709 w 1884"/>
                <a:gd name="T9" fmla="*/ 1754 h 1755"/>
                <a:gd name="T10" fmla="*/ 709 w 1884"/>
                <a:gd name="T11" fmla="*/ 298 h 1755"/>
                <a:gd name="T12" fmla="*/ 0 w 1884"/>
                <a:gd name="T13" fmla="*/ 298 h 1755"/>
                <a:gd name="T14" fmla="*/ 0 w 1884"/>
                <a:gd name="T15" fmla="*/ 0 h 1755"/>
                <a:gd name="T16" fmla="*/ 1883 w 1884"/>
                <a:gd name="T17" fmla="*/ 0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84" h="1755">
                  <a:moveTo>
                    <a:pt x="1883" y="0"/>
                  </a:moveTo>
                  <a:cubicBezTo>
                    <a:pt x="1883" y="4"/>
                    <a:pt x="1883" y="298"/>
                    <a:pt x="1883" y="298"/>
                  </a:cubicBezTo>
                  <a:lnTo>
                    <a:pt x="1174" y="298"/>
                  </a:lnTo>
                  <a:lnTo>
                    <a:pt x="1174" y="1754"/>
                  </a:lnTo>
                  <a:lnTo>
                    <a:pt x="709" y="1754"/>
                  </a:lnTo>
                  <a:lnTo>
                    <a:pt x="709" y="298"/>
                  </a:lnTo>
                  <a:lnTo>
                    <a:pt x="0" y="298"/>
                  </a:lnTo>
                  <a:lnTo>
                    <a:pt x="0" y="0"/>
                  </a:lnTo>
                  <a:lnTo>
                    <a:pt x="1883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45" name="Freeform 3">
              <a:extLst>
                <a:ext uri="{FF2B5EF4-FFF2-40B4-BE49-F238E27FC236}">
                  <a16:creationId xmlns:a16="http://schemas.microsoft.com/office/drawing/2014/main" id="{615DA11F-2C89-7645-B4CB-954E07AC39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4863" y="3275013"/>
              <a:ext cx="796925" cy="631825"/>
            </a:xfrm>
            <a:custGeom>
              <a:avLst/>
              <a:gdLst>
                <a:gd name="T0" fmla="*/ 2214 w 2215"/>
                <a:gd name="T1" fmla="*/ 1754 h 1755"/>
                <a:gd name="T2" fmla="*/ 1695 w 2215"/>
                <a:gd name="T3" fmla="*/ 1754 h 1755"/>
                <a:gd name="T4" fmla="*/ 1542 w 2215"/>
                <a:gd name="T5" fmla="*/ 1377 h 1755"/>
                <a:gd name="T6" fmla="*/ 672 w 2215"/>
                <a:gd name="T7" fmla="*/ 1377 h 1755"/>
                <a:gd name="T8" fmla="*/ 518 w 2215"/>
                <a:gd name="T9" fmla="*/ 1754 h 1755"/>
                <a:gd name="T10" fmla="*/ 0 w 2215"/>
                <a:gd name="T11" fmla="*/ 1754 h 1755"/>
                <a:gd name="T12" fmla="*/ 825 w 2215"/>
                <a:gd name="T13" fmla="*/ 0 h 1755"/>
                <a:gd name="T14" fmla="*/ 1392 w 2215"/>
                <a:gd name="T15" fmla="*/ 0 h 1755"/>
                <a:gd name="T16" fmla="*/ 2214 w 2215"/>
                <a:gd name="T17" fmla="*/ 1754 h 1755"/>
                <a:gd name="T18" fmla="*/ 788 w 2215"/>
                <a:gd name="T19" fmla="*/ 1095 h 1755"/>
                <a:gd name="T20" fmla="*/ 1434 w 2215"/>
                <a:gd name="T21" fmla="*/ 1095 h 1755"/>
                <a:gd name="T22" fmla="*/ 1107 w 2215"/>
                <a:gd name="T23" fmla="*/ 298 h 1755"/>
                <a:gd name="T24" fmla="*/ 788 w 2215"/>
                <a:gd name="T25" fmla="*/ 1095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15" h="1755">
                  <a:moveTo>
                    <a:pt x="2214" y="1754"/>
                  </a:moveTo>
                  <a:cubicBezTo>
                    <a:pt x="2214" y="1754"/>
                    <a:pt x="1691" y="1754"/>
                    <a:pt x="1695" y="1754"/>
                  </a:cubicBezTo>
                  <a:lnTo>
                    <a:pt x="1542" y="1377"/>
                  </a:lnTo>
                  <a:lnTo>
                    <a:pt x="672" y="1377"/>
                  </a:lnTo>
                  <a:cubicBezTo>
                    <a:pt x="672" y="1377"/>
                    <a:pt x="522" y="1754"/>
                    <a:pt x="518" y="1754"/>
                  </a:cubicBezTo>
                  <a:lnTo>
                    <a:pt x="0" y="1754"/>
                  </a:lnTo>
                  <a:lnTo>
                    <a:pt x="825" y="0"/>
                  </a:lnTo>
                  <a:lnTo>
                    <a:pt x="1392" y="0"/>
                  </a:lnTo>
                  <a:lnTo>
                    <a:pt x="2214" y="1754"/>
                  </a:lnTo>
                  <a:close/>
                  <a:moveTo>
                    <a:pt x="788" y="1095"/>
                  </a:moveTo>
                  <a:lnTo>
                    <a:pt x="1434" y="1095"/>
                  </a:lnTo>
                  <a:lnTo>
                    <a:pt x="1107" y="298"/>
                  </a:lnTo>
                  <a:lnTo>
                    <a:pt x="788" y="1095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46" name="Freeform 4">
              <a:extLst>
                <a:ext uri="{FF2B5EF4-FFF2-40B4-BE49-F238E27FC236}">
                  <a16:creationId xmlns:a16="http://schemas.microsoft.com/office/drawing/2014/main" id="{4097C059-672A-0E49-9258-ED8EDA1739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85000" y="3275013"/>
              <a:ext cx="166688" cy="631825"/>
            </a:xfrm>
            <a:custGeom>
              <a:avLst/>
              <a:gdLst>
                <a:gd name="T0" fmla="*/ 232 w 465"/>
                <a:gd name="T1" fmla="*/ 1754 h 1755"/>
                <a:gd name="T2" fmla="*/ 0 w 465"/>
                <a:gd name="T3" fmla="*/ 1754 h 1755"/>
                <a:gd name="T4" fmla="*/ 0 w 465"/>
                <a:gd name="T5" fmla="*/ 0 h 1755"/>
                <a:gd name="T6" fmla="*/ 464 w 465"/>
                <a:gd name="T7" fmla="*/ 0 h 1755"/>
                <a:gd name="T8" fmla="*/ 464 w 465"/>
                <a:gd name="T9" fmla="*/ 1754 h 1755"/>
                <a:gd name="T10" fmla="*/ 232 w 465"/>
                <a:gd name="T11" fmla="*/ 1754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5" h="1755">
                  <a:moveTo>
                    <a:pt x="232" y="1754"/>
                  </a:moveTo>
                  <a:lnTo>
                    <a:pt x="0" y="1754"/>
                  </a:lnTo>
                  <a:lnTo>
                    <a:pt x="0" y="0"/>
                  </a:lnTo>
                  <a:lnTo>
                    <a:pt x="464" y="0"/>
                  </a:lnTo>
                  <a:lnTo>
                    <a:pt x="464" y="1754"/>
                  </a:lnTo>
                  <a:lnTo>
                    <a:pt x="232" y="175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48" name="Freeform 5">
              <a:extLst>
                <a:ext uri="{FF2B5EF4-FFF2-40B4-BE49-F238E27FC236}">
                  <a16:creationId xmlns:a16="http://schemas.microsoft.com/office/drawing/2014/main" id="{A7CBA6A8-FB27-4E4B-9576-C29F56298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9588" y="3275013"/>
              <a:ext cx="673100" cy="631825"/>
            </a:xfrm>
            <a:custGeom>
              <a:avLst/>
              <a:gdLst>
                <a:gd name="T0" fmla="*/ 465 w 1868"/>
                <a:gd name="T1" fmla="*/ 0 h 1755"/>
                <a:gd name="T2" fmla="*/ 465 w 1868"/>
                <a:gd name="T3" fmla="*/ 700 h 1755"/>
                <a:gd name="T4" fmla="*/ 1402 w 1868"/>
                <a:gd name="T5" fmla="*/ 700 h 1755"/>
                <a:gd name="T6" fmla="*/ 1402 w 1868"/>
                <a:gd name="T7" fmla="*/ 0 h 1755"/>
                <a:gd name="T8" fmla="*/ 1867 w 1868"/>
                <a:gd name="T9" fmla="*/ 0 h 1755"/>
                <a:gd name="T10" fmla="*/ 1867 w 1868"/>
                <a:gd name="T11" fmla="*/ 1754 h 1755"/>
                <a:gd name="T12" fmla="*/ 1402 w 1868"/>
                <a:gd name="T13" fmla="*/ 1754 h 1755"/>
                <a:gd name="T14" fmla="*/ 1402 w 1868"/>
                <a:gd name="T15" fmla="*/ 983 h 1755"/>
                <a:gd name="T16" fmla="*/ 465 w 1868"/>
                <a:gd name="T17" fmla="*/ 983 h 1755"/>
                <a:gd name="T18" fmla="*/ 465 w 1868"/>
                <a:gd name="T19" fmla="*/ 1754 h 1755"/>
                <a:gd name="T20" fmla="*/ 0 w 1868"/>
                <a:gd name="T21" fmla="*/ 1754 h 1755"/>
                <a:gd name="T22" fmla="*/ 0 w 1868"/>
                <a:gd name="T23" fmla="*/ 0 h 1755"/>
                <a:gd name="T24" fmla="*/ 465 w 1868"/>
                <a:gd name="T25" fmla="*/ 0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68" h="1755">
                  <a:moveTo>
                    <a:pt x="465" y="0"/>
                  </a:moveTo>
                  <a:cubicBezTo>
                    <a:pt x="465" y="0"/>
                    <a:pt x="465" y="705"/>
                    <a:pt x="465" y="700"/>
                  </a:cubicBezTo>
                  <a:lnTo>
                    <a:pt x="1402" y="700"/>
                  </a:lnTo>
                  <a:cubicBezTo>
                    <a:pt x="1402" y="705"/>
                    <a:pt x="1402" y="0"/>
                    <a:pt x="1402" y="0"/>
                  </a:cubicBezTo>
                  <a:cubicBezTo>
                    <a:pt x="1402" y="0"/>
                    <a:pt x="1863" y="0"/>
                    <a:pt x="1867" y="0"/>
                  </a:cubicBezTo>
                  <a:cubicBezTo>
                    <a:pt x="1867" y="0"/>
                    <a:pt x="1867" y="1750"/>
                    <a:pt x="1867" y="1754"/>
                  </a:cubicBezTo>
                  <a:lnTo>
                    <a:pt x="1402" y="1754"/>
                  </a:lnTo>
                  <a:cubicBezTo>
                    <a:pt x="1402" y="1754"/>
                    <a:pt x="1402" y="987"/>
                    <a:pt x="1402" y="983"/>
                  </a:cubicBezTo>
                  <a:cubicBezTo>
                    <a:pt x="1402" y="987"/>
                    <a:pt x="465" y="983"/>
                    <a:pt x="465" y="983"/>
                  </a:cubicBezTo>
                  <a:cubicBezTo>
                    <a:pt x="465" y="987"/>
                    <a:pt x="465" y="1754"/>
                    <a:pt x="465" y="1754"/>
                  </a:cubicBezTo>
                  <a:lnTo>
                    <a:pt x="0" y="1754"/>
                  </a:lnTo>
                  <a:cubicBezTo>
                    <a:pt x="0" y="1754"/>
                    <a:pt x="5" y="0"/>
                    <a:pt x="0" y="0"/>
                  </a:cubicBezTo>
                  <a:lnTo>
                    <a:pt x="46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49" name="Freeform 6">
              <a:extLst>
                <a:ext uri="{FF2B5EF4-FFF2-40B4-BE49-F238E27FC236}">
                  <a16:creationId xmlns:a16="http://schemas.microsoft.com/office/drawing/2014/main" id="{3F4B51A3-235F-5349-BDA7-AB840646B6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4450" y="3275013"/>
              <a:ext cx="168275" cy="631825"/>
            </a:xfrm>
            <a:custGeom>
              <a:avLst/>
              <a:gdLst>
                <a:gd name="T0" fmla="*/ 233 w 466"/>
                <a:gd name="T1" fmla="*/ 1754 h 1755"/>
                <a:gd name="T2" fmla="*/ 0 w 466"/>
                <a:gd name="T3" fmla="*/ 1754 h 1755"/>
                <a:gd name="T4" fmla="*/ 0 w 466"/>
                <a:gd name="T5" fmla="*/ 0 h 1755"/>
                <a:gd name="T6" fmla="*/ 465 w 466"/>
                <a:gd name="T7" fmla="*/ 0 h 1755"/>
                <a:gd name="T8" fmla="*/ 465 w 466"/>
                <a:gd name="T9" fmla="*/ 1754 h 1755"/>
                <a:gd name="T10" fmla="*/ 233 w 466"/>
                <a:gd name="T11" fmla="*/ 1754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6" h="1755">
                  <a:moveTo>
                    <a:pt x="233" y="1754"/>
                  </a:moveTo>
                  <a:lnTo>
                    <a:pt x="0" y="1754"/>
                  </a:lnTo>
                  <a:lnTo>
                    <a:pt x="0" y="0"/>
                  </a:lnTo>
                  <a:lnTo>
                    <a:pt x="465" y="0"/>
                  </a:lnTo>
                  <a:lnTo>
                    <a:pt x="465" y="1754"/>
                  </a:lnTo>
                  <a:lnTo>
                    <a:pt x="233" y="175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50" name="Freeform 7">
              <a:extLst>
                <a:ext uri="{FF2B5EF4-FFF2-40B4-BE49-F238E27FC236}">
                  <a16:creationId xmlns:a16="http://schemas.microsoft.com/office/drawing/2014/main" id="{4919109E-7C11-0B48-9E96-1206BB3225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3213" y="3262313"/>
              <a:ext cx="715962" cy="663575"/>
            </a:xfrm>
            <a:custGeom>
              <a:avLst/>
              <a:gdLst>
                <a:gd name="T0" fmla="*/ 62 w 1988"/>
                <a:gd name="T1" fmla="*/ 1307 h 1842"/>
                <a:gd name="T2" fmla="*/ 0 w 1988"/>
                <a:gd name="T3" fmla="*/ 933 h 1842"/>
                <a:gd name="T4" fmla="*/ 120 w 1988"/>
                <a:gd name="T5" fmla="*/ 423 h 1842"/>
                <a:gd name="T6" fmla="*/ 518 w 1988"/>
                <a:gd name="T7" fmla="*/ 91 h 1842"/>
                <a:gd name="T8" fmla="*/ 1033 w 1988"/>
                <a:gd name="T9" fmla="*/ 0 h 1842"/>
                <a:gd name="T10" fmla="*/ 1618 w 1988"/>
                <a:gd name="T11" fmla="*/ 125 h 1842"/>
                <a:gd name="T12" fmla="*/ 1950 w 1988"/>
                <a:gd name="T13" fmla="*/ 531 h 1842"/>
                <a:gd name="T14" fmla="*/ 1966 w 1988"/>
                <a:gd name="T15" fmla="*/ 643 h 1842"/>
                <a:gd name="T16" fmla="*/ 1481 w 1988"/>
                <a:gd name="T17" fmla="*/ 643 h 1842"/>
                <a:gd name="T18" fmla="*/ 1456 w 1988"/>
                <a:gd name="T19" fmla="*/ 506 h 1842"/>
                <a:gd name="T20" fmla="*/ 1240 w 1988"/>
                <a:gd name="T21" fmla="*/ 303 h 1842"/>
                <a:gd name="T22" fmla="*/ 1037 w 1988"/>
                <a:gd name="T23" fmla="*/ 274 h 1842"/>
                <a:gd name="T24" fmla="*/ 809 w 1988"/>
                <a:gd name="T25" fmla="*/ 315 h 1842"/>
                <a:gd name="T26" fmla="*/ 556 w 1988"/>
                <a:gd name="T27" fmla="*/ 573 h 1842"/>
                <a:gd name="T28" fmla="*/ 494 w 1988"/>
                <a:gd name="T29" fmla="*/ 942 h 1842"/>
                <a:gd name="T30" fmla="*/ 539 w 1988"/>
                <a:gd name="T31" fmla="*/ 1249 h 1842"/>
                <a:gd name="T32" fmla="*/ 792 w 1988"/>
                <a:gd name="T33" fmla="*/ 1527 h 1842"/>
                <a:gd name="T34" fmla="*/ 1041 w 1988"/>
                <a:gd name="T35" fmla="*/ 1572 h 1842"/>
                <a:gd name="T36" fmla="*/ 1257 w 1988"/>
                <a:gd name="T37" fmla="*/ 1539 h 1842"/>
                <a:gd name="T38" fmla="*/ 1460 w 1988"/>
                <a:gd name="T39" fmla="*/ 1356 h 1842"/>
                <a:gd name="T40" fmla="*/ 1497 w 1988"/>
                <a:gd name="T41" fmla="*/ 1170 h 1842"/>
                <a:gd name="T42" fmla="*/ 1987 w 1988"/>
                <a:gd name="T43" fmla="*/ 1170 h 1842"/>
                <a:gd name="T44" fmla="*/ 1962 w 1988"/>
                <a:gd name="T45" fmla="*/ 1336 h 1842"/>
                <a:gd name="T46" fmla="*/ 1638 w 1988"/>
                <a:gd name="T47" fmla="*/ 1721 h 1842"/>
                <a:gd name="T48" fmla="*/ 1041 w 1988"/>
                <a:gd name="T49" fmla="*/ 1841 h 1842"/>
                <a:gd name="T50" fmla="*/ 568 w 1988"/>
                <a:gd name="T51" fmla="*/ 1771 h 1842"/>
                <a:gd name="T52" fmla="*/ 62 w 1988"/>
                <a:gd name="T53" fmla="*/ 1307 h 1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988" h="1842">
                  <a:moveTo>
                    <a:pt x="62" y="1307"/>
                  </a:moveTo>
                  <a:cubicBezTo>
                    <a:pt x="21" y="1191"/>
                    <a:pt x="0" y="1066"/>
                    <a:pt x="0" y="933"/>
                  </a:cubicBezTo>
                  <a:cubicBezTo>
                    <a:pt x="0" y="751"/>
                    <a:pt x="33" y="573"/>
                    <a:pt x="120" y="423"/>
                  </a:cubicBezTo>
                  <a:cubicBezTo>
                    <a:pt x="211" y="270"/>
                    <a:pt x="348" y="154"/>
                    <a:pt x="518" y="91"/>
                  </a:cubicBezTo>
                  <a:cubicBezTo>
                    <a:pt x="680" y="33"/>
                    <a:pt x="850" y="0"/>
                    <a:pt x="1033" y="0"/>
                  </a:cubicBezTo>
                  <a:cubicBezTo>
                    <a:pt x="1240" y="0"/>
                    <a:pt x="1439" y="46"/>
                    <a:pt x="1618" y="125"/>
                  </a:cubicBezTo>
                  <a:cubicBezTo>
                    <a:pt x="1784" y="195"/>
                    <a:pt x="1912" y="349"/>
                    <a:pt x="1950" y="531"/>
                  </a:cubicBezTo>
                  <a:cubicBezTo>
                    <a:pt x="1958" y="568"/>
                    <a:pt x="1962" y="606"/>
                    <a:pt x="1966" y="643"/>
                  </a:cubicBezTo>
                  <a:lnTo>
                    <a:pt x="1481" y="643"/>
                  </a:lnTo>
                  <a:cubicBezTo>
                    <a:pt x="1481" y="597"/>
                    <a:pt x="1472" y="552"/>
                    <a:pt x="1456" y="506"/>
                  </a:cubicBezTo>
                  <a:cubicBezTo>
                    <a:pt x="1419" y="411"/>
                    <a:pt x="1340" y="332"/>
                    <a:pt x="1240" y="303"/>
                  </a:cubicBezTo>
                  <a:cubicBezTo>
                    <a:pt x="1174" y="282"/>
                    <a:pt x="1107" y="274"/>
                    <a:pt x="1037" y="274"/>
                  </a:cubicBezTo>
                  <a:cubicBezTo>
                    <a:pt x="958" y="274"/>
                    <a:pt x="879" y="286"/>
                    <a:pt x="809" y="315"/>
                  </a:cubicBezTo>
                  <a:cubicBezTo>
                    <a:pt x="688" y="357"/>
                    <a:pt x="597" y="452"/>
                    <a:pt x="556" y="573"/>
                  </a:cubicBezTo>
                  <a:cubicBezTo>
                    <a:pt x="514" y="689"/>
                    <a:pt x="494" y="813"/>
                    <a:pt x="494" y="942"/>
                  </a:cubicBezTo>
                  <a:cubicBezTo>
                    <a:pt x="494" y="1050"/>
                    <a:pt x="510" y="1153"/>
                    <a:pt x="539" y="1249"/>
                  </a:cubicBezTo>
                  <a:cubicBezTo>
                    <a:pt x="572" y="1377"/>
                    <a:pt x="672" y="1481"/>
                    <a:pt x="792" y="1527"/>
                  </a:cubicBezTo>
                  <a:cubicBezTo>
                    <a:pt x="871" y="1556"/>
                    <a:pt x="954" y="1572"/>
                    <a:pt x="1041" y="1572"/>
                  </a:cubicBezTo>
                  <a:cubicBezTo>
                    <a:pt x="1116" y="1572"/>
                    <a:pt x="1186" y="1560"/>
                    <a:pt x="1257" y="1539"/>
                  </a:cubicBezTo>
                  <a:cubicBezTo>
                    <a:pt x="1348" y="1510"/>
                    <a:pt x="1423" y="1444"/>
                    <a:pt x="1460" y="1356"/>
                  </a:cubicBezTo>
                  <a:cubicBezTo>
                    <a:pt x="1485" y="1298"/>
                    <a:pt x="1497" y="1236"/>
                    <a:pt x="1497" y="1170"/>
                  </a:cubicBezTo>
                  <a:lnTo>
                    <a:pt x="1987" y="1170"/>
                  </a:lnTo>
                  <a:cubicBezTo>
                    <a:pt x="1983" y="1228"/>
                    <a:pt x="1974" y="1282"/>
                    <a:pt x="1962" y="1336"/>
                  </a:cubicBezTo>
                  <a:cubicBezTo>
                    <a:pt x="1920" y="1510"/>
                    <a:pt x="1800" y="1655"/>
                    <a:pt x="1638" y="1721"/>
                  </a:cubicBezTo>
                  <a:cubicBezTo>
                    <a:pt x="1456" y="1800"/>
                    <a:pt x="1253" y="1841"/>
                    <a:pt x="1041" y="1841"/>
                  </a:cubicBezTo>
                  <a:cubicBezTo>
                    <a:pt x="875" y="1841"/>
                    <a:pt x="718" y="1817"/>
                    <a:pt x="568" y="1771"/>
                  </a:cubicBezTo>
                  <a:cubicBezTo>
                    <a:pt x="336" y="1692"/>
                    <a:pt x="137" y="1527"/>
                    <a:pt x="62" y="1307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51" name="Freeform 8">
              <a:extLst>
                <a:ext uri="{FF2B5EF4-FFF2-40B4-BE49-F238E27FC236}">
                  <a16:creationId xmlns:a16="http://schemas.microsoft.com/office/drawing/2014/main" id="{B95CC9FA-E7D2-7D46-9A94-EF10C60093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1138" y="4083050"/>
              <a:ext cx="153987" cy="398463"/>
            </a:xfrm>
            <a:custGeom>
              <a:avLst/>
              <a:gdLst>
                <a:gd name="T0" fmla="*/ 415 w 428"/>
                <a:gd name="T1" fmla="*/ 0 h 1109"/>
                <a:gd name="T2" fmla="*/ 0 w 428"/>
                <a:gd name="T3" fmla="*/ 38 h 1109"/>
                <a:gd name="T4" fmla="*/ 0 w 428"/>
                <a:gd name="T5" fmla="*/ 100 h 1109"/>
                <a:gd name="T6" fmla="*/ 12 w 428"/>
                <a:gd name="T7" fmla="*/ 100 h 1109"/>
                <a:gd name="T8" fmla="*/ 178 w 428"/>
                <a:gd name="T9" fmla="*/ 241 h 1109"/>
                <a:gd name="T10" fmla="*/ 178 w 428"/>
                <a:gd name="T11" fmla="*/ 1108 h 1109"/>
                <a:gd name="T12" fmla="*/ 427 w 428"/>
                <a:gd name="T13" fmla="*/ 1108 h 1109"/>
                <a:gd name="T14" fmla="*/ 427 w 428"/>
                <a:gd name="T15" fmla="*/ 0 h 1109"/>
                <a:gd name="T16" fmla="*/ 415 w 428"/>
                <a:gd name="T17" fmla="*/ 0 h 1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8" h="1109">
                  <a:moveTo>
                    <a:pt x="415" y="0"/>
                  </a:moveTo>
                  <a:lnTo>
                    <a:pt x="0" y="38"/>
                  </a:lnTo>
                  <a:lnTo>
                    <a:pt x="0" y="100"/>
                  </a:lnTo>
                  <a:lnTo>
                    <a:pt x="12" y="100"/>
                  </a:lnTo>
                  <a:cubicBezTo>
                    <a:pt x="178" y="121"/>
                    <a:pt x="178" y="121"/>
                    <a:pt x="178" y="241"/>
                  </a:cubicBezTo>
                  <a:lnTo>
                    <a:pt x="178" y="1108"/>
                  </a:lnTo>
                  <a:lnTo>
                    <a:pt x="427" y="1108"/>
                  </a:lnTo>
                  <a:lnTo>
                    <a:pt x="427" y="0"/>
                  </a:lnTo>
                  <a:lnTo>
                    <a:pt x="41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52" name="Freeform 9">
              <a:extLst>
                <a:ext uri="{FF2B5EF4-FFF2-40B4-BE49-F238E27FC236}">
                  <a16:creationId xmlns:a16="http://schemas.microsoft.com/office/drawing/2014/main" id="{5A574F07-7F6D-FD4E-A8EB-1CB454E820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6088" y="4198938"/>
              <a:ext cx="315912" cy="282575"/>
            </a:xfrm>
            <a:custGeom>
              <a:avLst/>
              <a:gdLst>
                <a:gd name="T0" fmla="*/ 643 w 876"/>
                <a:gd name="T1" fmla="*/ 4 h 785"/>
                <a:gd name="T2" fmla="*/ 353 w 876"/>
                <a:gd name="T3" fmla="*/ 170 h 785"/>
                <a:gd name="T4" fmla="*/ 353 w 876"/>
                <a:gd name="T5" fmla="*/ 0 h 785"/>
                <a:gd name="T6" fmla="*/ 336 w 876"/>
                <a:gd name="T7" fmla="*/ 4 h 785"/>
                <a:gd name="T8" fmla="*/ 0 w 876"/>
                <a:gd name="T9" fmla="*/ 58 h 785"/>
                <a:gd name="T10" fmla="*/ 0 w 876"/>
                <a:gd name="T11" fmla="*/ 116 h 785"/>
                <a:gd name="T12" fmla="*/ 17 w 876"/>
                <a:gd name="T13" fmla="*/ 116 h 785"/>
                <a:gd name="T14" fmla="*/ 145 w 876"/>
                <a:gd name="T15" fmla="*/ 240 h 785"/>
                <a:gd name="T16" fmla="*/ 145 w 876"/>
                <a:gd name="T17" fmla="*/ 784 h 785"/>
                <a:gd name="T18" fmla="*/ 353 w 876"/>
                <a:gd name="T19" fmla="*/ 784 h 785"/>
                <a:gd name="T20" fmla="*/ 353 w 876"/>
                <a:gd name="T21" fmla="*/ 386 h 785"/>
                <a:gd name="T22" fmla="*/ 560 w 876"/>
                <a:gd name="T23" fmla="*/ 141 h 785"/>
                <a:gd name="T24" fmla="*/ 664 w 876"/>
                <a:gd name="T25" fmla="*/ 361 h 785"/>
                <a:gd name="T26" fmla="*/ 664 w 876"/>
                <a:gd name="T27" fmla="*/ 784 h 785"/>
                <a:gd name="T28" fmla="*/ 871 w 876"/>
                <a:gd name="T29" fmla="*/ 784 h 785"/>
                <a:gd name="T30" fmla="*/ 871 w 876"/>
                <a:gd name="T31" fmla="*/ 240 h 785"/>
                <a:gd name="T32" fmla="*/ 643 w 876"/>
                <a:gd name="T33" fmla="*/ 4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6" h="785">
                  <a:moveTo>
                    <a:pt x="643" y="4"/>
                  </a:moveTo>
                  <a:cubicBezTo>
                    <a:pt x="490" y="4"/>
                    <a:pt x="398" y="108"/>
                    <a:pt x="353" y="170"/>
                  </a:cubicBezTo>
                  <a:cubicBezTo>
                    <a:pt x="353" y="112"/>
                    <a:pt x="353" y="0"/>
                    <a:pt x="353" y="0"/>
                  </a:cubicBezTo>
                  <a:lnTo>
                    <a:pt x="336" y="4"/>
                  </a:lnTo>
                  <a:lnTo>
                    <a:pt x="0" y="58"/>
                  </a:lnTo>
                  <a:lnTo>
                    <a:pt x="0" y="116"/>
                  </a:lnTo>
                  <a:lnTo>
                    <a:pt x="17" y="116"/>
                  </a:lnTo>
                  <a:cubicBezTo>
                    <a:pt x="124" y="120"/>
                    <a:pt x="145" y="141"/>
                    <a:pt x="145" y="240"/>
                  </a:cubicBezTo>
                  <a:lnTo>
                    <a:pt x="145" y="784"/>
                  </a:lnTo>
                  <a:lnTo>
                    <a:pt x="353" y="784"/>
                  </a:lnTo>
                  <a:lnTo>
                    <a:pt x="353" y="386"/>
                  </a:lnTo>
                  <a:cubicBezTo>
                    <a:pt x="353" y="278"/>
                    <a:pt x="452" y="141"/>
                    <a:pt x="560" y="141"/>
                  </a:cubicBezTo>
                  <a:cubicBezTo>
                    <a:pt x="660" y="141"/>
                    <a:pt x="664" y="224"/>
                    <a:pt x="664" y="361"/>
                  </a:cubicBezTo>
                  <a:lnTo>
                    <a:pt x="664" y="784"/>
                  </a:lnTo>
                  <a:lnTo>
                    <a:pt x="871" y="784"/>
                  </a:lnTo>
                  <a:lnTo>
                    <a:pt x="871" y="240"/>
                  </a:lnTo>
                  <a:cubicBezTo>
                    <a:pt x="875" y="87"/>
                    <a:pt x="792" y="4"/>
                    <a:pt x="643" y="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53" name="Freeform 10">
              <a:extLst>
                <a:ext uri="{FF2B5EF4-FFF2-40B4-BE49-F238E27FC236}">
                  <a16:creationId xmlns:a16="http://schemas.microsoft.com/office/drawing/2014/main" id="{EBA6C9FE-D2C2-B741-AF79-89C747AFF9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6138" y="4200525"/>
              <a:ext cx="212725" cy="288925"/>
            </a:xfrm>
            <a:custGeom>
              <a:avLst/>
              <a:gdLst>
                <a:gd name="T0" fmla="*/ 348 w 590"/>
                <a:gd name="T1" fmla="*/ 303 h 802"/>
                <a:gd name="T2" fmla="*/ 195 w 590"/>
                <a:gd name="T3" fmla="*/ 170 h 802"/>
                <a:gd name="T4" fmla="*/ 307 w 590"/>
                <a:gd name="T5" fmla="*/ 100 h 802"/>
                <a:gd name="T6" fmla="*/ 502 w 590"/>
                <a:gd name="T7" fmla="*/ 166 h 802"/>
                <a:gd name="T8" fmla="*/ 535 w 590"/>
                <a:gd name="T9" fmla="*/ 187 h 802"/>
                <a:gd name="T10" fmla="*/ 535 w 590"/>
                <a:gd name="T11" fmla="*/ 162 h 802"/>
                <a:gd name="T12" fmla="*/ 535 w 590"/>
                <a:gd name="T13" fmla="*/ 33 h 802"/>
                <a:gd name="T14" fmla="*/ 506 w 590"/>
                <a:gd name="T15" fmla="*/ 25 h 802"/>
                <a:gd name="T16" fmla="*/ 315 w 590"/>
                <a:gd name="T17" fmla="*/ 0 h 802"/>
                <a:gd name="T18" fmla="*/ 0 w 590"/>
                <a:gd name="T19" fmla="*/ 224 h 802"/>
                <a:gd name="T20" fmla="*/ 228 w 590"/>
                <a:gd name="T21" fmla="*/ 465 h 802"/>
                <a:gd name="T22" fmla="*/ 390 w 590"/>
                <a:gd name="T23" fmla="*/ 606 h 802"/>
                <a:gd name="T24" fmla="*/ 249 w 590"/>
                <a:gd name="T25" fmla="*/ 697 h 802"/>
                <a:gd name="T26" fmla="*/ 20 w 590"/>
                <a:gd name="T27" fmla="*/ 618 h 802"/>
                <a:gd name="T28" fmla="*/ 0 w 590"/>
                <a:gd name="T29" fmla="*/ 606 h 802"/>
                <a:gd name="T30" fmla="*/ 0 w 590"/>
                <a:gd name="T31" fmla="*/ 767 h 802"/>
                <a:gd name="T32" fmla="*/ 16 w 590"/>
                <a:gd name="T33" fmla="*/ 771 h 802"/>
                <a:gd name="T34" fmla="*/ 244 w 590"/>
                <a:gd name="T35" fmla="*/ 801 h 802"/>
                <a:gd name="T36" fmla="*/ 580 w 590"/>
                <a:gd name="T37" fmla="*/ 568 h 802"/>
                <a:gd name="T38" fmla="*/ 348 w 590"/>
                <a:gd name="T39" fmla="*/ 303 h 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90" h="802">
                  <a:moveTo>
                    <a:pt x="348" y="303"/>
                  </a:moveTo>
                  <a:cubicBezTo>
                    <a:pt x="265" y="261"/>
                    <a:pt x="195" y="228"/>
                    <a:pt x="195" y="170"/>
                  </a:cubicBezTo>
                  <a:cubicBezTo>
                    <a:pt x="195" y="104"/>
                    <a:pt x="274" y="100"/>
                    <a:pt x="307" y="100"/>
                  </a:cubicBezTo>
                  <a:cubicBezTo>
                    <a:pt x="394" y="100"/>
                    <a:pt x="468" y="145"/>
                    <a:pt x="502" y="166"/>
                  </a:cubicBezTo>
                  <a:lnTo>
                    <a:pt x="535" y="187"/>
                  </a:lnTo>
                  <a:lnTo>
                    <a:pt x="535" y="162"/>
                  </a:lnTo>
                  <a:lnTo>
                    <a:pt x="535" y="33"/>
                  </a:lnTo>
                  <a:lnTo>
                    <a:pt x="506" y="25"/>
                  </a:lnTo>
                  <a:cubicBezTo>
                    <a:pt x="468" y="17"/>
                    <a:pt x="398" y="0"/>
                    <a:pt x="315" y="0"/>
                  </a:cubicBezTo>
                  <a:cubicBezTo>
                    <a:pt x="120" y="0"/>
                    <a:pt x="0" y="83"/>
                    <a:pt x="0" y="224"/>
                  </a:cubicBezTo>
                  <a:cubicBezTo>
                    <a:pt x="0" y="353"/>
                    <a:pt x="124" y="411"/>
                    <a:pt x="228" y="465"/>
                  </a:cubicBezTo>
                  <a:cubicBezTo>
                    <a:pt x="311" y="506"/>
                    <a:pt x="390" y="543"/>
                    <a:pt x="390" y="606"/>
                  </a:cubicBezTo>
                  <a:cubicBezTo>
                    <a:pt x="390" y="664"/>
                    <a:pt x="340" y="697"/>
                    <a:pt x="249" y="697"/>
                  </a:cubicBezTo>
                  <a:cubicBezTo>
                    <a:pt x="149" y="697"/>
                    <a:pt x="70" y="647"/>
                    <a:pt x="20" y="618"/>
                  </a:cubicBezTo>
                  <a:lnTo>
                    <a:pt x="0" y="606"/>
                  </a:lnTo>
                  <a:lnTo>
                    <a:pt x="0" y="767"/>
                  </a:lnTo>
                  <a:lnTo>
                    <a:pt x="16" y="771"/>
                  </a:lnTo>
                  <a:cubicBezTo>
                    <a:pt x="58" y="780"/>
                    <a:pt x="137" y="801"/>
                    <a:pt x="244" y="801"/>
                  </a:cubicBezTo>
                  <a:cubicBezTo>
                    <a:pt x="456" y="801"/>
                    <a:pt x="580" y="713"/>
                    <a:pt x="580" y="568"/>
                  </a:cubicBezTo>
                  <a:cubicBezTo>
                    <a:pt x="589" y="419"/>
                    <a:pt x="460" y="357"/>
                    <a:pt x="348" y="303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54" name="Freeform 11">
              <a:extLst>
                <a:ext uri="{FF2B5EF4-FFF2-40B4-BE49-F238E27FC236}">
                  <a16:creationId xmlns:a16="http://schemas.microsoft.com/office/drawing/2014/main" id="{7C3685C5-6782-E349-A3EA-21970E49A8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5375" y="4198938"/>
              <a:ext cx="325438" cy="396875"/>
            </a:xfrm>
            <a:custGeom>
              <a:avLst/>
              <a:gdLst>
                <a:gd name="T0" fmla="*/ 577 w 906"/>
                <a:gd name="T1" fmla="*/ 4 h 1104"/>
                <a:gd name="T2" fmla="*/ 357 w 906"/>
                <a:gd name="T3" fmla="*/ 112 h 1104"/>
                <a:gd name="T4" fmla="*/ 357 w 906"/>
                <a:gd name="T5" fmla="*/ 0 h 1104"/>
                <a:gd name="T6" fmla="*/ 336 w 906"/>
                <a:gd name="T7" fmla="*/ 4 h 1104"/>
                <a:gd name="T8" fmla="*/ 0 w 906"/>
                <a:gd name="T9" fmla="*/ 58 h 1104"/>
                <a:gd name="T10" fmla="*/ 0 w 906"/>
                <a:gd name="T11" fmla="*/ 116 h 1104"/>
                <a:gd name="T12" fmla="*/ 13 w 906"/>
                <a:gd name="T13" fmla="*/ 116 h 1104"/>
                <a:gd name="T14" fmla="*/ 137 w 906"/>
                <a:gd name="T15" fmla="*/ 240 h 1104"/>
                <a:gd name="T16" fmla="*/ 137 w 906"/>
                <a:gd name="T17" fmla="*/ 1103 h 1104"/>
                <a:gd name="T18" fmla="*/ 345 w 906"/>
                <a:gd name="T19" fmla="*/ 1103 h 1104"/>
                <a:gd name="T20" fmla="*/ 345 w 906"/>
                <a:gd name="T21" fmla="*/ 709 h 1104"/>
                <a:gd name="T22" fmla="*/ 560 w 906"/>
                <a:gd name="T23" fmla="*/ 800 h 1104"/>
                <a:gd name="T24" fmla="*/ 896 w 906"/>
                <a:gd name="T25" fmla="*/ 390 h 1104"/>
                <a:gd name="T26" fmla="*/ 577 w 906"/>
                <a:gd name="T27" fmla="*/ 4 h 1104"/>
                <a:gd name="T28" fmla="*/ 515 w 906"/>
                <a:gd name="T29" fmla="*/ 120 h 1104"/>
                <a:gd name="T30" fmla="*/ 672 w 906"/>
                <a:gd name="T31" fmla="*/ 394 h 1104"/>
                <a:gd name="T32" fmla="*/ 515 w 906"/>
                <a:gd name="T33" fmla="*/ 688 h 1104"/>
                <a:gd name="T34" fmla="*/ 349 w 906"/>
                <a:gd name="T35" fmla="*/ 456 h 1104"/>
                <a:gd name="T36" fmla="*/ 349 w 906"/>
                <a:gd name="T37" fmla="*/ 390 h 1104"/>
                <a:gd name="T38" fmla="*/ 515 w 906"/>
                <a:gd name="T39" fmla="*/ 120 h 1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06" h="1104">
                  <a:moveTo>
                    <a:pt x="577" y="4"/>
                  </a:moveTo>
                  <a:cubicBezTo>
                    <a:pt x="498" y="4"/>
                    <a:pt x="424" y="41"/>
                    <a:pt x="357" y="112"/>
                  </a:cubicBezTo>
                  <a:cubicBezTo>
                    <a:pt x="357" y="75"/>
                    <a:pt x="357" y="0"/>
                    <a:pt x="357" y="0"/>
                  </a:cubicBezTo>
                  <a:lnTo>
                    <a:pt x="336" y="4"/>
                  </a:lnTo>
                  <a:lnTo>
                    <a:pt x="0" y="58"/>
                  </a:lnTo>
                  <a:lnTo>
                    <a:pt x="0" y="116"/>
                  </a:lnTo>
                  <a:lnTo>
                    <a:pt x="13" y="116"/>
                  </a:lnTo>
                  <a:cubicBezTo>
                    <a:pt x="117" y="120"/>
                    <a:pt x="137" y="141"/>
                    <a:pt x="137" y="240"/>
                  </a:cubicBezTo>
                  <a:lnTo>
                    <a:pt x="137" y="1103"/>
                  </a:lnTo>
                  <a:lnTo>
                    <a:pt x="345" y="1103"/>
                  </a:lnTo>
                  <a:cubicBezTo>
                    <a:pt x="345" y="1103"/>
                    <a:pt x="345" y="775"/>
                    <a:pt x="345" y="709"/>
                  </a:cubicBezTo>
                  <a:cubicBezTo>
                    <a:pt x="382" y="755"/>
                    <a:pt x="444" y="800"/>
                    <a:pt x="560" y="800"/>
                  </a:cubicBezTo>
                  <a:cubicBezTo>
                    <a:pt x="780" y="800"/>
                    <a:pt x="896" y="659"/>
                    <a:pt x="896" y="390"/>
                  </a:cubicBezTo>
                  <a:cubicBezTo>
                    <a:pt x="905" y="145"/>
                    <a:pt x="784" y="4"/>
                    <a:pt x="577" y="4"/>
                  </a:cubicBezTo>
                  <a:close/>
                  <a:moveTo>
                    <a:pt x="515" y="120"/>
                  </a:moveTo>
                  <a:cubicBezTo>
                    <a:pt x="656" y="120"/>
                    <a:pt x="672" y="274"/>
                    <a:pt x="672" y="394"/>
                  </a:cubicBezTo>
                  <a:cubicBezTo>
                    <a:pt x="672" y="593"/>
                    <a:pt x="623" y="688"/>
                    <a:pt x="515" y="688"/>
                  </a:cubicBezTo>
                  <a:cubicBezTo>
                    <a:pt x="378" y="688"/>
                    <a:pt x="349" y="560"/>
                    <a:pt x="349" y="456"/>
                  </a:cubicBezTo>
                  <a:lnTo>
                    <a:pt x="349" y="390"/>
                  </a:lnTo>
                  <a:cubicBezTo>
                    <a:pt x="353" y="307"/>
                    <a:pt x="370" y="120"/>
                    <a:pt x="515" y="120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55" name="Freeform 12">
              <a:extLst>
                <a:ext uri="{FF2B5EF4-FFF2-40B4-BE49-F238E27FC236}">
                  <a16:creationId xmlns:a16="http://schemas.microsoft.com/office/drawing/2014/main" id="{BA7F5CA6-8241-9847-B1DD-A6E86773DE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3200" y="4198938"/>
              <a:ext cx="123825" cy="282575"/>
            </a:xfrm>
            <a:custGeom>
              <a:avLst/>
              <a:gdLst>
                <a:gd name="T0" fmla="*/ 0 w 345"/>
                <a:gd name="T1" fmla="*/ 58 h 785"/>
                <a:gd name="T2" fmla="*/ 0 w 345"/>
                <a:gd name="T3" fmla="*/ 116 h 785"/>
                <a:gd name="T4" fmla="*/ 12 w 345"/>
                <a:gd name="T5" fmla="*/ 116 h 785"/>
                <a:gd name="T6" fmla="*/ 137 w 345"/>
                <a:gd name="T7" fmla="*/ 240 h 785"/>
                <a:gd name="T8" fmla="*/ 137 w 345"/>
                <a:gd name="T9" fmla="*/ 784 h 785"/>
                <a:gd name="T10" fmla="*/ 344 w 345"/>
                <a:gd name="T11" fmla="*/ 784 h 785"/>
                <a:gd name="T12" fmla="*/ 344 w 345"/>
                <a:gd name="T13" fmla="*/ 0 h 785"/>
                <a:gd name="T14" fmla="*/ 328 w 345"/>
                <a:gd name="T15" fmla="*/ 4 h 785"/>
                <a:gd name="T16" fmla="*/ 0 w 345"/>
                <a:gd name="T17" fmla="*/ 58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5" h="785">
                  <a:moveTo>
                    <a:pt x="0" y="58"/>
                  </a:moveTo>
                  <a:lnTo>
                    <a:pt x="0" y="116"/>
                  </a:lnTo>
                  <a:lnTo>
                    <a:pt x="12" y="116"/>
                  </a:lnTo>
                  <a:cubicBezTo>
                    <a:pt x="116" y="120"/>
                    <a:pt x="137" y="141"/>
                    <a:pt x="137" y="240"/>
                  </a:cubicBezTo>
                  <a:lnTo>
                    <a:pt x="137" y="784"/>
                  </a:lnTo>
                  <a:lnTo>
                    <a:pt x="344" y="784"/>
                  </a:lnTo>
                  <a:lnTo>
                    <a:pt x="344" y="0"/>
                  </a:lnTo>
                  <a:lnTo>
                    <a:pt x="328" y="4"/>
                  </a:lnTo>
                  <a:lnTo>
                    <a:pt x="0" y="5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59" name="Freeform 13">
              <a:extLst>
                <a:ext uri="{FF2B5EF4-FFF2-40B4-BE49-F238E27FC236}">
                  <a16:creationId xmlns:a16="http://schemas.microsoft.com/office/drawing/2014/main" id="{12B038F5-B537-FD49-87EF-797998F5A1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6063" y="4084638"/>
              <a:ext cx="93662" cy="82550"/>
            </a:xfrm>
            <a:custGeom>
              <a:avLst/>
              <a:gdLst>
                <a:gd name="T0" fmla="*/ 129 w 262"/>
                <a:gd name="T1" fmla="*/ 228 h 229"/>
                <a:gd name="T2" fmla="*/ 261 w 262"/>
                <a:gd name="T3" fmla="*/ 112 h 229"/>
                <a:gd name="T4" fmla="*/ 133 w 262"/>
                <a:gd name="T5" fmla="*/ 0 h 229"/>
                <a:gd name="T6" fmla="*/ 4 w 262"/>
                <a:gd name="T7" fmla="*/ 112 h 229"/>
                <a:gd name="T8" fmla="*/ 129 w 262"/>
                <a:gd name="T9" fmla="*/ 228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2" h="229">
                  <a:moveTo>
                    <a:pt x="129" y="228"/>
                  </a:moveTo>
                  <a:cubicBezTo>
                    <a:pt x="199" y="228"/>
                    <a:pt x="261" y="178"/>
                    <a:pt x="261" y="112"/>
                  </a:cubicBezTo>
                  <a:cubicBezTo>
                    <a:pt x="261" y="49"/>
                    <a:pt x="203" y="0"/>
                    <a:pt x="133" y="0"/>
                  </a:cubicBezTo>
                  <a:cubicBezTo>
                    <a:pt x="62" y="0"/>
                    <a:pt x="4" y="49"/>
                    <a:pt x="4" y="112"/>
                  </a:cubicBezTo>
                  <a:cubicBezTo>
                    <a:pt x="0" y="178"/>
                    <a:pt x="58" y="228"/>
                    <a:pt x="129" y="22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0" name="Freeform 14">
              <a:extLst>
                <a:ext uri="{FF2B5EF4-FFF2-40B4-BE49-F238E27FC236}">
                  <a16:creationId xmlns:a16="http://schemas.microsoft.com/office/drawing/2014/main" id="{DE0B9EF6-6283-1B4E-96D4-D4E2F069D4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638" y="4200525"/>
              <a:ext cx="244475" cy="280988"/>
            </a:xfrm>
            <a:custGeom>
              <a:avLst/>
              <a:gdLst>
                <a:gd name="T0" fmla="*/ 676 w 677"/>
                <a:gd name="T1" fmla="*/ 174 h 781"/>
                <a:gd name="T2" fmla="*/ 676 w 677"/>
                <a:gd name="T3" fmla="*/ 12 h 781"/>
                <a:gd name="T4" fmla="*/ 663 w 677"/>
                <a:gd name="T5" fmla="*/ 12 h 781"/>
                <a:gd name="T6" fmla="*/ 564 w 677"/>
                <a:gd name="T7" fmla="*/ 4 h 781"/>
                <a:gd name="T8" fmla="*/ 348 w 677"/>
                <a:gd name="T9" fmla="*/ 158 h 781"/>
                <a:gd name="T10" fmla="*/ 348 w 677"/>
                <a:gd name="T11" fmla="*/ 0 h 781"/>
                <a:gd name="T12" fmla="*/ 331 w 677"/>
                <a:gd name="T13" fmla="*/ 0 h 781"/>
                <a:gd name="T14" fmla="*/ 0 w 677"/>
                <a:gd name="T15" fmla="*/ 54 h 781"/>
                <a:gd name="T16" fmla="*/ 0 w 677"/>
                <a:gd name="T17" fmla="*/ 112 h 781"/>
                <a:gd name="T18" fmla="*/ 12 w 677"/>
                <a:gd name="T19" fmla="*/ 112 h 781"/>
                <a:gd name="T20" fmla="*/ 141 w 677"/>
                <a:gd name="T21" fmla="*/ 236 h 781"/>
                <a:gd name="T22" fmla="*/ 141 w 677"/>
                <a:gd name="T23" fmla="*/ 780 h 781"/>
                <a:gd name="T24" fmla="*/ 348 w 677"/>
                <a:gd name="T25" fmla="*/ 780 h 781"/>
                <a:gd name="T26" fmla="*/ 348 w 677"/>
                <a:gd name="T27" fmla="*/ 390 h 781"/>
                <a:gd name="T28" fmla="*/ 568 w 677"/>
                <a:gd name="T29" fmla="*/ 170 h 781"/>
                <a:gd name="T30" fmla="*/ 643 w 677"/>
                <a:gd name="T31" fmla="*/ 183 h 781"/>
                <a:gd name="T32" fmla="*/ 676 w 677"/>
                <a:gd name="T33" fmla="*/ 191 h 781"/>
                <a:gd name="T34" fmla="*/ 676 w 677"/>
                <a:gd name="T35" fmla="*/ 174 h 7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77" h="781">
                  <a:moveTo>
                    <a:pt x="676" y="174"/>
                  </a:moveTo>
                  <a:lnTo>
                    <a:pt x="676" y="12"/>
                  </a:lnTo>
                  <a:lnTo>
                    <a:pt x="663" y="12"/>
                  </a:lnTo>
                  <a:cubicBezTo>
                    <a:pt x="630" y="8"/>
                    <a:pt x="593" y="4"/>
                    <a:pt x="564" y="4"/>
                  </a:cubicBezTo>
                  <a:cubicBezTo>
                    <a:pt x="443" y="4"/>
                    <a:pt x="381" y="91"/>
                    <a:pt x="348" y="158"/>
                  </a:cubicBezTo>
                  <a:cubicBezTo>
                    <a:pt x="348" y="95"/>
                    <a:pt x="348" y="0"/>
                    <a:pt x="348" y="0"/>
                  </a:cubicBezTo>
                  <a:lnTo>
                    <a:pt x="331" y="0"/>
                  </a:lnTo>
                  <a:lnTo>
                    <a:pt x="0" y="54"/>
                  </a:lnTo>
                  <a:lnTo>
                    <a:pt x="0" y="112"/>
                  </a:lnTo>
                  <a:lnTo>
                    <a:pt x="12" y="112"/>
                  </a:lnTo>
                  <a:cubicBezTo>
                    <a:pt x="116" y="116"/>
                    <a:pt x="141" y="137"/>
                    <a:pt x="141" y="236"/>
                  </a:cubicBezTo>
                  <a:lnTo>
                    <a:pt x="141" y="780"/>
                  </a:lnTo>
                  <a:lnTo>
                    <a:pt x="348" y="780"/>
                  </a:lnTo>
                  <a:lnTo>
                    <a:pt x="348" y="390"/>
                  </a:lnTo>
                  <a:cubicBezTo>
                    <a:pt x="348" y="324"/>
                    <a:pt x="369" y="170"/>
                    <a:pt x="568" y="170"/>
                  </a:cubicBezTo>
                  <a:cubicBezTo>
                    <a:pt x="593" y="170"/>
                    <a:pt x="618" y="178"/>
                    <a:pt x="643" y="183"/>
                  </a:cubicBezTo>
                  <a:lnTo>
                    <a:pt x="676" y="191"/>
                  </a:lnTo>
                  <a:lnTo>
                    <a:pt x="676" y="17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1" name="Freeform 15">
              <a:extLst>
                <a:ext uri="{FF2B5EF4-FFF2-40B4-BE49-F238E27FC236}">
                  <a16:creationId xmlns:a16="http://schemas.microsoft.com/office/drawing/2014/main" id="{E69D8096-3D6C-F843-AEDB-5305CBBD30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275" y="4200525"/>
              <a:ext cx="266700" cy="287338"/>
            </a:xfrm>
            <a:custGeom>
              <a:avLst/>
              <a:gdLst>
                <a:gd name="T0" fmla="*/ 738 w 743"/>
                <a:gd name="T1" fmla="*/ 315 h 797"/>
                <a:gd name="T2" fmla="*/ 390 w 743"/>
                <a:gd name="T3" fmla="*/ 0 h 797"/>
                <a:gd name="T4" fmla="*/ 0 w 743"/>
                <a:gd name="T5" fmla="*/ 373 h 797"/>
                <a:gd name="T6" fmla="*/ 456 w 743"/>
                <a:gd name="T7" fmla="*/ 796 h 797"/>
                <a:gd name="T8" fmla="*/ 713 w 743"/>
                <a:gd name="T9" fmla="*/ 755 h 797"/>
                <a:gd name="T10" fmla="*/ 726 w 743"/>
                <a:gd name="T11" fmla="*/ 751 h 797"/>
                <a:gd name="T12" fmla="*/ 726 w 743"/>
                <a:gd name="T13" fmla="*/ 651 h 797"/>
                <a:gd name="T14" fmla="*/ 705 w 743"/>
                <a:gd name="T15" fmla="*/ 660 h 797"/>
                <a:gd name="T16" fmla="*/ 543 w 743"/>
                <a:gd name="T17" fmla="*/ 684 h 797"/>
                <a:gd name="T18" fmla="*/ 232 w 743"/>
                <a:gd name="T19" fmla="*/ 332 h 797"/>
                <a:gd name="T20" fmla="*/ 742 w 743"/>
                <a:gd name="T21" fmla="*/ 332 h 797"/>
                <a:gd name="T22" fmla="*/ 742 w 743"/>
                <a:gd name="T23" fmla="*/ 315 h 797"/>
                <a:gd name="T24" fmla="*/ 738 w 743"/>
                <a:gd name="T25" fmla="*/ 315 h 797"/>
                <a:gd name="T26" fmla="*/ 386 w 743"/>
                <a:gd name="T27" fmla="*/ 83 h 797"/>
                <a:gd name="T28" fmla="*/ 531 w 743"/>
                <a:gd name="T29" fmla="*/ 236 h 797"/>
                <a:gd name="T30" fmla="*/ 228 w 743"/>
                <a:gd name="T31" fmla="*/ 236 h 797"/>
                <a:gd name="T32" fmla="*/ 386 w 743"/>
                <a:gd name="T33" fmla="*/ 83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43" h="797">
                  <a:moveTo>
                    <a:pt x="738" y="315"/>
                  </a:moveTo>
                  <a:cubicBezTo>
                    <a:pt x="738" y="104"/>
                    <a:pt x="622" y="0"/>
                    <a:pt x="390" y="0"/>
                  </a:cubicBezTo>
                  <a:cubicBezTo>
                    <a:pt x="128" y="0"/>
                    <a:pt x="0" y="124"/>
                    <a:pt x="0" y="373"/>
                  </a:cubicBezTo>
                  <a:cubicBezTo>
                    <a:pt x="0" y="639"/>
                    <a:pt x="170" y="796"/>
                    <a:pt x="456" y="796"/>
                  </a:cubicBezTo>
                  <a:cubicBezTo>
                    <a:pt x="581" y="796"/>
                    <a:pt x="676" y="763"/>
                    <a:pt x="713" y="755"/>
                  </a:cubicBezTo>
                  <a:lnTo>
                    <a:pt x="726" y="751"/>
                  </a:lnTo>
                  <a:lnTo>
                    <a:pt x="726" y="651"/>
                  </a:lnTo>
                  <a:lnTo>
                    <a:pt x="705" y="660"/>
                  </a:lnTo>
                  <a:cubicBezTo>
                    <a:pt x="672" y="672"/>
                    <a:pt x="610" y="684"/>
                    <a:pt x="543" y="684"/>
                  </a:cubicBezTo>
                  <a:cubicBezTo>
                    <a:pt x="319" y="684"/>
                    <a:pt x="236" y="498"/>
                    <a:pt x="232" y="332"/>
                  </a:cubicBezTo>
                  <a:cubicBezTo>
                    <a:pt x="261" y="332"/>
                    <a:pt x="742" y="332"/>
                    <a:pt x="742" y="332"/>
                  </a:cubicBezTo>
                  <a:lnTo>
                    <a:pt x="742" y="315"/>
                  </a:lnTo>
                  <a:lnTo>
                    <a:pt x="738" y="315"/>
                  </a:lnTo>
                  <a:close/>
                  <a:moveTo>
                    <a:pt x="386" y="83"/>
                  </a:moveTo>
                  <a:cubicBezTo>
                    <a:pt x="498" y="83"/>
                    <a:pt x="527" y="166"/>
                    <a:pt x="531" y="236"/>
                  </a:cubicBezTo>
                  <a:cubicBezTo>
                    <a:pt x="506" y="236"/>
                    <a:pt x="257" y="236"/>
                    <a:pt x="228" y="236"/>
                  </a:cubicBezTo>
                  <a:cubicBezTo>
                    <a:pt x="232" y="183"/>
                    <a:pt x="269" y="83"/>
                    <a:pt x="386" y="8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2" name="Freeform 16">
              <a:extLst>
                <a:ext uri="{FF2B5EF4-FFF2-40B4-BE49-F238E27FC236}">
                  <a16:creationId xmlns:a16="http://schemas.microsoft.com/office/drawing/2014/main" id="{3A932AD0-72E3-A943-AFCB-E4FE864D7C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0175" y="4071938"/>
              <a:ext cx="314325" cy="409575"/>
            </a:xfrm>
            <a:custGeom>
              <a:avLst/>
              <a:gdLst>
                <a:gd name="T0" fmla="*/ 634 w 872"/>
                <a:gd name="T1" fmla="*/ 357 h 1138"/>
                <a:gd name="T2" fmla="*/ 348 w 872"/>
                <a:gd name="T3" fmla="*/ 523 h 1138"/>
                <a:gd name="T4" fmla="*/ 348 w 872"/>
                <a:gd name="T5" fmla="*/ 0 h 1138"/>
                <a:gd name="T6" fmla="*/ 332 w 872"/>
                <a:gd name="T7" fmla="*/ 4 h 1138"/>
                <a:gd name="T8" fmla="*/ 0 w 872"/>
                <a:gd name="T9" fmla="*/ 46 h 1138"/>
                <a:gd name="T10" fmla="*/ 0 w 872"/>
                <a:gd name="T11" fmla="*/ 104 h 1138"/>
                <a:gd name="T12" fmla="*/ 16 w 872"/>
                <a:gd name="T13" fmla="*/ 104 h 1138"/>
                <a:gd name="T14" fmla="*/ 141 w 872"/>
                <a:gd name="T15" fmla="*/ 233 h 1138"/>
                <a:gd name="T16" fmla="*/ 141 w 872"/>
                <a:gd name="T17" fmla="*/ 1137 h 1138"/>
                <a:gd name="T18" fmla="*/ 348 w 872"/>
                <a:gd name="T19" fmla="*/ 1137 h 1138"/>
                <a:gd name="T20" fmla="*/ 348 w 872"/>
                <a:gd name="T21" fmla="*/ 747 h 1138"/>
                <a:gd name="T22" fmla="*/ 547 w 872"/>
                <a:gd name="T23" fmla="*/ 494 h 1138"/>
                <a:gd name="T24" fmla="*/ 663 w 872"/>
                <a:gd name="T25" fmla="*/ 660 h 1138"/>
                <a:gd name="T26" fmla="*/ 663 w 872"/>
                <a:gd name="T27" fmla="*/ 1137 h 1138"/>
                <a:gd name="T28" fmla="*/ 871 w 872"/>
                <a:gd name="T29" fmla="*/ 1137 h 1138"/>
                <a:gd name="T30" fmla="*/ 871 w 872"/>
                <a:gd name="T31" fmla="*/ 635 h 1138"/>
                <a:gd name="T32" fmla="*/ 634 w 872"/>
                <a:gd name="T33" fmla="*/ 357 h 1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2" h="1138">
                  <a:moveTo>
                    <a:pt x="634" y="357"/>
                  </a:moveTo>
                  <a:cubicBezTo>
                    <a:pt x="481" y="357"/>
                    <a:pt x="394" y="452"/>
                    <a:pt x="348" y="523"/>
                  </a:cubicBezTo>
                  <a:cubicBezTo>
                    <a:pt x="348" y="440"/>
                    <a:pt x="348" y="0"/>
                    <a:pt x="348" y="0"/>
                  </a:cubicBezTo>
                  <a:lnTo>
                    <a:pt x="332" y="4"/>
                  </a:lnTo>
                  <a:lnTo>
                    <a:pt x="0" y="46"/>
                  </a:lnTo>
                  <a:lnTo>
                    <a:pt x="0" y="104"/>
                  </a:lnTo>
                  <a:lnTo>
                    <a:pt x="16" y="104"/>
                  </a:lnTo>
                  <a:cubicBezTo>
                    <a:pt x="120" y="108"/>
                    <a:pt x="141" y="133"/>
                    <a:pt x="141" y="233"/>
                  </a:cubicBezTo>
                  <a:lnTo>
                    <a:pt x="141" y="1137"/>
                  </a:lnTo>
                  <a:lnTo>
                    <a:pt x="348" y="1137"/>
                  </a:lnTo>
                  <a:lnTo>
                    <a:pt x="348" y="747"/>
                  </a:lnTo>
                  <a:cubicBezTo>
                    <a:pt x="348" y="606"/>
                    <a:pt x="456" y="494"/>
                    <a:pt x="547" y="494"/>
                  </a:cubicBezTo>
                  <a:cubicBezTo>
                    <a:pt x="663" y="494"/>
                    <a:pt x="663" y="581"/>
                    <a:pt x="663" y="660"/>
                  </a:cubicBezTo>
                  <a:lnTo>
                    <a:pt x="663" y="1137"/>
                  </a:lnTo>
                  <a:lnTo>
                    <a:pt x="871" y="1137"/>
                  </a:lnTo>
                  <a:lnTo>
                    <a:pt x="871" y="635"/>
                  </a:lnTo>
                  <a:cubicBezTo>
                    <a:pt x="871" y="552"/>
                    <a:pt x="871" y="357"/>
                    <a:pt x="634" y="357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3" name="Freeform 17">
              <a:extLst>
                <a:ext uri="{FF2B5EF4-FFF2-40B4-BE49-F238E27FC236}">
                  <a16:creationId xmlns:a16="http://schemas.microsoft.com/office/drawing/2014/main" id="{5A290B53-FD7B-DF4D-BB18-BF03000433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4350" y="4200525"/>
              <a:ext cx="266700" cy="287338"/>
            </a:xfrm>
            <a:custGeom>
              <a:avLst/>
              <a:gdLst>
                <a:gd name="T0" fmla="*/ 742 w 743"/>
                <a:gd name="T1" fmla="*/ 315 h 797"/>
                <a:gd name="T2" fmla="*/ 394 w 743"/>
                <a:gd name="T3" fmla="*/ 0 h 797"/>
                <a:gd name="T4" fmla="*/ 0 w 743"/>
                <a:gd name="T5" fmla="*/ 373 h 797"/>
                <a:gd name="T6" fmla="*/ 456 w 743"/>
                <a:gd name="T7" fmla="*/ 796 h 797"/>
                <a:gd name="T8" fmla="*/ 713 w 743"/>
                <a:gd name="T9" fmla="*/ 755 h 797"/>
                <a:gd name="T10" fmla="*/ 726 w 743"/>
                <a:gd name="T11" fmla="*/ 751 h 797"/>
                <a:gd name="T12" fmla="*/ 726 w 743"/>
                <a:gd name="T13" fmla="*/ 651 h 797"/>
                <a:gd name="T14" fmla="*/ 705 w 743"/>
                <a:gd name="T15" fmla="*/ 660 h 797"/>
                <a:gd name="T16" fmla="*/ 543 w 743"/>
                <a:gd name="T17" fmla="*/ 684 h 797"/>
                <a:gd name="T18" fmla="*/ 232 w 743"/>
                <a:gd name="T19" fmla="*/ 332 h 797"/>
                <a:gd name="T20" fmla="*/ 742 w 743"/>
                <a:gd name="T21" fmla="*/ 332 h 797"/>
                <a:gd name="T22" fmla="*/ 742 w 743"/>
                <a:gd name="T23" fmla="*/ 315 h 797"/>
                <a:gd name="T24" fmla="*/ 386 w 743"/>
                <a:gd name="T25" fmla="*/ 83 h 797"/>
                <a:gd name="T26" fmla="*/ 531 w 743"/>
                <a:gd name="T27" fmla="*/ 236 h 797"/>
                <a:gd name="T28" fmla="*/ 228 w 743"/>
                <a:gd name="T29" fmla="*/ 236 h 797"/>
                <a:gd name="T30" fmla="*/ 386 w 743"/>
                <a:gd name="T31" fmla="*/ 83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43" h="797">
                  <a:moveTo>
                    <a:pt x="742" y="315"/>
                  </a:moveTo>
                  <a:cubicBezTo>
                    <a:pt x="742" y="104"/>
                    <a:pt x="626" y="0"/>
                    <a:pt x="394" y="0"/>
                  </a:cubicBezTo>
                  <a:cubicBezTo>
                    <a:pt x="133" y="0"/>
                    <a:pt x="0" y="124"/>
                    <a:pt x="0" y="373"/>
                  </a:cubicBezTo>
                  <a:cubicBezTo>
                    <a:pt x="0" y="639"/>
                    <a:pt x="170" y="796"/>
                    <a:pt x="456" y="796"/>
                  </a:cubicBezTo>
                  <a:cubicBezTo>
                    <a:pt x="581" y="796"/>
                    <a:pt x="676" y="763"/>
                    <a:pt x="713" y="755"/>
                  </a:cubicBezTo>
                  <a:lnTo>
                    <a:pt x="726" y="751"/>
                  </a:lnTo>
                  <a:lnTo>
                    <a:pt x="726" y="651"/>
                  </a:lnTo>
                  <a:lnTo>
                    <a:pt x="705" y="660"/>
                  </a:lnTo>
                  <a:cubicBezTo>
                    <a:pt x="672" y="672"/>
                    <a:pt x="610" y="684"/>
                    <a:pt x="543" y="684"/>
                  </a:cubicBezTo>
                  <a:cubicBezTo>
                    <a:pt x="319" y="684"/>
                    <a:pt x="236" y="498"/>
                    <a:pt x="232" y="332"/>
                  </a:cubicBezTo>
                  <a:cubicBezTo>
                    <a:pt x="261" y="332"/>
                    <a:pt x="742" y="332"/>
                    <a:pt x="742" y="332"/>
                  </a:cubicBezTo>
                  <a:lnTo>
                    <a:pt x="742" y="315"/>
                  </a:lnTo>
                  <a:close/>
                  <a:moveTo>
                    <a:pt x="386" y="83"/>
                  </a:moveTo>
                  <a:cubicBezTo>
                    <a:pt x="498" y="83"/>
                    <a:pt x="527" y="166"/>
                    <a:pt x="531" y="236"/>
                  </a:cubicBezTo>
                  <a:cubicBezTo>
                    <a:pt x="506" y="236"/>
                    <a:pt x="257" y="236"/>
                    <a:pt x="228" y="236"/>
                  </a:cubicBezTo>
                  <a:cubicBezTo>
                    <a:pt x="236" y="183"/>
                    <a:pt x="270" y="83"/>
                    <a:pt x="386" y="8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4" name="Freeform 18">
              <a:extLst>
                <a:ext uri="{FF2B5EF4-FFF2-40B4-BE49-F238E27FC236}">
                  <a16:creationId xmlns:a16="http://schemas.microsoft.com/office/drawing/2014/main" id="{F7FB5D98-DF3A-454A-BB05-EE9378696D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4113" y="4121150"/>
              <a:ext cx="212725" cy="366713"/>
            </a:xfrm>
            <a:custGeom>
              <a:avLst/>
              <a:gdLst>
                <a:gd name="T0" fmla="*/ 141 w 589"/>
                <a:gd name="T1" fmla="*/ 237 h 1017"/>
                <a:gd name="T2" fmla="*/ 0 w 589"/>
                <a:gd name="T3" fmla="*/ 237 h 1017"/>
                <a:gd name="T4" fmla="*/ 0 w 589"/>
                <a:gd name="T5" fmla="*/ 328 h 1017"/>
                <a:gd name="T6" fmla="*/ 141 w 589"/>
                <a:gd name="T7" fmla="*/ 328 h 1017"/>
                <a:gd name="T8" fmla="*/ 141 w 589"/>
                <a:gd name="T9" fmla="*/ 797 h 1017"/>
                <a:gd name="T10" fmla="*/ 427 w 589"/>
                <a:gd name="T11" fmla="*/ 1016 h 1017"/>
                <a:gd name="T12" fmla="*/ 551 w 589"/>
                <a:gd name="T13" fmla="*/ 1004 h 1017"/>
                <a:gd name="T14" fmla="*/ 564 w 589"/>
                <a:gd name="T15" fmla="*/ 1004 h 1017"/>
                <a:gd name="T16" fmla="*/ 564 w 589"/>
                <a:gd name="T17" fmla="*/ 909 h 1017"/>
                <a:gd name="T18" fmla="*/ 547 w 589"/>
                <a:gd name="T19" fmla="*/ 913 h 1017"/>
                <a:gd name="T20" fmla="*/ 485 w 589"/>
                <a:gd name="T21" fmla="*/ 917 h 1017"/>
                <a:gd name="T22" fmla="*/ 352 w 589"/>
                <a:gd name="T23" fmla="*/ 772 h 1017"/>
                <a:gd name="T24" fmla="*/ 352 w 589"/>
                <a:gd name="T25" fmla="*/ 328 h 1017"/>
                <a:gd name="T26" fmla="*/ 588 w 589"/>
                <a:gd name="T27" fmla="*/ 328 h 1017"/>
                <a:gd name="T28" fmla="*/ 588 w 589"/>
                <a:gd name="T29" fmla="*/ 237 h 1017"/>
                <a:gd name="T30" fmla="*/ 352 w 589"/>
                <a:gd name="T31" fmla="*/ 237 h 1017"/>
                <a:gd name="T32" fmla="*/ 352 w 589"/>
                <a:gd name="T33" fmla="*/ 0 h 1017"/>
                <a:gd name="T34" fmla="*/ 141 w 589"/>
                <a:gd name="T35" fmla="*/ 0 h 1017"/>
                <a:gd name="T36" fmla="*/ 141 w 589"/>
                <a:gd name="T37" fmla="*/ 237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89" h="1017">
                  <a:moveTo>
                    <a:pt x="141" y="237"/>
                  </a:moveTo>
                  <a:lnTo>
                    <a:pt x="0" y="237"/>
                  </a:lnTo>
                  <a:lnTo>
                    <a:pt x="0" y="328"/>
                  </a:lnTo>
                  <a:lnTo>
                    <a:pt x="141" y="328"/>
                  </a:lnTo>
                  <a:lnTo>
                    <a:pt x="141" y="797"/>
                  </a:lnTo>
                  <a:cubicBezTo>
                    <a:pt x="141" y="1000"/>
                    <a:pt x="270" y="1016"/>
                    <a:pt x="427" y="1016"/>
                  </a:cubicBezTo>
                  <a:cubicBezTo>
                    <a:pt x="464" y="1016"/>
                    <a:pt x="505" y="1012"/>
                    <a:pt x="551" y="1004"/>
                  </a:cubicBezTo>
                  <a:lnTo>
                    <a:pt x="564" y="1004"/>
                  </a:lnTo>
                  <a:lnTo>
                    <a:pt x="564" y="909"/>
                  </a:lnTo>
                  <a:lnTo>
                    <a:pt x="547" y="913"/>
                  </a:lnTo>
                  <a:cubicBezTo>
                    <a:pt x="530" y="917"/>
                    <a:pt x="510" y="917"/>
                    <a:pt x="485" y="917"/>
                  </a:cubicBezTo>
                  <a:cubicBezTo>
                    <a:pt x="360" y="917"/>
                    <a:pt x="352" y="880"/>
                    <a:pt x="352" y="772"/>
                  </a:cubicBezTo>
                  <a:lnTo>
                    <a:pt x="352" y="328"/>
                  </a:lnTo>
                  <a:lnTo>
                    <a:pt x="588" y="328"/>
                  </a:lnTo>
                  <a:lnTo>
                    <a:pt x="588" y="237"/>
                  </a:lnTo>
                  <a:lnTo>
                    <a:pt x="352" y="237"/>
                  </a:lnTo>
                  <a:lnTo>
                    <a:pt x="352" y="0"/>
                  </a:lnTo>
                  <a:lnTo>
                    <a:pt x="141" y="0"/>
                  </a:lnTo>
                  <a:lnTo>
                    <a:pt x="141" y="237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5" name="Freeform 19">
              <a:extLst>
                <a:ext uri="{FF2B5EF4-FFF2-40B4-BE49-F238E27FC236}">
                  <a16:creationId xmlns:a16="http://schemas.microsoft.com/office/drawing/2014/main" id="{8E2ACEB5-37AF-3141-BAAA-1DC1F51366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49963" y="4087813"/>
              <a:ext cx="450850" cy="395287"/>
            </a:xfrm>
            <a:custGeom>
              <a:avLst/>
              <a:gdLst>
                <a:gd name="T0" fmla="*/ 1245 w 1254"/>
                <a:gd name="T1" fmla="*/ 0 h 1096"/>
                <a:gd name="T2" fmla="*/ 1033 w 1254"/>
                <a:gd name="T3" fmla="*/ 0 h 1096"/>
                <a:gd name="T4" fmla="*/ 1033 w 1254"/>
                <a:gd name="T5" fmla="*/ 829 h 1096"/>
                <a:gd name="T6" fmla="*/ 485 w 1254"/>
                <a:gd name="T7" fmla="*/ 0 h 1096"/>
                <a:gd name="T8" fmla="*/ 0 w 1254"/>
                <a:gd name="T9" fmla="*/ 0 h 1096"/>
                <a:gd name="T10" fmla="*/ 0 w 1254"/>
                <a:gd name="T11" fmla="*/ 62 h 1096"/>
                <a:gd name="T12" fmla="*/ 42 w 1254"/>
                <a:gd name="T13" fmla="*/ 70 h 1096"/>
                <a:gd name="T14" fmla="*/ 178 w 1254"/>
                <a:gd name="T15" fmla="*/ 220 h 1096"/>
                <a:gd name="T16" fmla="*/ 178 w 1254"/>
                <a:gd name="T17" fmla="*/ 1095 h 1096"/>
                <a:gd name="T18" fmla="*/ 403 w 1254"/>
                <a:gd name="T19" fmla="*/ 1095 h 1096"/>
                <a:gd name="T20" fmla="*/ 403 w 1254"/>
                <a:gd name="T21" fmla="*/ 228 h 1096"/>
                <a:gd name="T22" fmla="*/ 975 w 1254"/>
                <a:gd name="T23" fmla="*/ 1095 h 1096"/>
                <a:gd name="T24" fmla="*/ 1253 w 1254"/>
                <a:gd name="T25" fmla="*/ 1095 h 1096"/>
                <a:gd name="T26" fmla="*/ 1253 w 1254"/>
                <a:gd name="T27" fmla="*/ 0 h 1096"/>
                <a:gd name="T28" fmla="*/ 1245 w 1254"/>
                <a:gd name="T29" fmla="*/ 0 h 10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54" h="1096">
                  <a:moveTo>
                    <a:pt x="1245" y="0"/>
                  </a:moveTo>
                  <a:lnTo>
                    <a:pt x="1033" y="0"/>
                  </a:lnTo>
                  <a:cubicBezTo>
                    <a:pt x="1033" y="0"/>
                    <a:pt x="1033" y="751"/>
                    <a:pt x="1033" y="829"/>
                  </a:cubicBezTo>
                  <a:cubicBezTo>
                    <a:pt x="992" y="763"/>
                    <a:pt x="485" y="0"/>
                    <a:pt x="485" y="0"/>
                  </a:cubicBezTo>
                  <a:lnTo>
                    <a:pt x="0" y="0"/>
                  </a:lnTo>
                  <a:lnTo>
                    <a:pt x="0" y="62"/>
                  </a:lnTo>
                  <a:lnTo>
                    <a:pt x="42" y="70"/>
                  </a:lnTo>
                  <a:cubicBezTo>
                    <a:pt x="170" y="91"/>
                    <a:pt x="178" y="95"/>
                    <a:pt x="178" y="220"/>
                  </a:cubicBezTo>
                  <a:lnTo>
                    <a:pt x="178" y="1095"/>
                  </a:lnTo>
                  <a:lnTo>
                    <a:pt x="403" y="1095"/>
                  </a:lnTo>
                  <a:cubicBezTo>
                    <a:pt x="403" y="1095"/>
                    <a:pt x="403" y="307"/>
                    <a:pt x="403" y="228"/>
                  </a:cubicBezTo>
                  <a:cubicBezTo>
                    <a:pt x="448" y="294"/>
                    <a:pt x="975" y="1095"/>
                    <a:pt x="975" y="1095"/>
                  </a:cubicBezTo>
                  <a:lnTo>
                    <a:pt x="1253" y="1095"/>
                  </a:lnTo>
                  <a:lnTo>
                    <a:pt x="1253" y="0"/>
                  </a:lnTo>
                  <a:lnTo>
                    <a:pt x="124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6" name="Freeform 20">
              <a:extLst>
                <a:ext uri="{FF2B5EF4-FFF2-40B4-BE49-F238E27FC236}">
                  <a16:creationId xmlns:a16="http://schemas.microsoft.com/office/drawing/2014/main" id="{F3F22983-A800-4F4B-9B56-3F96D5BC71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73838" y="4200525"/>
              <a:ext cx="266700" cy="287338"/>
            </a:xfrm>
            <a:custGeom>
              <a:avLst/>
              <a:gdLst>
                <a:gd name="T0" fmla="*/ 390 w 740"/>
                <a:gd name="T1" fmla="*/ 0 h 797"/>
                <a:gd name="T2" fmla="*/ 0 w 740"/>
                <a:gd name="T3" fmla="*/ 373 h 797"/>
                <a:gd name="T4" fmla="*/ 456 w 740"/>
                <a:gd name="T5" fmla="*/ 796 h 797"/>
                <a:gd name="T6" fmla="*/ 714 w 740"/>
                <a:gd name="T7" fmla="*/ 755 h 797"/>
                <a:gd name="T8" fmla="*/ 726 w 740"/>
                <a:gd name="T9" fmla="*/ 751 h 797"/>
                <a:gd name="T10" fmla="*/ 726 w 740"/>
                <a:gd name="T11" fmla="*/ 651 h 797"/>
                <a:gd name="T12" fmla="*/ 705 w 740"/>
                <a:gd name="T13" fmla="*/ 660 h 797"/>
                <a:gd name="T14" fmla="*/ 539 w 740"/>
                <a:gd name="T15" fmla="*/ 684 h 797"/>
                <a:gd name="T16" fmla="*/ 228 w 740"/>
                <a:gd name="T17" fmla="*/ 332 h 797"/>
                <a:gd name="T18" fmla="*/ 739 w 740"/>
                <a:gd name="T19" fmla="*/ 332 h 797"/>
                <a:gd name="T20" fmla="*/ 739 w 740"/>
                <a:gd name="T21" fmla="*/ 315 h 797"/>
                <a:gd name="T22" fmla="*/ 390 w 740"/>
                <a:gd name="T23" fmla="*/ 0 h 797"/>
                <a:gd name="T24" fmla="*/ 386 w 740"/>
                <a:gd name="T25" fmla="*/ 83 h 797"/>
                <a:gd name="T26" fmla="*/ 531 w 740"/>
                <a:gd name="T27" fmla="*/ 236 h 797"/>
                <a:gd name="T28" fmla="*/ 228 w 740"/>
                <a:gd name="T29" fmla="*/ 236 h 797"/>
                <a:gd name="T30" fmla="*/ 386 w 740"/>
                <a:gd name="T31" fmla="*/ 83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40" h="797">
                  <a:moveTo>
                    <a:pt x="390" y="0"/>
                  </a:moveTo>
                  <a:cubicBezTo>
                    <a:pt x="129" y="0"/>
                    <a:pt x="0" y="124"/>
                    <a:pt x="0" y="373"/>
                  </a:cubicBezTo>
                  <a:cubicBezTo>
                    <a:pt x="0" y="639"/>
                    <a:pt x="170" y="796"/>
                    <a:pt x="456" y="796"/>
                  </a:cubicBezTo>
                  <a:cubicBezTo>
                    <a:pt x="581" y="796"/>
                    <a:pt x="676" y="767"/>
                    <a:pt x="714" y="755"/>
                  </a:cubicBezTo>
                  <a:lnTo>
                    <a:pt x="726" y="751"/>
                  </a:lnTo>
                  <a:lnTo>
                    <a:pt x="726" y="651"/>
                  </a:lnTo>
                  <a:lnTo>
                    <a:pt x="705" y="660"/>
                  </a:lnTo>
                  <a:cubicBezTo>
                    <a:pt x="672" y="672"/>
                    <a:pt x="610" y="684"/>
                    <a:pt x="539" y="684"/>
                  </a:cubicBezTo>
                  <a:cubicBezTo>
                    <a:pt x="315" y="684"/>
                    <a:pt x="232" y="498"/>
                    <a:pt x="228" y="332"/>
                  </a:cubicBezTo>
                  <a:lnTo>
                    <a:pt x="739" y="332"/>
                  </a:lnTo>
                  <a:lnTo>
                    <a:pt x="739" y="315"/>
                  </a:lnTo>
                  <a:cubicBezTo>
                    <a:pt x="739" y="104"/>
                    <a:pt x="622" y="0"/>
                    <a:pt x="390" y="0"/>
                  </a:cubicBezTo>
                  <a:close/>
                  <a:moveTo>
                    <a:pt x="386" y="83"/>
                  </a:moveTo>
                  <a:cubicBezTo>
                    <a:pt x="498" y="83"/>
                    <a:pt x="527" y="162"/>
                    <a:pt x="531" y="236"/>
                  </a:cubicBezTo>
                  <a:lnTo>
                    <a:pt x="228" y="236"/>
                  </a:lnTo>
                  <a:cubicBezTo>
                    <a:pt x="232" y="187"/>
                    <a:pt x="270" y="83"/>
                    <a:pt x="386" y="8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7" name="Freeform 21">
              <a:extLst>
                <a:ext uri="{FF2B5EF4-FFF2-40B4-BE49-F238E27FC236}">
                  <a16:creationId xmlns:a16="http://schemas.microsoft.com/office/drawing/2014/main" id="{6B68A88C-D0FF-1641-8A1D-F56BF25811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4075" y="4121150"/>
              <a:ext cx="212725" cy="366713"/>
            </a:xfrm>
            <a:custGeom>
              <a:avLst/>
              <a:gdLst>
                <a:gd name="T0" fmla="*/ 141 w 590"/>
                <a:gd name="T1" fmla="*/ 237 h 1017"/>
                <a:gd name="T2" fmla="*/ 0 w 590"/>
                <a:gd name="T3" fmla="*/ 237 h 1017"/>
                <a:gd name="T4" fmla="*/ 0 w 590"/>
                <a:gd name="T5" fmla="*/ 328 h 1017"/>
                <a:gd name="T6" fmla="*/ 141 w 590"/>
                <a:gd name="T7" fmla="*/ 328 h 1017"/>
                <a:gd name="T8" fmla="*/ 141 w 590"/>
                <a:gd name="T9" fmla="*/ 797 h 1017"/>
                <a:gd name="T10" fmla="*/ 427 w 590"/>
                <a:gd name="T11" fmla="*/ 1016 h 1017"/>
                <a:gd name="T12" fmla="*/ 551 w 590"/>
                <a:gd name="T13" fmla="*/ 1004 h 1017"/>
                <a:gd name="T14" fmla="*/ 564 w 590"/>
                <a:gd name="T15" fmla="*/ 1004 h 1017"/>
                <a:gd name="T16" fmla="*/ 564 w 590"/>
                <a:gd name="T17" fmla="*/ 909 h 1017"/>
                <a:gd name="T18" fmla="*/ 547 w 590"/>
                <a:gd name="T19" fmla="*/ 913 h 1017"/>
                <a:gd name="T20" fmla="*/ 485 w 590"/>
                <a:gd name="T21" fmla="*/ 917 h 1017"/>
                <a:gd name="T22" fmla="*/ 352 w 590"/>
                <a:gd name="T23" fmla="*/ 772 h 1017"/>
                <a:gd name="T24" fmla="*/ 352 w 590"/>
                <a:gd name="T25" fmla="*/ 328 h 1017"/>
                <a:gd name="T26" fmla="*/ 589 w 590"/>
                <a:gd name="T27" fmla="*/ 328 h 1017"/>
                <a:gd name="T28" fmla="*/ 589 w 590"/>
                <a:gd name="T29" fmla="*/ 237 h 1017"/>
                <a:gd name="T30" fmla="*/ 352 w 590"/>
                <a:gd name="T31" fmla="*/ 237 h 1017"/>
                <a:gd name="T32" fmla="*/ 352 w 590"/>
                <a:gd name="T33" fmla="*/ 0 h 1017"/>
                <a:gd name="T34" fmla="*/ 141 w 590"/>
                <a:gd name="T35" fmla="*/ 0 h 1017"/>
                <a:gd name="T36" fmla="*/ 141 w 590"/>
                <a:gd name="T37" fmla="*/ 237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0" h="1017">
                  <a:moveTo>
                    <a:pt x="141" y="237"/>
                  </a:moveTo>
                  <a:lnTo>
                    <a:pt x="0" y="237"/>
                  </a:lnTo>
                  <a:lnTo>
                    <a:pt x="0" y="328"/>
                  </a:lnTo>
                  <a:lnTo>
                    <a:pt x="141" y="328"/>
                  </a:lnTo>
                  <a:lnTo>
                    <a:pt x="141" y="797"/>
                  </a:lnTo>
                  <a:cubicBezTo>
                    <a:pt x="141" y="1000"/>
                    <a:pt x="269" y="1016"/>
                    <a:pt x="427" y="1016"/>
                  </a:cubicBezTo>
                  <a:cubicBezTo>
                    <a:pt x="464" y="1016"/>
                    <a:pt x="506" y="1012"/>
                    <a:pt x="551" y="1004"/>
                  </a:cubicBezTo>
                  <a:lnTo>
                    <a:pt x="564" y="1004"/>
                  </a:lnTo>
                  <a:lnTo>
                    <a:pt x="564" y="909"/>
                  </a:lnTo>
                  <a:lnTo>
                    <a:pt x="547" y="913"/>
                  </a:lnTo>
                  <a:cubicBezTo>
                    <a:pt x="531" y="917"/>
                    <a:pt x="510" y="917"/>
                    <a:pt x="485" y="917"/>
                  </a:cubicBezTo>
                  <a:cubicBezTo>
                    <a:pt x="361" y="917"/>
                    <a:pt x="352" y="880"/>
                    <a:pt x="352" y="772"/>
                  </a:cubicBezTo>
                  <a:lnTo>
                    <a:pt x="352" y="328"/>
                  </a:lnTo>
                  <a:lnTo>
                    <a:pt x="589" y="328"/>
                  </a:lnTo>
                  <a:lnTo>
                    <a:pt x="589" y="237"/>
                  </a:lnTo>
                  <a:lnTo>
                    <a:pt x="352" y="237"/>
                  </a:lnTo>
                  <a:lnTo>
                    <a:pt x="352" y="0"/>
                  </a:lnTo>
                  <a:lnTo>
                    <a:pt x="141" y="0"/>
                  </a:lnTo>
                  <a:lnTo>
                    <a:pt x="141" y="237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8" name="Freeform 22">
              <a:extLst>
                <a:ext uri="{FF2B5EF4-FFF2-40B4-BE49-F238E27FC236}">
                  <a16:creationId xmlns:a16="http://schemas.microsoft.com/office/drawing/2014/main" id="{ED7B272A-8DCC-3F4A-95B5-C6FD3E86CF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0063" y="4206875"/>
              <a:ext cx="331787" cy="274638"/>
            </a:xfrm>
            <a:custGeom>
              <a:avLst/>
              <a:gdLst>
                <a:gd name="T0" fmla="*/ 705 w 921"/>
                <a:gd name="T1" fmla="*/ 248 h 764"/>
                <a:gd name="T2" fmla="*/ 920 w 921"/>
                <a:gd name="T3" fmla="*/ 0 h 764"/>
                <a:gd name="T4" fmla="*/ 701 w 921"/>
                <a:gd name="T5" fmla="*/ 0 h 764"/>
                <a:gd name="T6" fmla="*/ 497 w 921"/>
                <a:gd name="T7" fmla="*/ 236 h 764"/>
                <a:gd name="T8" fmla="*/ 319 w 921"/>
                <a:gd name="T9" fmla="*/ 0 h 764"/>
                <a:gd name="T10" fmla="*/ 0 w 921"/>
                <a:gd name="T11" fmla="*/ 0 h 764"/>
                <a:gd name="T12" fmla="*/ 0 w 921"/>
                <a:gd name="T13" fmla="*/ 62 h 764"/>
                <a:gd name="T14" fmla="*/ 12 w 921"/>
                <a:gd name="T15" fmla="*/ 62 h 764"/>
                <a:gd name="T16" fmla="*/ 211 w 921"/>
                <a:gd name="T17" fmla="*/ 178 h 764"/>
                <a:gd name="T18" fmla="*/ 344 w 921"/>
                <a:gd name="T19" fmla="*/ 352 h 764"/>
                <a:gd name="T20" fmla="*/ 128 w 921"/>
                <a:gd name="T21" fmla="*/ 601 h 764"/>
                <a:gd name="T22" fmla="*/ 348 w 921"/>
                <a:gd name="T23" fmla="*/ 601 h 764"/>
                <a:gd name="T24" fmla="*/ 443 w 921"/>
                <a:gd name="T25" fmla="*/ 489 h 764"/>
                <a:gd name="T26" fmla="*/ 651 w 921"/>
                <a:gd name="T27" fmla="*/ 763 h 764"/>
                <a:gd name="T28" fmla="*/ 900 w 921"/>
                <a:gd name="T29" fmla="*/ 763 h 764"/>
                <a:gd name="T30" fmla="*/ 506 w 921"/>
                <a:gd name="T31" fmla="*/ 248 h 764"/>
                <a:gd name="T32" fmla="*/ 705 w 921"/>
                <a:gd name="T33" fmla="*/ 248 h 7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21" h="764">
                  <a:moveTo>
                    <a:pt x="705" y="248"/>
                  </a:moveTo>
                  <a:lnTo>
                    <a:pt x="920" y="0"/>
                  </a:lnTo>
                  <a:lnTo>
                    <a:pt x="701" y="0"/>
                  </a:lnTo>
                  <a:lnTo>
                    <a:pt x="497" y="236"/>
                  </a:lnTo>
                  <a:lnTo>
                    <a:pt x="319" y="0"/>
                  </a:lnTo>
                  <a:lnTo>
                    <a:pt x="0" y="0"/>
                  </a:lnTo>
                  <a:lnTo>
                    <a:pt x="0" y="62"/>
                  </a:lnTo>
                  <a:lnTo>
                    <a:pt x="12" y="62"/>
                  </a:lnTo>
                  <a:cubicBezTo>
                    <a:pt x="120" y="70"/>
                    <a:pt x="145" y="87"/>
                    <a:pt x="211" y="178"/>
                  </a:cubicBezTo>
                  <a:lnTo>
                    <a:pt x="344" y="352"/>
                  </a:lnTo>
                  <a:lnTo>
                    <a:pt x="128" y="601"/>
                  </a:lnTo>
                  <a:lnTo>
                    <a:pt x="348" y="601"/>
                  </a:lnTo>
                  <a:lnTo>
                    <a:pt x="443" y="489"/>
                  </a:lnTo>
                  <a:lnTo>
                    <a:pt x="651" y="763"/>
                  </a:lnTo>
                  <a:lnTo>
                    <a:pt x="900" y="763"/>
                  </a:lnTo>
                  <a:lnTo>
                    <a:pt x="506" y="248"/>
                  </a:lnTo>
                  <a:lnTo>
                    <a:pt x="705" y="24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70" name="Freeform 23">
              <a:extLst>
                <a:ext uri="{FF2B5EF4-FFF2-40B4-BE49-F238E27FC236}">
                  <a16:creationId xmlns:a16="http://schemas.microsoft.com/office/drawing/2014/main" id="{DCCF90D8-81CB-3748-AF71-B6E58393BD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5500" y="4010025"/>
              <a:ext cx="176213" cy="111125"/>
            </a:xfrm>
            <a:custGeom>
              <a:avLst/>
              <a:gdLst>
                <a:gd name="T0" fmla="*/ 224 w 490"/>
                <a:gd name="T1" fmla="*/ 307 h 308"/>
                <a:gd name="T2" fmla="*/ 0 w 490"/>
                <a:gd name="T3" fmla="*/ 307 h 308"/>
                <a:gd name="T4" fmla="*/ 269 w 490"/>
                <a:gd name="T5" fmla="*/ 0 h 308"/>
                <a:gd name="T6" fmla="*/ 489 w 490"/>
                <a:gd name="T7" fmla="*/ 0 h 308"/>
                <a:gd name="T8" fmla="*/ 224 w 490"/>
                <a:gd name="T9" fmla="*/ 307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0" h="308">
                  <a:moveTo>
                    <a:pt x="224" y="307"/>
                  </a:moveTo>
                  <a:lnTo>
                    <a:pt x="0" y="307"/>
                  </a:lnTo>
                  <a:lnTo>
                    <a:pt x="269" y="0"/>
                  </a:lnTo>
                  <a:lnTo>
                    <a:pt x="489" y="0"/>
                  </a:lnTo>
                  <a:lnTo>
                    <a:pt x="224" y="307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</p:grpSp>
      <p:sp>
        <p:nvSpPr>
          <p:cNvPr id="99" name="Footer">
            <a:extLst>
              <a:ext uri="{FF2B5EF4-FFF2-40B4-BE49-F238E27FC236}">
                <a16:creationId xmlns:a16="http://schemas.microsoft.com/office/drawing/2014/main" id="{2E180BED-4597-3340-9AF4-5B2324261C41}"/>
              </a:ext>
            </a:extLst>
          </p:cNvPr>
          <p:cNvSpPr txBox="1"/>
          <p:nvPr userDrawn="1"/>
        </p:nvSpPr>
        <p:spPr>
          <a:xfrm>
            <a:off x="6641794" y="4911221"/>
            <a:ext cx="2462534" cy="2154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rPr>
              <a:t>© Hitachi Vantara LLC 2021.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855612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67">
            <a:extLst>
              <a:ext uri="{FF2B5EF4-FFF2-40B4-BE49-F238E27FC236}">
                <a16:creationId xmlns:a16="http://schemas.microsoft.com/office/drawing/2014/main" id="{E7EADFDC-3E4E-4F4C-A7A9-CF8DD7D900B7}"/>
              </a:ext>
            </a:extLst>
          </p:cNvPr>
          <p:cNvSpPr/>
          <p:nvPr userDrawn="1"/>
        </p:nvSpPr>
        <p:spPr>
          <a:xfrm>
            <a:off x="0" y="0"/>
            <a:ext cx="5943600" cy="5157216"/>
          </a:xfrm>
          <a:prstGeom prst="rect">
            <a:avLst/>
          </a:prstGeom>
          <a:gradFill>
            <a:gsLst>
              <a:gs pos="0">
                <a:schemeClr val="tx1">
                  <a:lumMod val="60000"/>
                  <a:lumOff val="40000"/>
                  <a:alpha val="25000"/>
                </a:schemeClr>
              </a:gs>
              <a:gs pos="98000">
                <a:schemeClr val="bg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5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1348" y="2803117"/>
            <a:ext cx="4286425" cy="830997"/>
          </a:xfrm>
          <a:prstGeom prst="rect">
            <a:avLst/>
          </a:prstGeom>
          <a:effectLst/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charset="2"/>
              <a:buNone/>
              <a:tabLst/>
              <a:defRPr sz="2400" cap="none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Subtitle placeholder</a:t>
            </a:r>
          </a:p>
          <a:p>
            <a:r>
              <a:rPr lang="en-US" dirty="0"/>
              <a:t>Subtitle placeholder</a:t>
            </a:r>
          </a:p>
        </p:txBody>
      </p:sp>
      <p:sp>
        <p:nvSpPr>
          <p:cNvPr id="57" name="Title 1"/>
          <p:cNvSpPr>
            <a:spLocks noGrp="1"/>
          </p:cNvSpPr>
          <p:nvPr>
            <p:ph type="ctrTitle" hasCustomPrompt="1"/>
          </p:nvPr>
        </p:nvSpPr>
        <p:spPr>
          <a:xfrm>
            <a:off x="681348" y="725773"/>
            <a:ext cx="5148359" cy="2071294"/>
          </a:xfrm>
          <a:prstGeom prst="rect">
            <a:avLst/>
          </a:prstGeom>
          <a:effectLst/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4400" b="1" cap="none" baseline="0"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2 Line Hitachi Title Slide Placeholder </a:t>
            </a:r>
            <a:br>
              <a:rPr lang="en-US" dirty="0"/>
            </a:br>
            <a:r>
              <a:rPr lang="en-US" dirty="0"/>
              <a:t>2 Line Hitachi </a:t>
            </a:r>
          </a:p>
        </p:txBody>
      </p:sp>
      <p:sp>
        <p:nvSpPr>
          <p:cNvPr id="58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681349" y="3905309"/>
            <a:ext cx="3544411" cy="307777"/>
          </a:xfrm>
        </p:spPr>
        <p:txBody>
          <a:bodyPr anchor="t"/>
          <a:lstStyle>
            <a:lvl1pPr marL="0" indent="0">
              <a:spcBef>
                <a:spcPts val="0"/>
              </a:spcBef>
              <a:spcAft>
                <a:spcPts val="300"/>
              </a:spcAft>
              <a:buNone/>
              <a:defRPr sz="1400" b="1" baseline="0">
                <a:solidFill>
                  <a:schemeClr val="tx1"/>
                </a:solidFill>
              </a:defRPr>
            </a:lvl1pPr>
            <a:lvl2pPr marL="280987" indent="0">
              <a:buNone/>
              <a:defRPr/>
            </a:lvl2pPr>
            <a:lvl3pPr marL="574675" indent="0">
              <a:buNone/>
              <a:defRPr/>
            </a:lvl3pPr>
            <a:lvl4pPr marL="855663" indent="0">
              <a:buNone/>
              <a:defRPr/>
            </a:lvl4pPr>
            <a:lvl5pPr marL="1090613" indent="0">
              <a:buNone/>
              <a:defRPr/>
            </a:lvl5pPr>
          </a:lstStyle>
          <a:p>
            <a:pPr lvl="0"/>
            <a:r>
              <a:rPr lang="en-US" dirty="0"/>
              <a:t>Name Here</a:t>
            </a:r>
          </a:p>
        </p:txBody>
      </p:sp>
      <p:sp>
        <p:nvSpPr>
          <p:cNvPr id="7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681349" y="4134651"/>
            <a:ext cx="3544411" cy="461665"/>
          </a:xfrm>
        </p:spPr>
        <p:txBody>
          <a:bodyPr anchor="t"/>
          <a:lstStyle>
            <a:lvl1pPr marL="0" indent="0">
              <a:spcBef>
                <a:spcPts val="0"/>
              </a:spcBef>
              <a:spcAft>
                <a:spcPts val="300"/>
              </a:spcAft>
              <a:buNone/>
              <a:defRPr sz="1200">
                <a:solidFill>
                  <a:schemeClr val="tx1"/>
                </a:solidFill>
              </a:defRPr>
            </a:lvl1pPr>
            <a:lvl2pPr marL="280987" indent="0">
              <a:buNone/>
              <a:defRPr/>
            </a:lvl2pPr>
            <a:lvl3pPr marL="574675" indent="0">
              <a:buNone/>
              <a:defRPr/>
            </a:lvl3pPr>
            <a:lvl4pPr marL="855663" indent="0">
              <a:buNone/>
              <a:defRPr/>
            </a:lvl4pPr>
            <a:lvl5pPr marL="1090613" indent="0">
              <a:buNone/>
              <a:defRPr/>
            </a:lvl5pPr>
          </a:lstStyle>
          <a:p>
            <a:pPr lvl="0"/>
            <a:r>
              <a:rPr lang="en-US" dirty="0"/>
              <a:t>Title/Department</a:t>
            </a:r>
            <a:br>
              <a:rPr lang="en-US" dirty="0"/>
            </a:br>
            <a:r>
              <a:rPr lang="en-US" dirty="0"/>
              <a:t>Date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11" y="4915450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111F478C-84AE-4601-9BE4-60468A3A6C06}" type="slidenum">
              <a:rPr lang="en-US" sz="800" smtClean="0">
                <a:solidFill>
                  <a:prstClr val="white">
                    <a:alpha val="50000"/>
                  </a:prstClr>
                </a:solidFill>
                <a:latin typeface="Arial"/>
              </a:rPr>
              <a:pPr/>
              <a:t>‹#›</a:t>
            </a:fld>
            <a:endParaRPr lang="en-US" sz="800" dirty="0">
              <a:solidFill>
                <a:prstClr val="white">
                  <a:alpha val="50000"/>
                </a:prstClr>
              </a:solidFill>
              <a:latin typeface="Arial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F6F85EA-1CAA-F34C-8631-AB308554EFA3}"/>
              </a:ext>
            </a:extLst>
          </p:cNvPr>
          <p:cNvSpPr txBox="1"/>
          <p:nvPr userDrawn="1"/>
        </p:nvSpPr>
        <p:spPr>
          <a:xfrm>
            <a:off x="1611" y="4915450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111F478C-84AE-4601-9BE4-60468A3A6C06}" type="slidenum">
              <a:rPr lang="en-US" sz="800" smtClean="0">
                <a:solidFill>
                  <a:prstClr val="white">
                    <a:alpha val="50000"/>
                  </a:prstClr>
                </a:solidFill>
                <a:latin typeface="Arial"/>
              </a:rPr>
              <a:pPr/>
              <a:t>‹#›</a:t>
            </a:fld>
            <a:endParaRPr lang="en-US" sz="800" dirty="0">
              <a:solidFill>
                <a:prstClr val="white">
                  <a:alpha val="50000"/>
                </a:prstClr>
              </a:solidFill>
              <a:latin typeface="Arial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3D34347-5503-CF42-98BC-54772FA6C03C}"/>
              </a:ext>
            </a:extLst>
          </p:cNvPr>
          <p:cNvSpPr/>
          <p:nvPr userDrawn="1"/>
        </p:nvSpPr>
        <p:spPr>
          <a:xfrm>
            <a:off x="695091" y="4911122"/>
            <a:ext cx="542544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CONFIDENTIAL – For use by Hitachi Vantara employees and other audiences under NDA only.</a:t>
            </a:r>
          </a:p>
        </p:txBody>
      </p:sp>
      <p:pic>
        <p:nvPicPr>
          <p:cNvPr id="70" name="Graphic 69">
            <a:extLst>
              <a:ext uri="{FF2B5EF4-FFF2-40B4-BE49-F238E27FC236}">
                <a16:creationId xmlns:a16="http://schemas.microsoft.com/office/drawing/2014/main" id="{77635230-F3E7-A540-BBEE-66DC1E31C3A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12" y="812800"/>
            <a:ext cx="570117" cy="433070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A1363254-98F3-0141-BE7C-6F354CB35A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4974728" y="963182"/>
            <a:ext cx="5157215" cy="3230857"/>
          </a:xfrm>
          <a:prstGeom prst="rect">
            <a:avLst/>
          </a:prstGeom>
        </p:spPr>
      </p:pic>
      <p:sp>
        <p:nvSpPr>
          <p:cNvPr id="74" name="Rectangle 73">
            <a:extLst>
              <a:ext uri="{FF2B5EF4-FFF2-40B4-BE49-F238E27FC236}">
                <a16:creationId xmlns:a16="http://schemas.microsoft.com/office/drawing/2014/main" id="{261FBF55-7FF2-684D-9995-F81F8F234543}"/>
              </a:ext>
            </a:extLst>
          </p:cNvPr>
          <p:cNvSpPr/>
          <p:nvPr userDrawn="1"/>
        </p:nvSpPr>
        <p:spPr>
          <a:xfrm>
            <a:off x="5942891" y="0"/>
            <a:ext cx="3213491" cy="5157216"/>
          </a:xfrm>
          <a:prstGeom prst="rect">
            <a:avLst/>
          </a:prstGeom>
          <a:gradFill flip="none" rotWithShape="1">
            <a:gsLst>
              <a:gs pos="66000">
                <a:schemeClr val="tx2">
                  <a:alpha val="0"/>
                </a:schemeClr>
              </a:gs>
              <a:gs pos="86000">
                <a:schemeClr val="tx2">
                  <a:alpha val="69000"/>
                </a:schemeClr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grpSp>
        <p:nvGrpSpPr>
          <p:cNvPr id="75" name="Hitachi CS Logo">
            <a:extLst>
              <a:ext uri="{FF2B5EF4-FFF2-40B4-BE49-F238E27FC236}">
                <a16:creationId xmlns:a16="http://schemas.microsoft.com/office/drawing/2014/main" id="{B92880B3-235D-3349-8A4E-44BE6018BFC5}"/>
              </a:ext>
            </a:extLst>
          </p:cNvPr>
          <p:cNvGrpSpPr/>
          <p:nvPr userDrawn="1"/>
        </p:nvGrpSpPr>
        <p:grpSpPr>
          <a:xfrm>
            <a:off x="7684916" y="225821"/>
            <a:ext cx="1247901" cy="356665"/>
            <a:chOff x="2751138" y="3262313"/>
            <a:chExt cx="4665662" cy="1333500"/>
          </a:xfrm>
          <a:solidFill>
            <a:schemeClr val="bg1"/>
          </a:solidFill>
        </p:grpSpPr>
        <p:sp>
          <p:nvSpPr>
            <p:cNvPr id="76" name="Freeform 1">
              <a:extLst>
                <a:ext uri="{FF2B5EF4-FFF2-40B4-BE49-F238E27FC236}">
                  <a16:creationId xmlns:a16="http://schemas.microsoft.com/office/drawing/2014/main" id="{798D14CB-5699-EB41-8464-F9DB85A24E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0138" y="3275013"/>
              <a:ext cx="673100" cy="631825"/>
            </a:xfrm>
            <a:custGeom>
              <a:avLst/>
              <a:gdLst>
                <a:gd name="T0" fmla="*/ 465 w 1868"/>
                <a:gd name="T1" fmla="*/ 0 h 1755"/>
                <a:gd name="T2" fmla="*/ 465 w 1868"/>
                <a:gd name="T3" fmla="*/ 700 h 1755"/>
                <a:gd name="T4" fmla="*/ 1402 w 1868"/>
                <a:gd name="T5" fmla="*/ 700 h 1755"/>
                <a:gd name="T6" fmla="*/ 1402 w 1868"/>
                <a:gd name="T7" fmla="*/ 0 h 1755"/>
                <a:gd name="T8" fmla="*/ 1867 w 1868"/>
                <a:gd name="T9" fmla="*/ 0 h 1755"/>
                <a:gd name="T10" fmla="*/ 1867 w 1868"/>
                <a:gd name="T11" fmla="*/ 1754 h 1755"/>
                <a:gd name="T12" fmla="*/ 1402 w 1868"/>
                <a:gd name="T13" fmla="*/ 1754 h 1755"/>
                <a:gd name="T14" fmla="*/ 1402 w 1868"/>
                <a:gd name="T15" fmla="*/ 983 h 1755"/>
                <a:gd name="T16" fmla="*/ 465 w 1868"/>
                <a:gd name="T17" fmla="*/ 983 h 1755"/>
                <a:gd name="T18" fmla="*/ 465 w 1868"/>
                <a:gd name="T19" fmla="*/ 1754 h 1755"/>
                <a:gd name="T20" fmla="*/ 0 w 1868"/>
                <a:gd name="T21" fmla="*/ 1754 h 1755"/>
                <a:gd name="T22" fmla="*/ 0 w 1868"/>
                <a:gd name="T23" fmla="*/ 0 h 1755"/>
                <a:gd name="T24" fmla="*/ 465 w 1868"/>
                <a:gd name="T25" fmla="*/ 0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68" h="1755">
                  <a:moveTo>
                    <a:pt x="465" y="0"/>
                  </a:moveTo>
                  <a:cubicBezTo>
                    <a:pt x="465" y="0"/>
                    <a:pt x="465" y="705"/>
                    <a:pt x="465" y="700"/>
                  </a:cubicBezTo>
                  <a:lnTo>
                    <a:pt x="1402" y="700"/>
                  </a:lnTo>
                  <a:cubicBezTo>
                    <a:pt x="1402" y="705"/>
                    <a:pt x="1402" y="0"/>
                    <a:pt x="1402" y="0"/>
                  </a:cubicBezTo>
                  <a:cubicBezTo>
                    <a:pt x="1402" y="0"/>
                    <a:pt x="1863" y="0"/>
                    <a:pt x="1867" y="0"/>
                  </a:cubicBezTo>
                  <a:cubicBezTo>
                    <a:pt x="1867" y="0"/>
                    <a:pt x="1867" y="1750"/>
                    <a:pt x="1867" y="1754"/>
                  </a:cubicBezTo>
                  <a:lnTo>
                    <a:pt x="1402" y="1754"/>
                  </a:lnTo>
                  <a:cubicBezTo>
                    <a:pt x="1402" y="1754"/>
                    <a:pt x="1402" y="987"/>
                    <a:pt x="1402" y="983"/>
                  </a:cubicBezTo>
                  <a:cubicBezTo>
                    <a:pt x="1402" y="987"/>
                    <a:pt x="465" y="983"/>
                    <a:pt x="465" y="983"/>
                  </a:cubicBezTo>
                  <a:cubicBezTo>
                    <a:pt x="465" y="987"/>
                    <a:pt x="465" y="1754"/>
                    <a:pt x="465" y="1754"/>
                  </a:cubicBezTo>
                  <a:lnTo>
                    <a:pt x="0" y="1754"/>
                  </a:lnTo>
                  <a:cubicBezTo>
                    <a:pt x="0" y="1754"/>
                    <a:pt x="4" y="0"/>
                    <a:pt x="0" y="0"/>
                  </a:cubicBezTo>
                  <a:lnTo>
                    <a:pt x="46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77" name="Freeform 2">
              <a:extLst>
                <a:ext uri="{FF2B5EF4-FFF2-40B4-BE49-F238E27FC236}">
                  <a16:creationId xmlns:a16="http://schemas.microsoft.com/office/drawing/2014/main" id="{0797A4B2-66F3-E447-8B73-388CB7479F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3050" y="3275013"/>
              <a:ext cx="677863" cy="631825"/>
            </a:xfrm>
            <a:custGeom>
              <a:avLst/>
              <a:gdLst>
                <a:gd name="T0" fmla="*/ 1883 w 1884"/>
                <a:gd name="T1" fmla="*/ 0 h 1755"/>
                <a:gd name="T2" fmla="*/ 1883 w 1884"/>
                <a:gd name="T3" fmla="*/ 298 h 1755"/>
                <a:gd name="T4" fmla="*/ 1174 w 1884"/>
                <a:gd name="T5" fmla="*/ 298 h 1755"/>
                <a:gd name="T6" fmla="*/ 1174 w 1884"/>
                <a:gd name="T7" fmla="*/ 1754 h 1755"/>
                <a:gd name="T8" fmla="*/ 709 w 1884"/>
                <a:gd name="T9" fmla="*/ 1754 h 1755"/>
                <a:gd name="T10" fmla="*/ 709 w 1884"/>
                <a:gd name="T11" fmla="*/ 298 h 1755"/>
                <a:gd name="T12" fmla="*/ 0 w 1884"/>
                <a:gd name="T13" fmla="*/ 298 h 1755"/>
                <a:gd name="T14" fmla="*/ 0 w 1884"/>
                <a:gd name="T15" fmla="*/ 0 h 1755"/>
                <a:gd name="T16" fmla="*/ 1883 w 1884"/>
                <a:gd name="T17" fmla="*/ 0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84" h="1755">
                  <a:moveTo>
                    <a:pt x="1883" y="0"/>
                  </a:moveTo>
                  <a:cubicBezTo>
                    <a:pt x="1883" y="4"/>
                    <a:pt x="1883" y="298"/>
                    <a:pt x="1883" y="298"/>
                  </a:cubicBezTo>
                  <a:lnTo>
                    <a:pt x="1174" y="298"/>
                  </a:lnTo>
                  <a:lnTo>
                    <a:pt x="1174" y="1754"/>
                  </a:lnTo>
                  <a:lnTo>
                    <a:pt x="709" y="1754"/>
                  </a:lnTo>
                  <a:lnTo>
                    <a:pt x="709" y="298"/>
                  </a:lnTo>
                  <a:lnTo>
                    <a:pt x="0" y="298"/>
                  </a:lnTo>
                  <a:lnTo>
                    <a:pt x="0" y="0"/>
                  </a:lnTo>
                  <a:lnTo>
                    <a:pt x="1883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78" name="Freeform 3">
              <a:extLst>
                <a:ext uri="{FF2B5EF4-FFF2-40B4-BE49-F238E27FC236}">
                  <a16:creationId xmlns:a16="http://schemas.microsoft.com/office/drawing/2014/main" id="{01925338-0DAD-6A43-A296-3B3C6FA9AF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4863" y="3275013"/>
              <a:ext cx="796925" cy="631825"/>
            </a:xfrm>
            <a:custGeom>
              <a:avLst/>
              <a:gdLst>
                <a:gd name="T0" fmla="*/ 2214 w 2215"/>
                <a:gd name="T1" fmla="*/ 1754 h 1755"/>
                <a:gd name="T2" fmla="*/ 1695 w 2215"/>
                <a:gd name="T3" fmla="*/ 1754 h 1755"/>
                <a:gd name="T4" fmla="*/ 1542 w 2215"/>
                <a:gd name="T5" fmla="*/ 1377 h 1755"/>
                <a:gd name="T6" fmla="*/ 672 w 2215"/>
                <a:gd name="T7" fmla="*/ 1377 h 1755"/>
                <a:gd name="T8" fmla="*/ 518 w 2215"/>
                <a:gd name="T9" fmla="*/ 1754 h 1755"/>
                <a:gd name="T10" fmla="*/ 0 w 2215"/>
                <a:gd name="T11" fmla="*/ 1754 h 1755"/>
                <a:gd name="T12" fmla="*/ 825 w 2215"/>
                <a:gd name="T13" fmla="*/ 0 h 1755"/>
                <a:gd name="T14" fmla="*/ 1392 w 2215"/>
                <a:gd name="T15" fmla="*/ 0 h 1755"/>
                <a:gd name="T16" fmla="*/ 2214 w 2215"/>
                <a:gd name="T17" fmla="*/ 1754 h 1755"/>
                <a:gd name="T18" fmla="*/ 788 w 2215"/>
                <a:gd name="T19" fmla="*/ 1095 h 1755"/>
                <a:gd name="T20" fmla="*/ 1434 w 2215"/>
                <a:gd name="T21" fmla="*/ 1095 h 1755"/>
                <a:gd name="T22" fmla="*/ 1107 w 2215"/>
                <a:gd name="T23" fmla="*/ 298 h 1755"/>
                <a:gd name="T24" fmla="*/ 788 w 2215"/>
                <a:gd name="T25" fmla="*/ 1095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15" h="1755">
                  <a:moveTo>
                    <a:pt x="2214" y="1754"/>
                  </a:moveTo>
                  <a:cubicBezTo>
                    <a:pt x="2214" y="1754"/>
                    <a:pt x="1691" y="1754"/>
                    <a:pt x="1695" y="1754"/>
                  </a:cubicBezTo>
                  <a:lnTo>
                    <a:pt x="1542" y="1377"/>
                  </a:lnTo>
                  <a:lnTo>
                    <a:pt x="672" y="1377"/>
                  </a:lnTo>
                  <a:cubicBezTo>
                    <a:pt x="672" y="1377"/>
                    <a:pt x="522" y="1754"/>
                    <a:pt x="518" y="1754"/>
                  </a:cubicBezTo>
                  <a:lnTo>
                    <a:pt x="0" y="1754"/>
                  </a:lnTo>
                  <a:lnTo>
                    <a:pt x="825" y="0"/>
                  </a:lnTo>
                  <a:lnTo>
                    <a:pt x="1392" y="0"/>
                  </a:lnTo>
                  <a:lnTo>
                    <a:pt x="2214" y="1754"/>
                  </a:lnTo>
                  <a:close/>
                  <a:moveTo>
                    <a:pt x="788" y="1095"/>
                  </a:moveTo>
                  <a:lnTo>
                    <a:pt x="1434" y="1095"/>
                  </a:lnTo>
                  <a:lnTo>
                    <a:pt x="1107" y="298"/>
                  </a:lnTo>
                  <a:lnTo>
                    <a:pt x="788" y="1095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80" name="Freeform 4">
              <a:extLst>
                <a:ext uri="{FF2B5EF4-FFF2-40B4-BE49-F238E27FC236}">
                  <a16:creationId xmlns:a16="http://schemas.microsoft.com/office/drawing/2014/main" id="{678EC421-61C5-F14F-BA0F-5E188DC2EE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85000" y="3275013"/>
              <a:ext cx="166688" cy="631825"/>
            </a:xfrm>
            <a:custGeom>
              <a:avLst/>
              <a:gdLst>
                <a:gd name="T0" fmla="*/ 232 w 465"/>
                <a:gd name="T1" fmla="*/ 1754 h 1755"/>
                <a:gd name="T2" fmla="*/ 0 w 465"/>
                <a:gd name="T3" fmla="*/ 1754 h 1755"/>
                <a:gd name="T4" fmla="*/ 0 w 465"/>
                <a:gd name="T5" fmla="*/ 0 h 1755"/>
                <a:gd name="T6" fmla="*/ 464 w 465"/>
                <a:gd name="T7" fmla="*/ 0 h 1755"/>
                <a:gd name="T8" fmla="*/ 464 w 465"/>
                <a:gd name="T9" fmla="*/ 1754 h 1755"/>
                <a:gd name="T10" fmla="*/ 232 w 465"/>
                <a:gd name="T11" fmla="*/ 1754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5" h="1755">
                  <a:moveTo>
                    <a:pt x="232" y="1754"/>
                  </a:moveTo>
                  <a:lnTo>
                    <a:pt x="0" y="1754"/>
                  </a:lnTo>
                  <a:lnTo>
                    <a:pt x="0" y="0"/>
                  </a:lnTo>
                  <a:lnTo>
                    <a:pt x="464" y="0"/>
                  </a:lnTo>
                  <a:lnTo>
                    <a:pt x="464" y="1754"/>
                  </a:lnTo>
                  <a:lnTo>
                    <a:pt x="232" y="175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81" name="Freeform 5">
              <a:extLst>
                <a:ext uri="{FF2B5EF4-FFF2-40B4-BE49-F238E27FC236}">
                  <a16:creationId xmlns:a16="http://schemas.microsoft.com/office/drawing/2014/main" id="{5F3A7E3D-B0C3-AE43-9E44-E396C4AC92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9588" y="3275013"/>
              <a:ext cx="673100" cy="631825"/>
            </a:xfrm>
            <a:custGeom>
              <a:avLst/>
              <a:gdLst>
                <a:gd name="T0" fmla="*/ 465 w 1868"/>
                <a:gd name="T1" fmla="*/ 0 h 1755"/>
                <a:gd name="T2" fmla="*/ 465 w 1868"/>
                <a:gd name="T3" fmla="*/ 700 h 1755"/>
                <a:gd name="T4" fmla="*/ 1402 w 1868"/>
                <a:gd name="T5" fmla="*/ 700 h 1755"/>
                <a:gd name="T6" fmla="*/ 1402 w 1868"/>
                <a:gd name="T7" fmla="*/ 0 h 1755"/>
                <a:gd name="T8" fmla="*/ 1867 w 1868"/>
                <a:gd name="T9" fmla="*/ 0 h 1755"/>
                <a:gd name="T10" fmla="*/ 1867 w 1868"/>
                <a:gd name="T11" fmla="*/ 1754 h 1755"/>
                <a:gd name="T12" fmla="*/ 1402 w 1868"/>
                <a:gd name="T13" fmla="*/ 1754 h 1755"/>
                <a:gd name="T14" fmla="*/ 1402 w 1868"/>
                <a:gd name="T15" fmla="*/ 983 h 1755"/>
                <a:gd name="T16" fmla="*/ 465 w 1868"/>
                <a:gd name="T17" fmla="*/ 983 h 1755"/>
                <a:gd name="T18" fmla="*/ 465 w 1868"/>
                <a:gd name="T19" fmla="*/ 1754 h 1755"/>
                <a:gd name="T20" fmla="*/ 0 w 1868"/>
                <a:gd name="T21" fmla="*/ 1754 h 1755"/>
                <a:gd name="T22" fmla="*/ 0 w 1868"/>
                <a:gd name="T23" fmla="*/ 0 h 1755"/>
                <a:gd name="T24" fmla="*/ 465 w 1868"/>
                <a:gd name="T25" fmla="*/ 0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68" h="1755">
                  <a:moveTo>
                    <a:pt x="465" y="0"/>
                  </a:moveTo>
                  <a:cubicBezTo>
                    <a:pt x="465" y="0"/>
                    <a:pt x="465" y="705"/>
                    <a:pt x="465" y="700"/>
                  </a:cubicBezTo>
                  <a:lnTo>
                    <a:pt x="1402" y="700"/>
                  </a:lnTo>
                  <a:cubicBezTo>
                    <a:pt x="1402" y="705"/>
                    <a:pt x="1402" y="0"/>
                    <a:pt x="1402" y="0"/>
                  </a:cubicBezTo>
                  <a:cubicBezTo>
                    <a:pt x="1402" y="0"/>
                    <a:pt x="1863" y="0"/>
                    <a:pt x="1867" y="0"/>
                  </a:cubicBezTo>
                  <a:cubicBezTo>
                    <a:pt x="1867" y="0"/>
                    <a:pt x="1867" y="1750"/>
                    <a:pt x="1867" y="1754"/>
                  </a:cubicBezTo>
                  <a:lnTo>
                    <a:pt x="1402" y="1754"/>
                  </a:lnTo>
                  <a:cubicBezTo>
                    <a:pt x="1402" y="1754"/>
                    <a:pt x="1402" y="987"/>
                    <a:pt x="1402" y="983"/>
                  </a:cubicBezTo>
                  <a:cubicBezTo>
                    <a:pt x="1402" y="987"/>
                    <a:pt x="465" y="983"/>
                    <a:pt x="465" y="983"/>
                  </a:cubicBezTo>
                  <a:cubicBezTo>
                    <a:pt x="465" y="987"/>
                    <a:pt x="465" y="1754"/>
                    <a:pt x="465" y="1754"/>
                  </a:cubicBezTo>
                  <a:lnTo>
                    <a:pt x="0" y="1754"/>
                  </a:lnTo>
                  <a:cubicBezTo>
                    <a:pt x="0" y="1754"/>
                    <a:pt x="5" y="0"/>
                    <a:pt x="0" y="0"/>
                  </a:cubicBezTo>
                  <a:lnTo>
                    <a:pt x="46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82" name="Freeform 6">
              <a:extLst>
                <a:ext uri="{FF2B5EF4-FFF2-40B4-BE49-F238E27FC236}">
                  <a16:creationId xmlns:a16="http://schemas.microsoft.com/office/drawing/2014/main" id="{A397EA96-9C11-0742-9C5E-785E4C640F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4450" y="3275013"/>
              <a:ext cx="168275" cy="631825"/>
            </a:xfrm>
            <a:custGeom>
              <a:avLst/>
              <a:gdLst>
                <a:gd name="T0" fmla="*/ 233 w 466"/>
                <a:gd name="T1" fmla="*/ 1754 h 1755"/>
                <a:gd name="T2" fmla="*/ 0 w 466"/>
                <a:gd name="T3" fmla="*/ 1754 h 1755"/>
                <a:gd name="T4" fmla="*/ 0 w 466"/>
                <a:gd name="T5" fmla="*/ 0 h 1755"/>
                <a:gd name="T6" fmla="*/ 465 w 466"/>
                <a:gd name="T7" fmla="*/ 0 h 1755"/>
                <a:gd name="T8" fmla="*/ 465 w 466"/>
                <a:gd name="T9" fmla="*/ 1754 h 1755"/>
                <a:gd name="T10" fmla="*/ 233 w 466"/>
                <a:gd name="T11" fmla="*/ 1754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6" h="1755">
                  <a:moveTo>
                    <a:pt x="233" y="1754"/>
                  </a:moveTo>
                  <a:lnTo>
                    <a:pt x="0" y="1754"/>
                  </a:lnTo>
                  <a:lnTo>
                    <a:pt x="0" y="0"/>
                  </a:lnTo>
                  <a:lnTo>
                    <a:pt x="465" y="0"/>
                  </a:lnTo>
                  <a:lnTo>
                    <a:pt x="465" y="1754"/>
                  </a:lnTo>
                  <a:lnTo>
                    <a:pt x="233" y="175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83" name="Freeform 7">
              <a:extLst>
                <a:ext uri="{FF2B5EF4-FFF2-40B4-BE49-F238E27FC236}">
                  <a16:creationId xmlns:a16="http://schemas.microsoft.com/office/drawing/2014/main" id="{59FC0A30-0332-9E41-A630-92D934C3C2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3213" y="3262313"/>
              <a:ext cx="715962" cy="663575"/>
            </a:xfrm>
            <a:custGeom>
              <a:avLst/>
              <a:gdLst>
                <a:gd name="T0" fmla="*/ 62 w 1988"/>
                <a:gd name="T1" fmla="*/ 1307 h 1842"/>
                <a:gd name="T2" fmla="*/ 0 w 1988"/>
                <a:gd name="T3" fmla="*/ 933 h 1842"/>
                <a:gd name="T4" fmla="*/ 120 w 1988"/>
                <a:gd name="T5" fmla="*/ 423 h 1842"/>
                <a:gd name="T6" fmla="*/ 518 w 1988"/>
                <a:gd name="T7" fmla="*/ 91 h 1842"/>
                <a:gd name="T8" fmla="*/ 1033 w 1988"/>
                <a:gd name="T9" fmla="*/ 0 h 1842"/>
                <a:gd name="T10" fmla="*/ 1618 w 1988"/>
                <a:gd name="T11" fmla="*/ 125 h 1842"/>
                <a:gd name="T12" fmla="*/ 1950 w 1988"/>
                <a:gd name="T13" fmla="*/ 531 h 1842"/>
                <a:gd name="T14" fmla="*/ 1966 w 1988"/>
                <a:gd name="T15" fmla="*/ 643 h 1842"/>
                <a:gd name="T16" fmla="*/ 1481 w 1988"/>
                <a:gd name="T17" fmla="*/ 643 h 1842"/>
                <a:gd name="T18" fmla="*/ 1456 w 1988"/>
                <a:gd name="T19" fmla="*/ 506 h 1842"/>
                <a:gd name="T20" fmla="*/ 1240 w 1988"/>
                <a:gd name="T21" fmla="*/ 303 h 1842"/>
                <a:gd name="T22" fmla="*/ 1037 w 1988"/>
                <a:gd name="T23" fmla="*/ 274 h 1842"/>
                <a:gd name="T24" fmla="*/ 809 w 1988"/>
                <a:gd name="T25" fmla="*/ 315 h 1842"/>
                <a:gd name="T26" fmla="*/ 556 w 1988"/>
                <a:gd name="T27" fmla="*/ 573 h 1842"/>
                <a:gd name="T28" fmla="*/ 494 w 1988"/>
                <a:gd name="T29" fmla="*/ 942 h 1842"/>
                <a:gd name="T30" fmla="*/ 539 w 1988"/>
                <a:gd name="T31" fmla="*/ 1249 h 1842"/>
                <a:gd name="T32" fmla="*/ 792 w 1988"/>
                <a:gd name="T33" fmla="*/ 1527 h 1842"/>
                <a:gd name="T34" fmla="*/ 1041 w 1988"/>
                <a:gd name="T35" fmla="*/ 1572 h 1842"/>
                <a:gd name="T36" fmla="*/ 1257 w 1988"/>
                <a:gd name="T37" fmla="*/ 1539 h 1842"/>
                <a:gd name="T38" fmla="*/ 1460 w 1988"/>
                <a:gd name="T39" fmla="*/ 1356 h 1842"/>
                <a:gd name="T40" fmla="*/ 1497 w 1988"/>
                <a:gd name="T41" fmla="*/ 1170 h 1842"/>
                <a:gd name="T42" fmla="*/ 1987 w 1988"/>
                <a:gd name="T43" fmla="*/ 1170 h 1842"/>
                <a:gd name="T44" fmla="*/ 1962 w 1988"/>
                <a:gd name="T45" fmla="*/ 1336 h 1842"/>
                <a:gd name="T46" fmla="*/ 1638 w 1988"/>
                <a:gd name="T47" fmla="*/ 1721 h 1842"/>
                <a:gd name="T48" fmla="*/ 1041 w 1988"/>
                <a:gd name="T49" fmla="*/ 1841 h 1842"/>
                <a:gd name="T50" fmla="*/ 568 w 1988"/>
                <a:gd name="T51" fmla="*/ 1771 h 1842"/>
                <a:gd name="T52" fmla="*/ 62 w 1988"/>
                <a:gd name="T53" fmla="*/ 1307 h 1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988" h="1842">
                  <a:moveTo>
                    <a:pt x="62" y="1307"/>
                  </a:moveTo>
                  <a:cubicBezTo>
                    <a:pt x="21" y="1191"/>
                    <a:pt x="0" y="1066"/>
                    <a:pt x="0" y="933"/>
                  </a:cubicBezTo>
                  <a:cubicBezTo>
                    <a:pt x="0" y="751"/>
                    <a:pt x="33" y="573"/>
                    <a:pt x="120" y="423"/>
                  </a:cubicBezTo>
                  <a:cubicBezTo>
                    <a:pt x="211" y="270"/>
                    <a:pt x="348" y="154"/>
                    <a:pt x="518" y="91"/>
                  </a:cubicBezTo>
                  <a:cubicBezTo>
                    <a:pt x="680" y="33"/>
                    <a:pt x="850" y="0"/>
                    <a:pt x="1033" y="0"/>
                  </a:cubicBezTo>
                  <a:cubicBezTo>
                    <a:pt x="1240" y="0"/>
                    <a:pt x="1439" y="46"/>
                    <a:pt x="1618" y="125"/>
                  </a:cubicBezTo>
                  <a:cubicBezTo>
                    <a:pt x="1784" y="195"/>
                    <a:pt x="1912" y="349"/>
                    <a:pt x="1950" y="531"/>
                  </a:cubicBezTo>
                  <a:cubicBezTo>
                    <a:pt x="1958" y="568"/>
                    <a:pt x="1962" y="606"/>
                    <a:pt x="1966" y="643"/>
                  </a:cubicBezTo>
                  <a:lnTo>
                    <a:pt x="1481" y="643"/>
                  </a:lnTo>
                  <a:cubicBezTo>
                    <a:pt x="1481" y="597"/>
                    <a:pt x="1472" y="552"/>
                    <a:pt x="1456" y="506"/>
                  </a:cubicBezTo>
                  <a:cubicBezTo>
                    <a:pt x="1419" y="411"/>
                    <a:pt x="1340" y="332"/>
                    <a:pt x="1240" y="303"/>
                  </a:cubicBezTo>
                  <a:cubicBezTo>
                    <a:pt x="1174" y="282"/>
                    <a:pt x="1107" y="274"/>
                    <a:pt x="1037" y="274"/>
                  </a:cubicBezTo>
                  <a:cubicBezTo>
                    <a:pt x="958" y="274"/>
                    <a:pt x="879" y="286"/>
                    <a:pt x="809" y="315"/>
                  </a:cubicBezTo>
                  <a:cubicBezTo>
                    <a:pt x="688" y="357"/>
                    <a:pt x="597" y="452"/>
                    <a:pt x="556" y="573"/>
                  </a:cubicBezTo>
                  <a:cubicBezTo>
                    <a:pt x="514" y="689"/>
                    <a:pt x="494" y="813"/>
                    <a:pt x="494" y="942"/>
                  </a:cubicBezTo>
                  <a:cubicBezTo>
                    <a:pt x="494" y="1050"/>
                    <a:pt x="510" y="1153"/>
                    <a:pt x="539" y="1249"/>
                  </a:cubicBezTo>
                  <a:cubicBezTo>
                    <a:pt x="572" y="1377"/>
                    <a:pt x="672" y="1481"/>
                    <a:pt x="792" y="1527"/>
                  </a:cubicBezTo>
                  <a:cubicBezTo>
                    <a:pt x="871" y="1556"/>
                    <a:pt x="954" y="1572"/>
                    <a:pt x="1041" y="1572"/>
                  </a:cubicBezTo>
                  <a:cubicBezTo>
                    <a:pt x="1116" y="1572"/>
                    <a:pt x="1186" y="1560"/>
                    <a:pt x="1257" y="1539"/>
                  </a:cubicBezTo>
                  <a:cubicBezTo>
                    <a:pt x="1348" y="1510"/>
                    <a:pt x="1423" y="1444"/>
                    <a:pt x="1460" y="1356"/>
                  </a:cubicBezTo>
                  <a:cubicBezTo>
                    <a:pt x="1485" y="1298"/>
                    <a:pt x="1497" y="1236"/>
                    <a:pt x="1497" y="1170"/>
                  </a:cubicBezTo>
                  <a:lnTo>
                    <a:pt x="1987" y="1170"/>
                  </a:lnTo>
                  <a:cubicBezTo>
                    <a:pt x="1983" y="1228"/>
                    <a:pt x="1974" y="1282"/>
                    <a:pt x="1962" y="1336"/>
                  </a:cubicBezTo>
                  <a:cubicBezTo>
                    <a:pt x="1920" y="1510"/>
                    <a:pt x="1800" y="1655"/>
                    <a:pt x="1638" y="1721"/>
                  </a:cubicBezTo>
                  <a:cubicBezTo>
                    <a:pt x="1456" y="1800"/>
                    <a:pt x="1253" y="1841"/>
                    <a:pt x="1041" y="1841"/>
                  </a:cubicBezTo>
                  <a:cubicBezTo>
                    <a:pt x="875" y="1841"/>
                    <a:pt x="718" y="1817"/>
                    <a:pt x="568" y="1771"/>
                  </a:cubicBezTo>
                  <a:cubicBezTo>
                    <a:pt x="336" y="1692"/>
                    <a:pt x="137" y="1527"/>
                    <a:pt x="62" y="1307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84" name="Freeform 8">
              <a:extLst>
                <a:ext uri="{FF2B5EF4-FFF2-40B4-BE49-F238E27FC236}">
                  <a16:creationId xmlns:a16="http://schemas.microsoft.com/office/drawing/2014/main" id="{9C2A3459-AEA1-E646-BF6E-939CC989DA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1138" y="4083050"/>
              <a:ext cx="153987" cy="398463"/>
            </a:xfrm>
            <a:custGeom>
              <a:avLst/>
              <a:gdLst>
                <a:gd name="T0" fmla="*/ 415 w 428"/>
                <a:gd name="T1" fmla="*/ 0 h 1109"/>
                <a:gd name="T2" fmla="*/ 0 w 428"/>
                <a:gd name="T3" fmla="*/ 38 h 1109"/>
                <a:gd name="T4" fmla="*/ 0 w 428"/>
                <a:gd name="T5" fmla="*/ 100 h 1109"/>
                <a:gd name="T6" fmla="*/ 12 w 428"/>
                <a:gd name="T7" fmla="*/ 100 h 1109"/>
                <a:gd name="T8" fmla="*/ 178 w 428"/>
                <a:gd name="T9" fmla="*/ 241 h 1109"/>
                <a:gd name="T10" fmla="*/ 178 w 428"/>
                <a:gd name="T11" fmla="*/ 1108 h 1109"/>
                <a:gd name="T12" fmla="*/ 427 w 428"/>
                <a:gd name="T13" fmla="*/ 1108 h 1109"/>
                <a:gd name="T14" fmla="*/ 427 w 428"/>
                <a:gd name="T15" fmla="*/ 0 h 1109"/>
                <a:gd name="T16" fmla="*/ 415 w 428"/>
                <a:gd name="T17" fmla="*/ 0 h 1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8" h="1109">
                  <a:moveTo>
                    <a:pt x="415" y="0"/>
                  </a:moveTo>
                  <a:lnTo>
                    <a:pt x="0" y="38"/>
                  </a:lnTo>
                  <a:lnTo>
                    <a:pt x="0" y="100"/>
                  </a:lnTo>
                  <a:lnTo>
                    <a:pt x="12" y="100"/>
                  </a:lnTo>
                  <a:cubicBezTo>
                    <a:pt x="178" y="121"/>
                    <a:pt x="178" y="121"/>
                    <a:pt x="178" y="241"/>
                  </a:cubicBezTo>
                  <a:lnTo>
                    <a:pt x="178" y="1108"/>
                  </a:lnTo>
                  <a:lnTo>
                    <a:pt x="427" y="1108"/>
                  </a:lnTo>
                  <a:lnTo>
                    <a:pt x="427" y="0"/>
                  </a:lnTo>
                  <a:lnTo>
                    <a:pt x="41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85" name="Freeform 9">
              <a:extLst>
                <a:ext uri="{FF2B5EF4-FFF2-40B4-BE49-F238E27FC236}">
                  <a16:creationId xmlns:a16="http://schemas.microsoft.com/office/drawing/2014/main" id="{4C3EEA0F-B23B-4B47-9167-E0C3D913C1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6088" y="4198938"/>
              <a:ext cx="315912" cy="282575"/>
            </a:xfrm>
            <a:custGeom>
              <a:avLst/>
              <a:gdLst>
                <a:gd name="T0" fmla="*/ 643 w 876"/>
                <a:gd name="T1" fmla="*/ 4 h 785"/>
                <a:gd name="T2" fmla="*/ 353 w 876"/>
                <a:gd name="T3" fmla="*/ 170 h 785"/>
                <a:gd name="T4" fmla="*/ 353 w 876"/>
                <a:gd name="T5" fmla="*/ 0 h 785"/>
                <a:gd name="T6" fmla="*/ 336 w 876"/>
                <a:gd name="T7" fmla="*/ 4 h 785"/>
                <a:gd name="T8" fmla="*/ 0 w 876"/>
                <a:gd name="T9" fmla="*/ 58 h 785"/>
                <a:gd name="T10" fmla="*/ 0 w 876"/>
                <a:gd name="T11" fmla="*/ 116 h 785"/>
                <a:gd name="T12" fmla="*/ 17 w 876"/>
                <a:gd name="T13" fmla="*/ 116 h 785"/>
                <a:gd name="T14" fmla="*/ 145 w 876"/>
                <a:gd name="T15" fmla="*/ 240 h 785"/>
                <a:gd name="T16" fmla="*/ 145 w 876"/>
                <a:gd name="T17" fmla="*/ 784 h 785"/>
                <a:gd name="T18" fmla="*/ 353 w 876"/>
                <a:gd name="T19" fmla="*/ 784 h 785"/>
                <a:gd name="T20" fmla="*/ 353 w 876"/>
                <a:gd name="T21" fmla="*/ 386 h 785"/>
                <a:gd name="T22" fmla="*/ 560 w 876"/>
                <a:gd name="T23" fmla="*/ 141 h 785"/>
                <a:gd name="T24" fmla="*/ 664 w 876"/>
                <a:gd name="T25" fmla="*/ 361 h 785"/>
                <a:gd name="T26" fmla="*/ 664 w 876"/>
                <a:gd name="T27" fmla="*/ 784 h 785"/>
                <a:gd name="T28" fmla="*/ 871 w 876"/>
                <a:gd name="T29" fmla="*/ 784 h 785"/>
                <a:gd name="T30" fmla="*/ 871 w 876"/>
                <a:gd name="T31" fmla="*/ 240 h 785"/>
                <a:gd name="T32" fmla="*/ 643 w 876"/>
                <a:gd name="T33" fmla="*/ 4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6" h="785">
                  <a:moveTo>
                    <a:pt x="643" y="4"/>
                  </a:moveTo>
                  <a:cubicBezTo>
                    <a:pt x="490" y="4"/>
                    <a:pt x="398" y="108"/>
                    <a:pt x="353" y="170"/>
                  </a:cubicBezTo>
                  <a:cubicBezTo>
                    <a:pt x="353" y="112"/>
                    <a:pt x="353" y="0"/>
                    <a:pt x="353" y="0"/>
                  </a:cubicBezTo>
                  <a:lnTo>
                    <a:pt x="336" y="4"/>
                  </a:lnTo>
                  <a:lnTo>
                    <a:pt x="0" y="58"/>
                  </a:lnTo>
                  <a:lnTo>
                    <a:pt x="0" y="116"/>
                  </a:lnTo>
                  <a:lnTo>
                    <a:pt x="17" y="116"/>
                  </a:lnTo>
                  <a:cubicBezTo>
                    <a:pt x="124" y="120"/>
                    <a:pt x="145" y="141"/>
                    <a:pt x="145" y="240"/>
                  </a:cubicBezTo>
                  <a:lnTo>
                    <a:pt x="145" y="784"/>
                  </a:lnTo>
                  <a:lnTo>
                    <a:pt x="353" y="784"/>
                  </a:lnTo>
                  <a:lnTo>
                    <a:pt x="353" y="386"/>
                  </a:lnTo>
                  <a:cubicBezTo>
                    <a:pt x="353" y="278"/>
                    <a:pt x="452" y="141"/>
                    <a:pt x="560" y="141"/>
                  </a:cubicBezTo>
                  <a:cubicBezTo>
                    <a:pt x="660" y="141"/>
                    <a:pt x="664" y="224"/>
                    <a:pt x="664" y="361"/>
                  </a:cubicBezTo>
                  <a:lnTo>
                    <a:pt x="664" y="784"/>
                  </a:lnTo>
                  <a:lnTo>
                    <a:pt x="871" y="784"/>
                  </a:lnTo>
                  <a:lnTo>
                    <a:pt x="871" y="240"/>
                  </a:lnTo>
                  <a:cubicBezTo>
                    <a:pt x="875" y="87"/>
                    <a:pt x="792" y="4"/>
                    <a:pt x="643" y="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86" name="Freeform 10">
              <a:extLst>
                <a:ext uri="{FF2B5EF4-FFF2-40B4-BE49-F238E27FC236}">
                  <a16:creationId xmlns:a16="http://schemas.microsoft.com/office/drawing/2014/main" id="{2951F159-71E8-6C41-8D78-8A1FF27276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6138" y="4200525"/>
              <a:ext cx="212725" cy="288925"/>
            </a:xfrm>
            <a:custGeom>
              <a:avLst/>
              <a:gdLst>
                <a:gd name="T0" fmla="*/ 348 w 590"/>
                <a:gd name="T1" fmla="*/ 303 h 802"/>
                <a:gd name="T2" fmla="*/ 195 w 590"/>
                <a:gd name="T3" fmla="*/ 170 h 802"/>
                <a:gd name="T4" fmla="*/ 307 w 590"/>
                <a:gd name="T5" fmla="*/ 100 h 802"/>
                <a:gd name="T6" fmla="*/ 502 w 590"/>
                <a:gd name="T7" fmla="*/ 166 h 802"/>
                <a:gd name="T8" fmla="*/ 535 w 590"/>
                <a:gd name="T9" fmla="*/ 187 h 802"/>
                <a:gd name="T10" fmla="*/ 535 w 590"/>
                <a:gd name="T11" fmla="*/ 162 h 802"/>
                <a:gd name="T12" fmla="*/ 535 w 590"/>
                <a:gd name="T13" fmla="*/ 33 h 802"/>
                <a:gd name="T14" fmla="*/ 506 w 590"/>
                <a:gd name="T15" fmla="*/ 25 h 802"/>
                <a:gd name="T16" fmla="*/ 315 w 590"/>
                <a:gd name="T17" fmla="*/ 0 h 802"/>
                <a:gd name="T18" fmla="*/ 0 w 590"/>
                <a:gd name="T19" fmla="*/ 224 h 802"/>
                <a:gd name="T20" fmla="*/ 228 w 590"/>
                <a:gd name="T21" fmla="*/ 465 h 802"/>
                <a:gd name="T22" fmla="*/ 390 w 590"/>
                <a:gd name="T23" fmla="*/ 606 h 802"/>
                <a:gd name="T24" fmla="*/ 249 w 590"/>
                <a:gd name="T25" fmla="*/ 697 h 802"/>
                <a:gd name="T26" fmla="*/ 20 w 590"/>
                <a:gd name="T27" fmla="*/ 618 h 802"/>
                <a:gd name="T28" fmla="*/ 0 w 590"/>
                <a:gd name="T29" fmla="*/ 606 h 802"/>
                <a:gd name="T30" fmla="*/ 0 w 590"/>
                <a:gd name="T31" fmla="*/ 767 h 802"/>
                <a:gd name="T32" fmla="*/ 16 w 590"/>
                <a:gd name="T33" fmla="*/ 771 h 802"/>
                <a:gd name="T34" fmla="*/ 244 w 590"/>
                <a:gd name="T35" fmla="*/ 801 h 802"/>
                <a:gd name="T36" fmla="*/ 580 w 590"/>
                <a:gd name="T37" fmla="*/ 568 h 802"/>
                <a:gd name="T38" fmla="*/ 348 w 590"/>
                <a:gd name="T39" fmla="*/ 303 h 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90" h="802">
                  <a:moveTo>
                    <a:pt x="348" y="303"/>
                  </a:moveTo>
                  <a:cubicBezTo>
                    <a:pt x="265" y="261"/>
                    <a:pt x="195" y="228"/>
                    <a:pt x="195" y="170"/>
                  </a:cubicBezTo>
                  <a:cubicBezTo>
                    <a:pt x="195" y="104"/>
                    <a:pt x="274" y="100"/>
                    <a:pt x="307" y="100"/>
                  </a:cubicBezTo>
                  <a:cubicBezTo>
                    <a:pt x="394" y="100"/>
                    <a:pt x="468" y="145"/>
                    <a:pt x="502" y="166"/>
                  </a:cubicBezTo>
                  <a:lnTo>
                    <a:pt x="535" y="187"/>
                  </a:lnTo>
                  <a:lnTo>
                    <a:pt x="535" y="162"/>
                  </a:lnTo>
                  <a:lnTo>
                    <a:pt x="535" y="33"/>
                  </a:lnTo>
                  <a:lnTo>
                    <a:pt x="506" y="25"/>
                  </a:lnTo>
                  <a:cubicBezTo>
                    <a:pt x="468" y="17"/>
                    <a:pt x="398" y="0"/>
                    <a:pt x="315" y="0"/>
                  </a:cubicBezTo>
                  <a:cubicBezTo>
                    <a:pt x="120" y="0"/>
                    <a:pt x="0" y="83"/>
                    <a:pt x="0" y="224"/>
                  </a:cubicBezTo>
                  <a:cubicBezTo>
                    <a:pt x="0" y="353"/>
                    <a:pt x="124" y="411"/>
                    <a:pt x="228" y="465"/>
                  </a:cubicBezTo>
                  <a:cubicBezTo>
                    <a:pt x="311" y="506"/>
                    <a:pt x="390" y="543"/>
                    <a:pt x="390" y="606"/>
                  </a:cubicBezTo>
                  <a:cubicBezTo>
                    <a:pt x="390" y="664"/>
                    <a:pt x="340" y="697"/>
                    <a:pt x="249" y="697"/>
                  </a:cubicBezTo>
                  <a:cubicBezTo>
                    <a:pt x="149" y="697"/>
                    <a:pt x="70" y="647"/>
                    <a:pt x="20" y="618"/>
                  </a:cubicBezTo>
                  <a:lnTo>
                    <a:pt x="0" y="606"/>
                  </a:lnTo>
                  <a:lnTo>
                    <a:pt x="0" y="767"/>
                  </a:lnTo>
                  <a:lnTo>
                    <a:pt x="16" y="771"/>
                  </a:lnTo>
                  <a:cubicBezTo>
                    <a:pt x="58" y="780"/>
                    <a:pt x="137" y="801"/>
                    <a:pt x="244" y="801"/>
                  </a:cubicBezTo>
                  <a:cubicBezTo>
                    <a:pt x="456" y="801"/>
                    <a:pt x="580" y="713"/>
                    <a:pt x="580" y="568"/>
                  </a:cubicBezTo>
                  <a:cubicBezTo>
                    <a:pt x="589" y="419"/>
                    <a:pt x="460" y="357"/>
                    <a:pt x="348" y="303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87" name="Freeform 11">
              <a:extLst>
                <a:ext uri="{FF2B5EF4-FFF2-40B4-BE49-F238E27FC236}">
                  <a16:creationId xmlns:a16="http://schemas.microsoft.com/office/drawing/2014/main" id="{2DCC3715-331D-F34E-BEA7-1E91BC846D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5375" y="4198938"/>
              <a:ext cx="325438" cy="396875"/>
            </a:xfrm>
            <a:custGeom>
              <a:avLst/>
              <a:gdLst>
                <a:gd name="T0" fmla="*/ 577 w 906"/>
                <a:gd name="T1" fmla="*/ 4 h 1104"/>
                <a:gd name="T2" fmla="*/ 357 w 906"/>
                <a:gd name="T3" fmla="*/ 112 h 1104"/>
                <a:gd name="T4" fmla="*/ 357 w 906"/>
                <a:gd name="T5" fmla="*/ 0 h 1104"/>
                <a:gd name="T6" fmla="*/ 336 w 906"/>
                <a:gd name="T7" fmla="*/ 4 h 1104"/>
                <a:gd name="T8" fmla="*/ 0 w 906"/>
                <a:gd name="T9" fmla="*/ 58 h 1104"/>
                <a:gd name="T10" fmla="*/ 0 w 906"/>
                <a:gd name="T11" fmla="*/ 116 h 1104"/>
                <a:gd name="T12" fmla="*/ 13 w 906"/>
                <a:gd name="T13" fmla="*/ 116 h 1104"/>
                <a:gd name="T14" fmla="*/ 137 w 906"/>
                <a:gd name="T15" fmla="*/ 240 h 1104"/>
                <a:gd name="T16" fmla="*/ 137 w 906"/>
                <a:gd name="T17" fmla="*/ 1103 h 1104"/>
                <a:gd name="T18" fmla="*/ 345 w 906"/>
                <a:gd name="T19" fmla="*/ 1103 h 1104"/>
                <a:gd name="T20" fmla="*/ 345 w 906"/>
                <a:gd name="T21" fmla="*/ 709 h 1104"/>
                <a:gd name="T22" fmla="*/ 560 w 906"/>
                <a:gd name="T23" fmla="*/ 800 h 1104"/>
                <a:gd name="T24" fmla="*/ 896 w 906"/>
                <a:gd name="T25" fmla="*/ 390 h 1104"/>
                <a:gd name="T26" fmla="*/ 577 w 906"/>
                <a:gd name="T27" fmla="*/ 4 h 1104"/>
                <a:gd name="T28" fmla="*/ 515 w 906"/>
                <a:gd name="T29" fmla="*/ 120 h 1104"/>
                <a:gd name="T30" fmla="*/ 672 w 906"/>
                <a:gd name="T31" fmla="*/ 394 h 1104"/>
                <a:gd name="T32" fmla="*/ 515 w 906"/>
                <a:gd name="T33" fmla="*/ 688 h 1104"/>
                <a:gd name="T34" fmla="*/ 349 w 906"/>
                <a:gd name="T35" fmla="*/ 456 h 1104"/>
                <a:gd name="T36" fmla="*/ 349 w 906"/>
                <a:gd name="T37" fmla="*/ 390 h 1104"/>
                <a:gd name="T38" fmla="*/ 515 w 906"/>
                <a:gd name="T39" fmla="*/ 120 h 1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06" h="1104">
                  <a:moveTo>
                    <a:pt x="577" y="4"/>
                  </a:moveTo>
                  <a:cubicBezTo>
                    <a:pt x="498" y="4"/>
                    <a:pt x="424" y="41"/>
                    <a:pt x="357" y="112"/>
                  </a:cubicBezTo>
                  <a:cubicBezTo>
                    <a:pt x="357" y="75"/>
                    <a:pt x="357" y="0"/>
                    <a:pt x="357" y="0"/>
                  </a:cubicBezTo>
                  <a:lnTo>
                    <a:pt x="336" y="4"/>
                  </a:lnTo>
                  <a:lnTo>
                    <a:pt x="0" y="58"/>
                  </a:lnTo>
                  <a:lnTo>
                    <a:pt x="0" y="116"/>
                  </a:lnTo>
                  <a:lnTo>
                    <a:pt x="13" y="116"/>
                  </a:lnTo>
                  <a:cubicBezTo>
                    <a:pt x="117" y="120"/>
                    <a:pt x="137" y="141"/>
                    <a:pt x="137" y="240"/>
                  </a:cubicBezTo>
                  <a:lnTo>
                    <a:pt x="137" y="1103"/>
                  </a:lnTo>
                  <a:lnTo>
                    <a:pt x="345" y="1103"/>
                  </a:lnTo>
                  <a:cubicBezTo>
                    <a:pt x="345" y="1103"/>
                    <a:pt x="345" y="775"/>
                    <a:pt x="345" y="709"/>
                  </a:cubicBezTo>
                  <a:cubicBezTo>
                    <a:pt x="382" y="755"/>
                    <a:pt x="444" y="800"/>
                    <a:pt x="560" y="800"/>
                  </a:cubicBezTo>
                  <a:cubicBezTo>
                    <a:pt x="780" y="800"/>
                    <a:pt x="896" y="659"/>
                    <a:pt x="896" y="390"/>
                  </a:cubicBezTo>
                  <a:cubicBezTo>
                    <a:pt x="905" y="145"/>
                    <a:pt x="784" y="4"/>
                    <a:pt x="577" y="4"/>
                  </a:cubicBezTo>
                  <a:close/>
                  <a:moveTo>
                    <a:pt x="515" y="120"/>
                  </a:moveTo>
                  <a:cubicBezTo>
                    <a:pt x="656" y="120"/>
                    <a:pt x="672" y="274"/>
                    <a:pt x="672" y="394"/>
                  </a:cubicBezTo>
                  <a:cubicBezTo>
                    <a:pt x="672" y="593"/>
                    <a:pt x="623" y="688"/>
                    <a:pt x="515" y="688"/>
                  </a:cubicBezTo>
                  <a:cubicBezTo>
                    <a:pt x="378" y="688"/>
                    <a:pt x="349" y="560"/>
                    <a:pt x="349" y="456"/>
                  </a:cubicBezTo>
                  <a:lnTo>
                    <a:pt x="349" y="390"/>
                  </a:lnTo>
                  <a:cubicBezTo>
                    <a:pt x="353" y="307"/>
                    <a:pt x="370" y="120"/>
                    <a:pt x="515" y="120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88" name="Freeform 12">
              <a:extLst>
                <a:ext uri="{FF2B5EF4-FFF2-40B4-BE49-F238E27FC236}">
                  <a16:creationId xmlns:a16="http://schemas.microsoft.com/office/drawing/2014/main" id="{203F165C-F4B5-4E44-9CE4-8B05642882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3200" y="4198938"/>
              <a:ext cx="123825" cy="282575"/>
            </a:xfrm>
            <a:custGeom>
              <a:avLst/>
              <a:gdLst>
                <a:gd name="T0" fmla="*/ 0 w 345"/>
                <a:gd name="T1" fmla="*/ 58 h 785"/>
                <a:gd name="T2" fmla="*/ 0 w 345"/>
                <a:gd name="T3" fmla="*/ 116 h 785"/>
                <a:gd name="T4" fmla="*/ 12 w 345"/>
                <a:gd name="T5" fmla="*/ 116 h 785"/>
                <a:gd name="T6" fmla="*/ 137 w 345"/>
                <a:gd name="T7" fmla="*/ 240 h 785"/>
                <a:gd name="T8" fmla="*/ 137 w 345"/>
                <a:gd name="T9" fmla="*/ 784 h 785"/>
                <a:gd name="T10" fmla="*/ 344 w 345"/>
                <a:gd name="T11" fmla="*/ 784 h 785"/>
                <a:gd name="T12" fmla="*/ 344 w 345"/>
                <a:gd name="T13" fmla="*/ 0 h 785"/>
                <a:gd name="T14" fmla="*/ 328 w 345"/>
                <a:gd name="T15" fmla="*/ 4 h 785"/>
                <a:gd name="T16" fmla="*/ 0 w 345"/>
                <a:gd name="T17" fmla="*/ 58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5" h="785">
                  <a:moveTo>
                    <a:pt x="0" y="58"/>
                  </a:moveTo>
                  <a:lnTo>
                    <a:pt x="0" y="116"/>
                  </a:lnTo>
                  <a:lnTo>
                    <a:pt x="12" y="116"/>
                  </a:lnTo>
                  <a:cubicBezTo>
                    <a:pt x="116" y="120"/>
                    <a:pt x="137" y="141"/>
                    <a:pt x="137" y="240"/>
                  </a:cubicBezTo>
                  <a:lnTo>
                    <a:pt x="137" y="784"/>
                  </a:lnTo>
                  <a:lnTo>
                    <a:pt x="344" y="784"/>
                  </a:lnTo>
                  <a:lnTo>
                    <a:pt x="344" y="0"/>
                  </a:lnTo>
                  <a:lnTo>
                    <a:pt x="328" y="4"/>
                  </a:lnTo>
                  <a:lnTo>
                    <a:pt x="0" y="5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89" name="Freeform 13">
              <a:extLst>
                <a:ext uri="{FF2B5EF4-FFF2-40B4-BE49-F238E27FC236}">
                  <a16:creationId xmlns:a16="http://schemas.microsoft.com/office/drawing/2014/main" id="{BF269243-1D6C-144F-92A7-C2DD356BDE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6063" y="4084638"/>
              <a:ext cx="93662" cy="82550"/>
            </a:xfrm>
            <a:custGeom>
              <a:avLst/>
              <a:gdLst>
                <a:gd name="T0" fmla="*/ 129 w 262"/>
                <a:gd name="T1" fmla="*/ 228 h 229"/>
                <a:gd name="T2" fmla="*/ 261 w 262"/>
                <a:gd name="T3" fmla="*/ 112 h 229"/>
                <a:gd name="T4" fmla="*/ 133 w 262"/>
                <a:gd name="T5" fmla="*/ 0 h 229"/>
                <a:gd name="T6" fmla="*/ 4 w 262"/>
                <a:gd name="T7" fmla="*/ 112 h 229"/>
                <a:gd name="T8" fmla="*/ 129 w 262"/>
                <a:gd name="T9" fmla="*/ 228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2" h="229">
                  <a:moveTo>
                    <a:pt x="129" y="228"/>
                  </a:moveTo>
                  <a:cubicBezTo>
                    <a:pt x="199" y="228"/>
                    <a:pt x="261" y="178"/>
                    <a:pt x="261" y="112"/>
                  </a:cubicBezTo>
                  <a:cubicBezTo>
                    <a:pt x="261" y="49"/>
                    <a:pt x="203" y="0"/>
                    <a:pt x="133" y="0"/>
                  </a:cubicBezTo>
                  <a:cubicBezTo>
                    <a:pt x="62" y="0"/>
                    <a:pt x="4" y="49"/>
                    <a:pt x="4" y="112"/>
                  </a:cubicBezTo>
                  <a:cubicBezTo>
                    <a:pt x="0" y="178"/>
                    <a:pt x="58" y="228"/>
                    <a:pt x="129" y="22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90" name="Freeform 14">
              <a:extLst>
                <a:ext uri="{FF2B5EF4-FFF2-40B4-BE49-F238E27FC236}">
                  <a16:creationId xmlns:a16="http://schemas.microsoft.com/office/drawing/2014/main" id="{DCB964D2-12B9-7343-90CC-3B0CA7FDAA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638" y="4200525"/>
              <a:ext cx="244475" cy="280988"/>
            </a:xfrm>
            <a:custGeom>
              <a:avLst/>
              <a:gdLst>
                <a:gd name="T0" fmla="*/ 676 w 677"/>
                <a:gd name="T1" fmla="*/ 174 h 781"/>
                <a:gd name="T2" fmla="*/ 676 w 677"/>
                <a:gd name="T3" fmla="*/ 12 h 781"/>
                <a:gd name="T4" fmla="*/ 663 w 677"/>
                <a:gd name="T5" fmla="*/ 12 h 781"/>
                <a:gd name="T6" fmla="*/ 564 w 677"/>
                <a:gd name="T7" fmla="*/ 4 h 781"/>
                <a:gd name="T8" fmla="*/ 348 w 677"/>
                <a:gd name="T9" fmla="*/ 158 h 781"/>
                <a:gd name="T10" fmla="*/ 348 w 677"/>
                <a:gd name="T11" fmla="*/ 0 h 781"/>
                <a:gd name="T12" fmla="*/ 331 w 677"/>
                <a:gd name="T13" fmla="*/ 0 h 781"/>
                <a:gd name="T14" fmla="*/ 0 w 677"/>
                <a:gd name="T15" fmla="*/ 54 h 781"/>
                <a:gd name="T16" fmla="*/ 0 w 677"/>
                <a:gd name="T17" fmla="*/ 112 h 781"/>
                <a:gd name="T18" fmla="*/ 12 w 677"/>
                <a:gd name="T19" fmla="*/ 112 h 781"/>
                <a:gd name="T20" fmla="*/ 141 w 677"/>
                <a:gd name="T21" fmla="*/ 236 h 781"/>
                <a:gd name="T22" fmla="*/ 141 w 677"/>
                <a:gd name="T23" fmla="*/ 780 h 781"/>
                <a:gd name="T24" fmla="*/ 348 w 677"/>
                <a:gd name="T25" fmla="*/ 780 h 781"/>
                <a:gd name="T26" fmla="*/ 348 w 677"/>
                <a:gd name="T27" fmla="*/ 390 h 781"/>
                <a:gd name="T28" fmla="*/ 568 w 677"/>
                <a:gd name="T29" fmla="*/ 170 h 781"/>
                <a:gd name="T30" fmla="*/ 643 w 677"/>
                <a:gd name="T31" fmla="*/ 183 h 781"/>
                <a:gd name="T32" fmla="*/ 676 w 677"/>
                <a:gd name="T33" fmla="*/ 191 h 781"/>
                <a:gd name="T34" fmla="*/ 676 w 677"/>
                <a:gd name="T35" fmla="*/ 174 h 7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77" h="781">
                  <a:moveTo>
                    <a:pt x="676" y="174"/>
                  </a:moveTo>
                  <a:lnTo>
                    <a:pt x="676" y="12"/>
                  </a:lnTo>
                  <a:lnTo>
                    <a:pt x="663" y="12"/>
                  </a:lnTo>
                  <a:cubicBezTo>
                    <a:pt x="630" y="8"/>
                    <a:pt x="593" y="4"/>
                    <a:pt x="564" y="4"/>
                  </a:cubicBezTo>
                  <a:cubicBezTo>
                    <a:pt x="443" y="4"/>
                    <a:pt x="381" y="91"/>
                    <a:pt x="348" y="158"/>
                  </a:cubicBezTo>
                  <a:cubicBezTo>
                    <a:pt x="348" y="95"/>
                    <a:pt x="348" y="0"/>
                    <a:pt x="348" y="0"/>
                  </a:cubicBezTo>
                  <a:lnTo>
                    <a:pt x="331" y="0"/>
                  </a:lnTo>
                  <a:lnTo>
                    <a:pt x="0" y="54"/>
                  </a:lnTo>
                  <a:lnTo>
                    <a:pt x="0" y="112"/>
                  </a:lnTo>
                  <a:lnTo>
                    <a:pt x="12" y="112"/>
                  </a:lnTo>
                  <a:cubicBezTo>
                    <a:pt x="116" y="116"/>
                    <a:pt x="141" y="137"/>
                    <a:pt x="141" y="236"/>
                  </a:cubicBezTo>
                  <a:lnTo>
                    <a:pt x="141" y="780"/>
                  </a:lnTo>
                  <a:lnTo>
                    <a:pt x="348" y="780"/>
                  </a:lnTo>
                  <a:lnTo>
                    <a:pt x="348" y="390"/>
                  </a:lnTo>
                  <a:cubicBezTo>
                    <a:pt x="348" y="324"/>
                    <a:pt x="369" y="170"/>
                    <a:pt x="568" y="170"/>
                  </a:cubicBezTo>
                  <a:cubicBezTo>
                    <a:pt x="593" y="170"/>
                    <a:pt x="618" y="178"/>
                    <a:pt x="643" y="183"/>
                  </a:cubicBezTo>
                  <a:lnTo>
                    <a:pt x="676" y="191"/>
                  </a:lnTo>
                  <a:lnTo>
                    <a:pt x="676" y="17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91" name="Freeform 15">
              <a:extLst>
                <a:ext uri="{FF2B5EF4-FFF2-40B4-BE49-F238E27FC236}">
                  <a16:creationId xmlns:a16="http://schemas.microsoft.com/office/drawing/2014/main" id="{BD8AFEC8-B377-CC41-A517-C3D64AA37F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275" y="4200525"/>
              <a:ext cx="266700" cy="287338"/>
            </a:xfrm>
            <a:custGeom>
              <a:avLst/>
              <a:gdLst>
                <a:gd name="T0" fmla="*/ 738 w 743"/>
                <a:gd name="T1" fmla="*/ 315 h 797"/>
                <a:gd name="T2" fmla="*/ 390 w 743"/>
                <a:gd name="T3" fmla="*/ 0 h 797"/>
                <a:gd name="T4" fmla="*/ 0 w 743"/>
                <a:gd name="T5" fmla="*/ 373 h 797"/>
                <a:gd name="T6" fmla="*/ 456 w 743"/>
                <a:gd name="T7" fmla="*/ 796 h 797"/>
                <a:gd name="T8" fmla="*/ 713 w 743"/>
                <a:gd name="T9" fmla="*/ 755 h 797"/>
                <a:gd name="T10" fmla="*/ 726 w 743"/>
                <a:gd name="T11" fmla="*/ 751 h 797"/>
                <a:gd name="T12" fmla="*/ 726 w 743"/>
                <a:gd name="T13" fmla="*/ 651 h 797"/>
                <a:gd name="T14" fmla="*/ 705 w 743"/>
                <a:gd name="T15" fmla="*/ 660 h 797"/>
                <a:gd name="T16" fmla="*/ 543 w 743"/>
                <a:gd name="T17" fmla="*/ 684 h 797"/>
                <a:gd name="T18" fmla="*/ 232 w 743"/>
                <a:gd name="T19" fmla="*/ 332 h 797"/>
                <a:gd name="T20" fmla="*/ 742 w 743"/>
                <a:gd name="T21" fmla="*/ 332 h 797"/>
                <a:gd name="T22" fmla="*/ 742 w 743"/>
                <a:gd name="T23" fmla="*/ 315 h 797"/>
                <a:gd name="T24" fmla="*/ 738 w 743"/>
                <a:gd name="T25" fmla="*/ 315 h 797"/>
                <a:gd name="T26" fmla="*/ 386 w 743"/>
                <a:gd name="T27" fmla="*/ 83 h 797"/>
                <a:gd name="T28" fmla="*/ 531 w 743"/>
                <a:gd name="T29" fmla="*/ 236 h 797"/>
                <a:gd name="T30" fmla="*/ 228 w 743"/>
                <a:gd name="T31" fmla="*/ 236 h 797"/>
                <a:gd name="T32" fmla="*/ 386 w 743"/>
                <a:gd name="T33" fmla="*/ 83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43" h="797">
                  <a:moveTo>
                    <a:pt x="738" y="315"/>
                  </a:moveTo>
                  <a:cubicBezTo>
                    <a:pt x="738" y="104"/>
                    <a:pt x="622" y="0"/>
                    <a:pt x="390" y="0"/>
                  </a:cubicBezTo>
                  <a:cubicBezTo>
                    <a:pt x="128" y="0"/>
                    <a:pt x="0" y="124"/>
                    <a:pt x="0" y="373"/>
                  </a:cubicBezTo>
                  <a:cubicBezTo>
                    <a:pt x="0" y="639"/>
                    <a:pt x="170" y="796"/>
                    <a:pt x="456" y="796"/>
                  </a:cubicBezTo>
                  <a:cubicBezTo>
                    <a:pt x="581" y="796"/>
                    <a:pt x="676" y="763"/>
                    <a:pt x="713" y="755"/>
                  </a:cubicBezTo>
                  <a:lnTo>
                    <a:pt x="726" y="751"/>
                  </a:lnTo>
                  <a:lnTo>
                    <a:pt x="726" y="651"/>
                  </a:lnTo>
                  <a:lnTo>
                    <a:pt x="705" y="660"/>
                  </a:lnTo>
                  <a:cubicBezTo>
                    <a:pt x="672" y="672"/>
                    <a:pt x="610" y="684"/>
                    <a:pt x="543" y="684"/>
                  </a:cubicBezTo>
                  <a:cubicBezTo>
                    <a:pt x="319" y="684"/>
                    <a:pt x="236" y="498"/>
                    <a:pt x="232" y="332"/>
                  </a:cubicBezTo>
                  <a:cubicBezTo>
                    <a:pt x="261" y="332"/>
                    <a:pt x="742" y="332"/>
                    <a:pt x="742" y="332"/>
                  </a:cubicBezTo>
                  <a:lnTo>
                    <a:pt x="742" y="315"/>
                  </a:lnTo>
                  <a:lnTo>
                    <a:pt x="738" y="315"/>
                  </a:lnTo>
                  <a:close/>
                  <a:moveTo>
                    <a:pt x="386" y="83"/>
                  </a:moveTo>
                  <a:cubicBezTo>
                    <a:pt x="498" y="83"/>
                    <a:pt x="527" y="166"/>
                    <a:pt x="531" y="236"/>
                  </a:cubicBezTo>
                  <a:cubicBezTo>
                    <a:pt x="506" y="236"/>
                    <a:pt x="257" y="236"/>
                    <a:pt x="228" y="236"/>
                  </a:cubicBezTo>
                  <a:cubicBezTo>
                    <a:pt x="232" y="183"/>
                    <a:pt x="269" y="83"/>
                    <a:pt x="386" y="8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92" name="Freeform 16">
              <a:extLst>
                <a:ext uri="{FF2B5EF4-FFF2-40B4-BE49-F238E27FC236}">
                  <a16:creationId xmlns:a16="http://schemas.microsoft.com/office/drawing/2014/main" id="{9BE12278-99CE-8B43-B777-1B72D1FE8F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0175" y="4071938"/>
              <a:ext cx="314325" cy="409575"/>
            </a:xfrm>
            <a:custGeom>
              <a:avLst/>
              <a:gdLst>
                <a:gd name="T0" fmla="*/ 634 w 872"/>
                <a:gd name="T1" fmla="*/ 357 h 1138"/>
                <a:gd name="T2" fmla="*/ 348 w 872"/>
                <a:gd name="T3" fmla="*/ 523 h 1138"/>
                <a:gd name="T4" fmla="*/ 348 w 872"/>
                <a:gd name="T5" fmla="*/ 0 h 1138"/>
                <a:gd name="T6" fmla="*/ 332 w 872"/>
                <a:gd name="T7" fmla="*/ 4 h 1138"/>
                <a:gd name="T8" fmla="*/ 0 w 872"/>
                <a:gd name="T9" fmla="*/ 46 h 1138"/>
                <a:gd name="T10" fmla="*/ 0 w 872"/>
                <a:gd name="T11" fmla="*/ 104 h 1138"/>
                <a:gd name="T12" fmla="*/ 16 w 872"/>
                <a:gd name="T13" fmla="*/ 104 h 1138"/>
                <a:gd name="T14" fmla="*/ 141 w 872"/>
                <a:gd name="T15" fmla="*/ 233 h 1138"/>
                <a:gd name="T16" fmla="*/ 141 w 872"/>
                <a:gd name="T17" fmla="*/ 1137 h 1138"/>
                <a:gd name="T18" fmla="*/ 348 w 872"/>
                <a:gd name="T19" fmla="*/ 1137 h 1138"/>
                <a:gd name="T20" fmla="*/ 348 w 872"/>
                <a:gd name="T21" fmla="*/ 747 h 1138"/>
                <a:gd name="T22" fmla="*/ 547 w 872"/>
                <a:gd name="T23" fmla="*/ 494 h 1138"/>
                <a:gd name="T24" fmla="*/ 663 w 872"/>
                <a:gd name="T25" fmla="*/ 660 h 1138"/>
                <a:gd name="T26" fmla="*/ 663 w 872"/>
                <a:gd name="T27" fmla="*/ 1137 h 1138"/>
                <a:gd name="T28" fmla="*/ 871 w 872"/>
                <a:gd name="T29" fmla="*/ 1137 h 1138"/>
                <a:gd name="T30" fmla="*/ 871 w 872"/>
                <a:gd name="T31" fmla="*/ 635 h 1138"/>
                <a:gd name="T32" fmla="*/ 634 w 872"/>
                <a:gd name="T33" fmla="*/ 357 h 1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2" h="1138">
                  <a:moveTo>
                    <a:pt x="634" y="357"/>
                  </a:moveTo>
                  <a:cubicBezTo>
                    <a:pt x="481" y="357"/>
                    <a:pt x="394" y="452"/>
                    <a:pt x="348" y="523"/>
                  </a:cubicBezTo>
                  <a:cubicBezTo>
                    <a:pt x="348" y="440"/>
                    <a:pt x="348" y="0"/>
                    <a:pt x="348" y="0"/>
                  </a:cubicBezTo>
                  <a:lnTo>
                    <a:pt x="332" y="4"/>
                  </a:lnTo>
                  <a:lnTo>
                    <a:pt x="0" y="46"/>
                  </a:lnTo>
                  <a:lnTo>
                    <a:pt x="0" y="104"/>
                  </a:lnTo>
                  <a:lnTo>
                    <a:pt x="16" y="104"/>
                  </a:lnTo>
                  <a:cubicBezTo>
                    <a:pt x="120" y="108"/>
                    <a:pt x="141" y="133"/>
                    <a:pt x="141" y="233"/>
                  </a:cubicBezTo>
                  <a:lnTo>
                    <a:pt x="141" y="1137"/>
                  </a:lnTo>
                  <a:lnTo>
                    <a:pt x="348" y="1137"/>
                  </a:lnTo>
                  <a:lnTo>
                    <a:pt x="348" y="747"/>
                  </a:lnTo>
                  <a:cubicBezTo>
                    <a:pt x="348" y="606"/>
                    <a:pt x="456" y="494"/>
                    <a:pt x="547" y="494"/>
                  </a:cubicBezTo>
                  <a:cubicBezTo>
                    <a:pt x="663" y="494"/>
                    <a:pt x="663" y="581"/>
                    <a:pt x="663" y="660"/>
                  </a:cubicBezTo>
                  <a:lnTo>
                    <a:pt x="663" y="1137"/>
                  </a:lnTo>
                  <a:lnTo>
                    <a:pt x="871" y="1137"/>
                  </a:lnTo>
                  <a:lnTo>
                    <a:pt x="871" y="635"/>
                  </a:lnTo>
                  <a:cubicBezTo>
                    <a:pt x="871" y="552"/>
                    <a:pt x="871" y="357"/>
                    <a:pt x="634" y="357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93" name="Freeform 17">
              <a:extLst>
                <a:ext uri="{FF2B5EF4-FFF2-40B4-BE49-F238E27FC236}">
                  <a16:creationId xmlns:a16="http://schemas.microsoft.com/office/drawing/2014/main" id="{619D5BBF-3468-7B40-A5AD-29CA1681BD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4350" y="4200525"/>
              <a:ext cx="266700" cy="287338"/>
            </a:xfrm>
            <a:custGeom>
              <a:avLst/>
              <a:gdLst>
                <a:gd name="T0" fmla="*/ 742 w 743"/>
                <a:gd name="T1" fmla="*/ 315 h 797"/>
                <a:gd name="T2" fmla="*/ 394 w 743"/>
                <a:gd name="T3" fmla="*/ 0 h 797"/>
                <a:gd name="T4" fmla="*/ 0 w 743"/>
                <a:gd name="T5" fmla="*/ 373 h 797"/>
                <a:gd name="T6" fmla="*/ 456 w 743"/>
                <a:gd name="T7" fmla="*/ 796 h 797"/>
                <a:gd name="T8" fmla="*/ 713 w 743"/>
                <a:gd name="T9" fmla="*/ 755 h 797"/>
                <a:gd name="T10" fmla="*/ 726 w 743"/>
                <a:gd name="T11" fmla="*/ 751 h 797"/>
                <a:gd name="T12" fmla="*/ 726 w 743"/>
                <a:gd name="T13" fmla="*/ 651 h 797"/>
                <a:gd name="T14" fmla="*/ 705 w 743"/>
                <a:gd name="T15" fmla="*/ 660 h 797"/>
                <a:gd name="T16" fmla="*/ 543 w 743"/>
                <a:gd name="T17" fmla="*/ 684 h 797"/>
                <a:gd name="T18" fmla="*/ 232 w 743"/>
                <a:gd name="T19" fmla="*/ 332 h 797"/>
                <a:gd name="T20" fmla="*/ 742 w 743"/>
                <a:gd name="T21" fmla="*/ 332 h 797"/>
                <a:gd name="T22" fmla="*/ 742 w 743"/>
                <a:gd name="T23" fmla="*/ 315 h 797"/>
                <a:gd name="T24" fmla="*/ 386 w 743"/>
                <a:gd name="T25" fmla="*/ 83 h 797"/>
                <a:gd name="T26" fmla="*/ 531 w 743"/>
                <a:gd name="T27" fmla="*/ 236 h 797"/>
                <a:gd name="T28" fmla="*/ 228 w 743"/>
                <a:gd name="T29" fmla="*/ 236 h 797"/>
                <a:gd name="T30" fmla="*/ 386 w 743"/>
                <a:gd name="T31" fmla="*/ 83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43" h="797">
                  <a:moveTo>
                    <a:pt x="742" y="315"/>
                  </a:moveTo>
                  <a:cubicBezTo>
                    <a:pt x="742" y="104"/>
                    <a:pt x="626" y="0"/>
                    <a:pt x="394" y="0"/>
                  </a:cubicBezTo>
                  <a:cubicBezTo>
                    <a:pt x="133" y="0"/>
                    <a:pt x="0" y="124"/>
                    <a:pt x="0" y="373"/>
                  </a:cubicBezTo>
                  <a:cubicBezTo>
                    <a:pt x="0" y="639"/>
                    <a:pt x="170" y="796"/>
                    <a:pt x="456" y="796"/>
                  </a:cubicBezTo>
                  <a:cubicBezTo>
                    <a:pt x="581" y="796"/>
                    <a:pt x="676" y="763"/>
                    <a:pt x="713" y="755"/>
                  </a:cubicBezTo>
                  <a:lnTo>
                    <a:pt x="726" y="751"/>
                  </a:lnTo>
                  <a:lnTo>
                    <a:pt x="726" y="651"/>
                  </a:lnTo>
                  <a:lnTo>
                    <a:pt x="705" y="660"/>
                  </a:lnTo>
                  <a:cubicBezTo>
                    <a:pt x="672" y="672"/>
                    <a:pt x="610" y="684"/>
                    <a:pt x="543" y="684"/>
                  </a:cubicBezTo>
                  <a:cubicBezTo>
                    <a:pt x="319" y="684"/>
                    <a:pt x="236" y="498"/>
                    <a:pt x="232" y="332"/>
                  </a:cubicBezTo>
                  <a:cubicBezTo>
                    <a:pt x="261" y="332"/>
                    <a:pt x="742" y="332"/>
                    <a:pt x="742" y="332"/>
                  </a:cubicBezTo>
                  <a:lnTo>
                    <a:pt x="742" y="315"/>
                  </a:lnTo>
                  <a:close/>
                  <a:moveTo>
                    <a:pt x="386" y="83"/>
                  </a:moveTo>
                  <a:cubicBezTo>
                    <a:pt x="498" y="83"/>
                    <a:pt x="527" y="166"/>
                    <a:pt x="531" y="236"/>
                  </a:cubicBezTo>
                  <a:cubicBezTo>
                    <a:pt x="506" y="236"/>
                    <a:pt x="257" y="236"/>
                    <a:pt x="228" y="236"/>
                  </a:cubicBezTo>
                  <a:cubicBezTo>
                    <a:pt x="236" y="183"/>
                    <a:pt x="270" y="83"/>
                    <a:pt x="386" y="8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94" name="Freeform 18">
              <a:extLst>
                <a:ext uri="{FF2B5EF4-FFF2-40B4-BE49-F238E27FC236}">
                  <a16:creationId xmlns:a16="http://schemas.microsoft.com/office/drawing/2014/main" id="{E5218E6D-4E3B-594D-AC93-EB5B9323B8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4113" y="4121150"/>
              <a:ext cx="212725" cy="366713"/>
            </a:xfrm>
            <a:custGeom>
              <a:avLst/>
              <a:gdLst>
                <a:gd name="T0" fmla="*/ 141 w 589"/>
                <a:gd name="T1" fmla="*/ 237 h 1017"/>
                <a:gd name="T2" fmla="*/ 0 w 589"/>
                <a:gd name="T3" fmla="*/ 237 h 1017"/>
                <a:gd name="T4" fmla="*/ 0 w 589"/>
                <a:gd name="T5" fmla="*/ 328 h 1017"/>
                <a:gd name="T6" fmla="*/ 141 w 589"/>
                <a:gd name="T7" fmla="*/ 328 h 1017"/>
                <a:gd name="T8" fmla="*/ 141 w 589"/>
                <a:gd name="T9" fmla="*/ 797 h 1017"/>
                <a:gd name="T10" fmla="*/ 427 w 589"/>
                <a:gd name="T11" fmla="*/ 1016 h 1017"/>
                <a:gd name="T12" fmla="*/ 551 w 589"/>
                <a:gd name="T13" fmla="*/ 1004 h 1017"/>
                <a:gd name="T14" fmla="*/ 564 w 589"/>
                <a:gd name="T15" fmla="*/ 1004 h 1017"/>
                <a:gd name="T16" fmla="*/ 564 w 589"/>
                <a:gd name="T17" fmla="*/ 909 h 1017"/>
                <a:gd name="T18" fmla="*/ 547 w 589"/>
                <a:gd name="T19" fmla="*/ 913 h 1017"/>
                <a:gd name="T20" fmla="*/ 485 w 589"/>
                <a:gd name="T21" fmla="*/ 917 h 1017"/>
                <a:gd name="T22" fmla="*/ 352 w 589"/>
                <a:gd name="T23" fmla="*/ 772 h 1017"/>
                <a:gd name="T24" fmla="*/ 352 w 589"/>
                <a:gd name="T25" fmla="*/ 328 h 1017"/>
                <a:gd name="T26" fmla="*/ 588 w 589"/>
                <a:gd name="T27" fmla="*/ 328 h 1017"/>
                <a:gd name="T28" fmla="*/ 588 w 589"/>
                <a:gd name="T29" fmla="*/ 237 h 1017"/>
                <a:gd name="T30" fmla="*/ 352 w 589"/>
                <a:gd name="T31" fmla="*/ 237 h 1017"/>
                <a:gd name="T32" fmla="*/ 352 w 589"/>
                <a:gd name="T33" fmla="*/ 0 h 1017"/>
                <a:gd name="T34" fmla="*/ 141 w 589"/>
                <a:gd name="T35" fmla="*/ 0 h 1017"/>
                <a:gd name="T36" fmla="*/ 141 w 589"/>
                <a:gd name="T37" fmla="*/ 237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89" h="1017">
                  <a:moveTo>
                    <a:pt x="141" y="237"/>
                  </a:moveTo>
                  <a:lnTo>
                    <a:pt x="0" y="237"/>
                  </a:lnTo>
                  <a:lnTo>
                    <a:pt x="0" y="328"/>
                  </a:lnTo>
                  <a:lnTo>
                    <a:pt x="141" y="328"/>
                  </a:lnTo>
                  <a:lnTo>
                    <a:pt x="141" y="797"/>
                  </a:lnTo>
                  <a:cubicBezTo>
                    <a:pt x="141" y="1000"/>
                    <a:pt x="270" y="1016"/>
                    <a:pt x="427" y="1016"/>
                  </a:cubicBezTo>
                  <a:cubicBezTo>
                    <a:pt x="464" y="1016"/>
                    <a:pt x="505" y="1012"/>
                    <a:pt x="551" y="1004"/>
                  </a:cubicBezTo>
                  <a:lnTo>
                    <a:pt x="564" y="1004"/>
                  </a:lnTo>
                  <a:lnTo>
                    <a:pt x="564" y="909"/>
                  </a:lnTo>
                  <a:lnTo>
                    <a:pt x="547" y="913"/>
                  </a:lnTo>
                  <a:cubicBezTo>
                    <a:pt x="530" y="917"/>
                    <a:pt x="510" y="917"/>
                    <a:pt x="485" y="917"/>
                  </a:cubicBezTo>
                  <a:cubicBezTo>
                    <a:pt x="360" y="917"/>
                    <a:pt x="352" y="880"/>
                    <a:pt x="352" y="772"/>
                  </a:cubicBezTo>
                  <a:lnTo>
                    <a:pt x="352" y="328"/>
                  </a:lnTo>
                  <a:lnTo>
                    <a:pt x="588" y="328"/>
                  </a:lnTo>
                  <a:lnTo>
                    <a:pt x="588" y="237"/>
                  </a:lnTo>
                  <a:lnTo>
                    <a:pt x="352" y="237"/>
                  </a:lnTo>
                  <a:lnTo>
                    <a:pt x="352" y="0"/>
                  </a:lnTo>
                  <a:lnTo>
                    <a:pt x="141" y="0"/>
                  </a:lnTo>
                  <a:lnTo>
                    <a:pt x="141" y="237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95" name="Freeform 19">
              <a:extLst>
                <a:ext uri="{FF2B5EF4-FFF2-40B4-BE49-F238E27FC236}">
                  <a16:creationId xmlns:a16="http://schemas.microsoft.com/office/drawing/2014/main" id="{67C02BB1-C1A2-8B4F-B3D8-F3F69EE104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49963" y="4087813"/>
              <a:ext cx="450850" cy="395287"/>
            </a:xfrm>
            <a:custGeom>
              <a:avLst/>
              <a:gdLst>
                <a:gd name="T0" fmla="*/ 1245 w 1254"/>
                <a:gd name="T1" fmla="*/ 0 h 1096"/>
                <a:gd name="T2" fmla="*/ 1033 w 1254"/>
                <a:gd name="T3" fmla="*/ 0 h 1096"/>
                <a:gd name="T4" fmla="*/ 1033 w 1254"/>
                <a:gd name="T5" fmla="*/ 829 h 1096"/>
                <a:gd name="T6" fmla="*/ 485 w 1254"/>
                <a:gd name="T7" fmla="*/ 0 h 1096"/>
                <a:gd name="T8" fmla="*/ 0 w 1254"/>
                <a:gd name="T9" fmla="*/ 0 h 1096"/>
                <a:gd name="T10" fmla="*/ 0 w 1254"/>
                <a:gd name="T11" fmla="*/ 62 h 1096"/>
                <a:gd name="T12" fmla="*/ 42 w 1254"/>
                <a:gd name="T13" fmla="*/ 70 h 1096"/>
                <a:gd name="T14" fmla="*/ 178 w 1254"/>
                <a:gd name="T15" fmla="*/ 220 h 1096"/>
                <a:gd name="T16" fmla="*/ 178 w 1254"/>
                <a:gd name="T17" fmla="*/ 1095 h 1096"/>
                <a:gd name="T18" fmla="*/ 403 w 1254"/>
                <a:gd name="T19" fmla="*/ 1095 h 1096"/>
                <a:gd name="T20" fmla="*/ 403 w 1254"/>
                <a:gd name="T21" fmla="*/ 228 h 1096"/>
                <a:gd name="T22" fmla="*/ 975 w 1254"/>
                <a:gd name="T23" fmla="*/ 1095 h 1096"/>
                <a:gd name="T24" fmla="*/ 1253 w 1254"/>
                <a:gd name="T25" fmla="*/ 1095 h 1096"/>
                <a:gd name="T26" fmla="*/ 1253 w 1254"/>
                <a:gd name="T27" fmla="*/ 0 h 1096"/>
                <a:gd name="T28" fmla="*/ 1245 w 1254"/>
                <a:gd name="T29" fmla="*/ 0 h 10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54" h="1096">
                  <a:moveTo>
                    <a:pt x="1245" y="0"/>
                  </a:moveTo>
                  <a:lnTo>
                    <a:pt x="1033" y="0"/>
                  </a:lnTo>
                  <a:cubicBezTo>
                    <a:pt x="1033" y="0"/>
                    <a:pt x="1033" y="751"/>
                    <a:pt x="1033" y="829"/>
                  </a:cubicBezTo>
                  <a:cubicBezTo>
                    <a:pt x="992" y="763"/>
                    <a:pt x="485" y="0"/>
                    <a:pt x="485" y="0"/>
                  </a:cubicBezTo>
                  <a:lnTo>
                    <a:pt x="0" y="0"/>
                  </a:lnTo>
                  <a:lnTo>
                    <a:pt x="0" y="62"/>
                  </a:lnTo>
                  <a:lnTo>
                    <a:pt x="42" y="70"/>
                  </a:lnTo>
                  <a:cubicBezTo>
                    <a:pt x="170" y="91"/>
                    <a:pt x="178" y="95"/>
                    <a:pt x="178" y="220"/>
                  </a:cubicBezTo>
                  <a:lnTo>
                    <a:pt x="178" y="1095"/>
                  </a:lnTo>
                  <a:lnTo>
                    <a:pt x="403" y="1095"/>
                  </a:lnTo>
                  <a:cubicBezTo>
                    <a:pt x="403" y="1095"/>
                    <a:pt x="403" y="307"/>
                    <a:pt x="403" y="228"/>
                  </a:cubicBezTo>
                  <a:cubicBezTo>
                    <a:pt x="448" y="294"/>
                    <a:pt x="975" y="1095"/>
                    <a:pt x="975" y="1095"/>
                  </a:cubicBezTo>
                  <a:lnTo>
                    <a:pt x="1253" y="1095"/>
                  </a:lnTo>
                  <a:lnTo>
                    <a:pt x="1253" y="0"/>
                  </a:lnTo>
                  <a:lnTo>
                    <a:pt x="124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96" name="Freeform 20">
              <a:extLst>
                <a:ext uri="{FF2B5EF4-FFF2-40B4-BE49-F238E27FC236}">
                  <a16:creationId xmlns:a16="http://schemas.microsoft.com/office/drawing/2014/main" id="{88814ED3-01A6-254B-916A-FE9642BF68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73838" y="4200525"/>
              <a:ext cx="266700" cy="287338"/>
            </a:xfrm>
            <a:custGeom>
              <a:avLst/>
              <a:gdLst>
                <a:gd name="T0" fmla="*/ 390 w 740"/>
                <a:gd name="T1" fmla="*/ 0 h 797"/>
                <a:gd name="T2" fmla="*/ 0 w 740"/>
                <a:gd name="T3" fmla="*/ 373 h 797"/>
                <a:gd name="T4" fmla="*/ 456 w 740"/>
                <a:gd name="T5" fmla="*/ 796 h 797"/>
                <a:gd name="T6" fmla="*/ 714 w 740"/>
                <a:gd name="T7" fmla="*/ 755 h 797"/>
                <a:gd name="T8" fmla="*/ 726 w 740"/>
                <a:gd name="T9" fmla="*/ 751 h 797"/>
                <a:gd name="T10" fmla="*/ 726 w 740"/>
                <a:gd name="T11" fmla="*/ 651 h 797"/>
                <a:gd name="T12" fmla="*/ 705 w 740"/>
                <a:gd name="T13" fmla="*/ 660 h 797"/>
                <a:gd name="T14" fmla="*/ 539 w 740"/>
                <a:gd name="T15" fmla="*/ 684 h 797"/>
                <a:gd name="T16" fmla="*/ 228 w 740"/>
                <a:gd name="T17" fmla="*/ 332 h 797"/>
                <a:gd name="T18" fmla="*/ 739 w 740"/>
                <a:gd name="T19" fmla="*/ 332 h 797"/>
                <a:gd name="T20" fmla="*/ 739 w 740"/>
                <a:gd name="T21" fmla="*/ 315 h 797"/>
                <a:gd name="T22" fmla="*/ 390 w 740"/>
                <a:gd name="T23" fmla="*/ 0 h 797"/>
                <a:gd name="T24" fmla="*/ 386 w 740"/>
                <a:gd name="T25" fmla="*/ 83 h 797"/>
                <a:gd name="T26" fmla="*/ 531 w 740"/>
                <a:gd name="T27" fmla="*/ 236 h 797"/>
                <a:gd name="T28" fmla="*/ 228 w 740"/>
                <a:gd name="T29" fmla="*/ 236 h 797"/>
                <a:gd name="T30" fmla="*/ 386 w 740"/>
                <a:gd name="T31" fmla="*/ 83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40" h="797">
                  <a:moveTo>
                    <a:pt x="390" y="0"/>
                  </a:moveTo>
                  <a:cubicBezTo>
                    <a:pt x="129" y="0"/>
                    <a:pt x="0" y="124"/>
                    <a:pt x="0" y="373"/>
                  </a:cubicBezTo>
                  <a:cubicBezTo>
                    <a:pt x="0" y="639"/>
                    <a:pt x="170" y="796"/>
                    <a:pt x="456" y="796"/>
                  </a:cubicBezTo>
                  <a:cubicBezTo>
                    <a:pt x="581" y="796"/>
                    <a:pt x="676" y="767"/>
                    <a:pt x="714" y="755"/>
                  </a:cubicBezTo>
                  <a:lnTo>
                    <a:pt x="726" y="751"/>
                  </a:lnTo>
                  <a:lnTo>
                    <a:pt x="726" y="651"/>
                  </a:lnTo>
                  <a:lnTo>
                    <a:pt x="705" y="660"/>
                  </a:lnTo>
                  <a:cubicBezTo>
                    <a:pt x="672" y="672"/>
                    <a:pt x="610" y="684"/>
                    <a:pt x="539" y="684"/>
                  </a:cubicBezTo>
                  <a:cubicBezTo>
                    <a:pt x="315" y="684"/>
                    <a:pt x="232" y="498"/>
                    <a:pt x="228" y="332"/>
                  </a:cubicBezTo>
                  <a:lnTo>
                    <a:pt x="739" y="332"/>
                  </a:lnTo>
                  <a:lnTo>
                    <a:pt x="739" y="315"/>
                  </a:lnTo>
                  <a:cubicBezTo>
                    <a:pt x="739" y="104"/>
                    <a:pt x="622" y="0"/>
                    <a:pt x="390" y="0"/>
                  </a:cubicBezTo>
                  <a:close/>
                  <a:moveTo>
                    <a:pt x="386" y="83"/>
                  </a:moveTo>
                  <a:cubicBezTo>
                    <a:pt x="498" y="83"/>
                    <a:pt x="527" y="162"/>
                    <a:pt x="531" y="236"/>
                  </a:cubicBezTo>
                  <a:lnTo>
                    <a:pt x="228" y="236"/>
                  </a:lnTo>
                  <a:cubicBezTo>
                    <a:pt x="232" y="187"/>
                    <a:pt x="270" y="83"/>
                    <a:pt x="386" y="8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97" name="Freeform 21">
              <a:extLst>
                <a:ext uri="{FF2B5EF4-FFF2-40B4-BE49-F238E27FC236}">
                  <a16:creationId xmlns:a16="http://schemas.microsoft.com/office/drawing/2014/main" id="{9841FFF6-75EC-1143-B8CA-EECA17913A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4075" y="4121150"/>
              <a:ext cx="212725" cy="366713"/>
            </a:xfrm>
            <a:custGeom>
              <a:avLst/>
              <a:gdLst>
                <a:gd name="T0" fmla="*/ 141 w 590"/>
                <a:gd name="T1" fmla="*/ 237 h 1017"/>
                <a:gd name="T2" fmla="*/ 0 w 590"/>
                <a:gd name="T3" fmla="*/ 237 h 1017"/>
                <a:gd name="T4" fmla="*/ 0 w 590"/>
                <a:gd name="T5" fmla="*/ 328 h 1017"/>
                <a:gd name="T6" fmla="*/ 141 w 590"/>
                <a:gd name="T7" fmla="*/ 328 h 1017"/>
                <a:gd name="T8" fmla="*/ 141 w 590"/>
                <a:gd name="T9" fmla="*/ 797 h 1017"/>
                <a:gd name="T10" fmla="*/ 427 w 590"/>
                <a:gd name="T11" fmla="*/ 1016 h 1017"/>
                <a:gd name="T12" fmla="*/ 551 w 590"/>
                <a:gd name="T13" fmla="*/ 1004 h 1017"/>
                <a:gd name="T14" fmla="*/ 564 w 590"/>
                <a:gd name="T15" fmla="*/ 1004 h 1017"/>
                <a:gd name="T16" fmla="*/ 564 w 590"/>
                <a:gd name="T17" fmla="*/ 909 h 1017"/>
                <a:gd name="T18" fmla="*/ 547 w 590"/>
                <a:gd name="T19" fmla="*/ 913 h 1017"/>
                <a:gd name="T20" fmla="*/ 485 w 590"/>
                <a:gd name="T21" fmla="*/ 917 h 1017"/>
                <a:gd name="T22" fmla="*/ 352 w 590"/>
                <a:gd name="T23" fmla="*/ 772 h 1017"/>
                <a:gd name="T24" fmla="*/ 352 w 590"/>
                <a:gd name="T25" fmla="*/ 328 h 1017"/>
                <a:gd name="T26" fmla="*/ 589 w 590"/>
                <a:gd name="T27" fmla="*/ 328 h 1017"/>
                <a:gd name="T28" fmla="*/ 589 w 590"/>
                <a:gd name="T29" fmla="*/ 237 h 1017"/>
                <a:gd name="T30" fmla="*/ 352 w 590"/>
                <a:gd name="T31" fmla="*/ 237 h 1017"/>
                <a:gd name="T32" fmla="*/ 352 w 590"/>
                <a:gd name="T33" fmla="*/ 0 h 1017"/>
                <a:gd name="T34" fmla="*/ 141 w 590"/>
                <a:gd name="T35" fmla="*/ 0 h 1017"/>
                <a:gd name="T36" fmla="*/ 141 w 590"/>
                <a:gd name="T37" fmla="*/ 237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0" h="1017">
                  <a:moveTo>
                    <a:pt x="141" y="237"/>
                  </a:moveTo>
                  <a:lnTo>
                    <a:pt x="0" y="237"/>
                  </a:lnTo>
                  <a:lnTo>
                    <a:pt x="0" y="328"/>
                  </a:lnTo>
                  <a:lnTo>
                    <a:pt x="141" y="328"/>
                  </a:lnTo>
                  <a:lnTo>
                    <a:pt x="141" y="797"/>
                  </a:lnTo>
                  <a:cubicBezTo>
                    <a:pt x="141" y="1000"/>
                    <a:pt x="269" y="1016"/>
                    <a:pt x="427" y="1016"/>
                  </a:cubicBezTo>
                  <a:cubicBezTo>
                    <a:pt x="464" y="1016"/>
                    <a:pt x="506" y="1012"/>
                    <a:pt x="551" y="1004"/>
                  </a:cubicBezTo>
                  <a:lnTo>
                    <a:pt x="564" y="1004"/>
                  </a:lnTo>
                  <a:lnTo>
                    <a:pt x="564" y="909"/>
                  </a:lnTo>
                  <a:lnTo>
                    <a:pt x="547" y="913"/>
                  </a:lnTo>
                  <a:cubicBezTo>
                    <a:pt x="531" y="917"/>
                    <a:pt x="510" y="917"/>
                    <a:pt x="485" y="917"/>
                  </a:cubicBezTo>
                  <a:cubicBezTo>
                    <a:pt x="361" y="917"/>
                    <a:pt x="352" y="880"/>
                    <a:pt x="352" y="772"/>
                  </a:cubicBezTo>
                  <a:lnTo>
                    <a:pt x="352" y="328"/>
                  </a:lnTo>
                  <a:lnTo>
                    <a:pt x="589" y="328"/>
                  </a:lnTo>
                  <a:lnTo>
                    <a:pt x="589" y="237"/>
                  </a:lnTo>
                  <a:lnTo>
                    <a:pt x="352" y="237"/>
                  </a:lnTo>
                  <a:lnTo>
                    <a:pt x="352" y="0"/>
                  </a:lnTo>
                  <a:lnTo>
                    <a:pt x="141" y="0"/>
                  </a:lnTo>
                  <a:lnTo>
                    <a:pt x="141" y="237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98" name="Freeform 22">
              <a:extLst>
                <a:ext uri="{FF2B5EF4-FFF2-40B4-BE49-F238E27FC236}">
                  <a16:creationId xmlns:a16="http://schemas.microsoft.com/office/drawing/2014/main" id="{64F062F6-D8CB-E244-9D6E-135A824495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0063" y="4206875"/>
              <a:ext cx="331787" cy="274638"/>
            </a:xfrm>
            <a:custGeom>
              <a:avLst/>
              <a:gdLst>
                <a:gd name="T0" fmla="*/ 705 w 921"/>
                <a:gd name="T1" fmla="*/ 248 h 764"/>
                <a:gd name="T2" fmla="*/ 920 w 921"/>
                <a:gd name="T3" fmla="*/ 0 h 764"/>
                <a:gd name="T4" fmla="*/ 701 w 921"/>
                <a:gd name="T5" fmla="*/ 0 h 764"/>
                <a:gd name="T6" fmla="*/ 497 w 921"/>
                <a:gd name="T7" fmla="*/ 236 h 764"/>
                <a:gd name="T8" fmla="*/ 319 w 921"/>
                <a:gd name="T9" fmla="*/ 0 h 764"/>
                <a:gd name="T10" fmla="*/ 0 w 921"/>
                <a:gd name="T11" fmla="*/ 0 h 764"/>
                <a:gd name="T12" fmla="*/ 0 w 921"/>
                <a:gd name="T13" fmla="*/ 62 h 764"/>
                <a:gd name="T14" fmla="*/ 12 w 921"/>
                <a:gd name="T15" fmla="*/ 62 h 764"/>
                <a:gd name="T16" fmla="*/ 211 w 921"/>
                <a:gd name="T17" fmla="*/ 178 h 764"/>
                <a:gd name="T18" fmla="*/ 344 w 921"/>
                <a:gd name="T19" fmla="*/ 352 h 764"/>
                <a:gd name="T20" fmla="*/ 128 w 921"/>
                <a:gd name="T21" fmla="*/ 601 h 764"/>
                <a:gd name="T22" fmla="*/ 348 w 921"/>
                <a:gd name="T23" fmla="*/ 601 h 764"/>
                <a:gd name="T24" fmla="*/ 443 w 921"/>
                <a:gd name="T25" fmla="*/ 489 h 764"/>
                <a:gd name="T26" fmla="*/ 651 w 921"/>
                <a:gd name="T27" fmla="*/ 763 h 764"/>
                <a:gd name="T28" fmla="*/ 900 w 921"/>
                <a:gd name="T29" fmla="*/ 763 h 764"/>
                <a:gd name="T30" fmla="*/ 506 w 921"/>
                <a:gd name="T31" fmla="*/ 248 h 764"/>
                <a:gd name="T32" fmla="*/ 705 w 921"/>
                <a:gd name="T33" fmla="*/ 248 h 7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21" h="764">
                  <a:moveTo>
                    <a:pt x="705" y="248"/>
                  </a:moveTo>
                  <a:lnTo>
                    <a:pt x="920" y="0"/>
                  </a:lnTo>
                  <a:lnTo>
                    <a:pt x="701" y="0"/>
                  </a:lnTo>
                  <a:lnTo>
                    <a:pt x="497" y="236"/>
                  </a:lnTo>
                  <a:lnTo>
                    <a:pt x="319" y="0"/>
                  </a:lnTo>
                  <a:lnTo>
                    <a:pt x="0" y="0"/>
                  </a:lnTo>
                  <a:lnTo>
                    <a:pt x="0" y="62"/>
                  </a:lnTo>
                  <a:lnTo>
                    <a:pt x="12" y="62"/>
                  </a:lnTo>
                  <a:cubicBezTo>
                    <a:pt x="120" y="70"/>
                    <a:pt x="145" y="87"/>
                    <a:pt x="211" y="178"/>
                  </a:cubicBezTo>
                  <a:lnTo>
                    <a:pt x="344" y="352"/>
                  </a:lnTo>
                  <a:lnTo>
                    <a:pt x="128" y="601"/>
                  </a:lnTo>
                  <a:lnTo>
                    <a:pt x="348" y="601"/>
                  </a:lnTo>
                  <a:lnTo>
                    <a:pt x="443" y="489"/>
                  </a:lnTo>
                  <a:lnTo>
                    <a:pt x="651" y="763"/>
                  </a:lnTo>
                  <a:lnTo>
                    <a:pt x="900" y="763"/>
                  </a:lnTo>
                  <a:lnTo>
                    <a:pt x="506" y="248"/>
                  </a:lnTo>
                  <a:lnTo>
                    <a:pt x="705" y="24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99" name="Freeform 23">
              <a:extLst>
                <a:ext uri="{FF2B5EF4-FFF2-40B4-BE49-F238E27FC236}">
                  <a16:creationId xmlns:a16="http://schemas.microsoft.com/office/drawing/2014/main" id="{5092C578-04A5-3247-9FC3-C5A37EA20E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5500" y="4010025"/>
              <a:ext cx="176213" cy="111125"/>
            </a:xfrm>
            <a:custGeom>
              <a:avLst/>
              <a:gdLst>
                <a:gd name="T0" fmla="*/ 224 w 490"/>
                <a:gd name="T1" fmla="*/ 307 h 308"/>
                <a:gd name="T2" fmla="*/ 0 w 490"/>
                <a:gd name="T3" fmla="*/ 307 h 308"/>
                <a:gd name="T4" fmla="*/ 269 w 490"/>
                <a:gd name="T5" fmla="*/ 0 h 308"/>
                <a:gd name="T6" fmla="*/ 489 w 490"/>
                <a:gd name="T7" fmla="*/ 0 h 308"/>
                <a:gd name="T8" fmla="*/ 224 w 490"/>
                <a:gd name="T9" fmla="*/ 307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0" h="308">
                  <a:moveTo>
                    <a:pt x="224" y="307"/>
                  </a:moveTo>
                  <a:lnTo>
                    <a:pt x="0" y="307"/>
                  </a:lnTo>
                  <a:lnTo>
                    <a:pt x="269" y="0"/>
                  </a:lnTo>
                  <a:lnTo>
                    <a:pt x="489" y="0"/>
                  </a:lnTo>
                  <a:lnTo>
                    <a:pt x="224" y="307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</p:grpSp>
      <p:sp>
        <p:nvSpPr>
          <p:cNvPr id="100" name="Footer">
            <a:extLst>
              <a:ext uri="{FF2B5EF4-FFF2-40B4-BE49-F238E27FC236}">
                <a16:creationId xmlns:a16="http://schemas.microsoft.com/office/drawing/2014/main" id="{63135A74-AD54-4A4B-A12F-F57E39197835}"/>
              </a:ext>
            </a:extLst>
          </p:cNvPr>
          <p:cNvSpPr txBox="1"/>
          <p:nvPr userDrawn="1"/>
        </p:nvSpPr>
        <p:spPr>
          <a:xfrm>
            <a:off x="6641794" y="4911221"/>
            <a:ext cx="2462534" cy="2154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rPr>
              <a:t>© Hitachi Vantara LLC 2021.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970667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CE030AC-997C-4943-B933-3CA4576A987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37908" y="-1"/>
            <a:ext cx="3218475" cy="5157217"/>
          </a:xfrm>
          <a:prstGeom prst="rect">
            <a:avLst/>
          </a:prstGeom>
        </p:spPr>
      </p:pic>
      <p:sp>
        <p:nvSpPr>
          <p:cNvPr id="99" name="Rectangle 98">
            <a:extLst>
              <a:ext uri="{FF2B5EF4-FFF2-40B4-BE49-F238E27FC236}">
                <a16:creationId xmlns:a16="http://schemas.microsoft.com/office/drawing/2014/main" id="{98204697-BC57-1745-9B9F-737893867867}"/>
              </a:ext>
            </a:extLst>
          </p:cNvPr>
          <p:cNvSpPr/>
          <p:nvPr userDrawn="1"/>
        </p:nvSpPr>
        <p:spPr>
          <a:xfrm>
            <a:off x="5942892" y="0"/>
            <a:ext cx="3201108" cy="5157216"/>
          </a:xfrm>
          <a:prstGeom prst="rect">
            <a:avLst/>
          </a:prstGeom>
          <a:gradFill flip="none" rotWithShape="1">
            <a:gsLst>
              <a:gs pos="71000">
                <a:schemeClr val="tx2">
                  <a:alpha val="0"/>
                </a:schemeClr>
              </a:gs>
              <a:gs pos="100000">
                <a:schemeClr val="tx2">
                  <a:alpha val="65000"/>
                </a:schemeClr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C087B14-6753-6F4D-B0BE-B2E45CBD35B4}"/>
              </a:ext>
            </a:extLst>
          </p:cNvPr>
          <p:cNvSpPr/>
          <p:nvPr userDrawn="1"/>
        </p:nvSpPr>
        <p:spPr>
          <a:xfrm>
            <a:off x="-1" y="0"/>
            <a:ext cx="5942893" cy="5157216"/>
          </a:xfrm>
          <a:prstGeom prst="rect">
            <a:avLst/>
          </a:prstGeom>
          <a:gradFill flip="none" rotWithShape="1">
            <a:gsLst>
              <a:gs pos="0">
                <a:schemeClr val="tx2"/>
              </a:gs>
              <a:gs pos="66000">
                <a:srgbClr val="051C2C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5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1348" y="2803117"/>
            <a:ext cx="4286425" cy="830997"/>
          </a:xfrm>
          <a:prstGeom prst="rect">
            <a:avLst/>
          </a:prstGeom>
          <a:effectLst/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charset="2"/>
              <a:buNone/>
              <a:tabLst/>
              <a:defRPr sz="2400" cap="none" baseline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Subtitle placeholder</a:t>
            </a:r>
          </a:p>
          <a:p>
            <a:r>
              <a:rPr lang="en-US" dirty="0"/>
              <a:t>Subtitle placeholder</a:t>
            </a:r>
          </a:p>
        </p:txBody>
      </p:sp>
      <p:sp>
        <p:nvSpPr>
          <p:cNvPr id="57" name="Title 1"/>
          <p:cNvSpPr>
            <a:spLocks noGrp="1"/>
          </p:cNvSpPr>
          <p:nvPr>
            <p:ph type="ctrTitle" hasCustomPrompt="1"/>
          </p:nvPr>
        </p:nvSpPr>
        <p:spPr>
          <a:xfrm>
            <a:off x="681348" y="725773"/>
            <a:ext cx="5148359" cy="2071294"/>
          </a:xfrm>
          <a:prstGeom prst="rect">
            <a:avLst/>
          </a:prstGeom>
          <a:effectLst/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4400" b="1" cap="none" baseline="0"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2 Line Hitachi Title Slide Placeholder </a:t>
            </a:r>
            <a:br>
              <a:rPr lang="en-US" dirty="0"/>
            </a:br>
            <a:r>
              <a:rPr lang="en-US" dirty="0"/>
              <a:t>2 Line Hitachi </a:t>
            </a:r>
          </a:p>
        </p:txBody>
      </p:sp>
      <p:sp>
        <p:nvSpPr>
          <p:cNvPr id="58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681348" y="3905309"/>
            <a:ext cx="3544411" cy="307777"/>
          </a:xfrm>
        </p:spPr>
        <p:txBody>
          <a:bodyPr anchor="t"/>
          <a:lstStyle>
            <a:lvl1pPr marL="0" indent="0">
              <a:spcBef>
                <a:spcPts val="0"/>
              </a:spcBef>
              <a:spcAft>
                <a:spcPts val="300"/>
              </a:spcAft>
              <a:buNone/>
              <a:defRPr sz="1400" b="1" baseline="0">
                <a:solidFill>
                  <a:schemeClr val="bg1"/>
                </a:solidFill>
              </a:defRPr>
            </a:lvl1pPr>
            <a:lvl2pPr marL="280987" indent="0">
              <a:buNone/>
              <a:defRPr/>
            </a:lvl2pPr>
            <a:lvl3pPr marL="574675" indent="0">
              <a:buNone/>
              <a:defRPr/>
            </a:lvl3pPr>
            <a:lvl4pPr marL="855663" indent="0">
              <a:buNone/>
              <a:defRPr/>
            </a:lvl4pPr>
            <a:lvl5pPr marL="1090613" indent="0">
              <a:buNone/>
              <a:defRPr/>
            </a:lvl5pPr>
          </a:lstStyle>
          <a:p>
            <a:pPr lvl="0"/>
            <a:r>
              <a:rPr lang="en-US" dirty="0"/>
              <a:t>Name Here</a:t>
            </a:r>
          </a:p>
        </p:txBody>
      </p:sp>
      <p:sp>
        <p:nvSpPr>
          <p:cNvPr id="7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681348" y="4134651"/>
            <a:ext cx="3544411" cy="461665"/>
          </a:xfrm>
        </p:spPr>
        <p:txBody>
          <a:bodyPr anchor="t"/>
          <a:lstStyle>
            <a:lvl1pPr marL="0" indent="0">
              <a:spcBef>
                <a:spcPts val="0"/>
              </a:spcBef>
              <a:spcAft>
                <a:spcPts val="300"/>
              </a:spcAft>
              <a:buNone/>
              <a:defRPr sz="1200">
                <a:solidFill>
                  <a:schemeClr val="bg1"/>
                </a:solidFill>
              </a:defRPr>
            </a:lvl1pPr>
            <a:lvl2pPr marL="280987" indent="0">
              <a:buNone/>
              <a:defRPr/>
            </a:lvl2pPr>
            <a:lvl3pPr marL="574675" indent="0">
              <a:buNone/>
              <a:defRPr/>
            </a:lvl3pPr>
            <a:lvl4pPr marL="855663" indent="0">
              <a:buNone/>
              <a:defRPr/>
            </a:lvl4pPr>
            <a:lvl5pPr marL="1090613" indent="0">
              <a:buNone/>
              <a:defRPr/>
            </a:lvl5pPr>
          </a:lstStyle>
          <a:p>
            <a:pPr lvl="0"/>
            <a:r>
              <a:rPr lang="en-US" dirty="0"/>
              <a:t>Title/Department</a:t>
            </a:r>
            <a:br>
              <a:rPr lang="en-US" dirty="0"/>
            </a:br>
            <a:r>
              <a:rPr lang="en-US" dirty="0"/>
              <a:t>Date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F6F85EA-1CAA-F34C-8631-AB308554EFA3}"/>
              </a:ext>
            </a:extLst>
          </p:cNvPr>
          <p:cNvSpPr txBox="1"/>
          <p:nvPr userDrawn="1"/>
        </p:nvSpPr>
        <p:spPr>
          <a:xfrm>
            <a:off x="1611" y="4915450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111F478C-84AE-4601-9BE4-60468A3A6C06}" type="slidenum">
              <a:rPr lang="en-US" sz="800" smtClean="0">
                <a:solidFill>
                  <a:prstClr val="white">
                    <a:alpha val="50000"/>
                  </a:prstClr>
                </a:solidFill>
                <a:latin typeface="Arial"/>
              </a:rPr>
              <a:pPr/>
              <a:t>‹#›</a:t>
            </a:fld>
            <a:endParaRPr lang="en-US" sz="800" dirty="0">
              <a:solidFill>
                <a:prstClr val="white">
                  <a:alpha val="50000"/>
                </a:prstClr>
              </a:solidFill>
              <a:latin typeface="Arial"/>
            </a:endParaRPr>
          </a:p>
        </p:txBody>
      </p:sp>
      <p:pic>
        <p:nvPicPr>
          <p:cNvPr id="68" name="Graphic 67">
            <a:extLst>
              <a:ext uri="{FF2B5EF4-FFF2-40B4-BE49-F238E27FC236}">
                <a16:creationId xmlns:a16="http://schemas.microsoft.com/office/drawing/2014/main" id="{6ACC0D47-CD69-A847-8C9B-9B3ED8E969C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994" y="812800"/>
            <a:ext cx="559153" cy="4330700"/>
          </a:xfrm>
          <a:prstGeom prst="rect">
            <a:avLst/>
          </a:prstGeom>
        </p:spPr>
      </p:pic>
      <p:grpSp>
        <p:nvGrpSpPr>
          <p:cNvPr id="69" name="Hitachi CS Logo">
            <a:extLst>
              <a:ext uri="{FF2B5EF4-FFF2-40B4-BE49-F238E27FC236}">
                <a16:creationId xmlns:a16="http://schemas.microsoft.com/office/drawing/2014/main" id="{5EF654B2-8BB8-4F2C-A40F-F88E89DFF6C4}"/>
              </a:ext>
            </a:extLst>
          </p:cNvPr>
          <p:cNvGrpSpPr/>
          <p:nvPr userDrawn="1"/>
        </p:nvGrpSpPr>
        <p:grpSpPr>
          <a:xfrm>
            <a:off x="7684916" y="225821"/>
            <a:ext cx="1247901" cy="356665"/>
            <a:chOff x="2751138" y="3262313"/>
            <a:chExt cx="4665662" cy="1333500"/>
          </a:xfrm>
          <a:solidFill>
            <a:schemeClr val="bg1"/>
          </a:solidFill>
        </p:grpSpPr>
        <p:sp>
          <p:nvSpPr>
            <p:cNvPr id="70" name="Freeform 1">
              <a:extLst>
                <a:ext uri="{FF2B5EF4-FFF2-40B4-BE49-F238E27FC236}">
                  <a16:creationId xmlns:a16="http://schemas.microsoft.com/office/drawing/2014/main" id="{E6045AEC-14D3-4D48-B21D-CCBB39C9EE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0138" y="3275013"/>
              <a:ext cx="673100" cy="631825"/>
            </a:xfrm>
            <a:custGeom>
              <a:avLst/>
              <a:gdLst>
                <a:gd name="T0" fmla="*/ 465 w 1868"/>
                <a:gd name="T1" fmla="*/ 0 h 1755"/>
                <a:gd name="T2" fmla="*/ 465 w 1868"/>
                <a:gd name="T3" fmla="*/ 700 h 1755"/>
                <a:gd name="T4" fmla="*/ 1402 w 1868"/>
                <a:gd name="T5" fmla="*/ 700 h 1755"/>
                <a:gd name="T6" fmla="*/ 1402 w 1868"/>
                <a:gd name="T7" fmla="*/ 0 h 1755"/>
                <a:gd name="T8" fmla="*/ 1867 w 1868"/>
                <a:gd name="T9" fmla="*/ 0 h 1755"/>
                <a:gd name="T10" fmla="*/ 1867 w 1868"/>
                <a:gd name="T11" fmla="*/ 1754 h 1755"/>
                <a:gd name="T12" fmla="*/ 1402 w 1868"/>
                <a:gd name="T13" fmla="*/ 1754 h 1755"/>
                <a:gd name="T14" fmla="*/ 1402 w 1868"/>
                <a:gd name="T15" fmla="*/ 983 h 1755"/>
                <a:gd name="T16" fmla="*/ 465 w 1868"/>
                <a:gd name="T17" fmla="*/ 983 h 1755"/>
                <a:gd name="T18" fmla="*/ 465 w 1868"/>
                <a:gd name="T19" fmla="*/ 1754 h 1755"/>
                <a:gd name="T20" fmla="*/ 0 w 1868"/>
                <a:gd name="T21" fmla="*/ 1754 h 1755"/>
                <a:gd name="T22" fmla="*/ 0 w 1868"/>
                <a:gd name="T23" fmla="*/ 0 h 1755"/>
                <a:gd name="T24" fmla="*/ 465 w 1868"/>
                <a:gd name="T25" fmla="*/ 0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68" h="1755">
                  <a:moveTo>
                    <a:pt x="465" y="0"/>
                  </a:moveTo>
                  <a:cubicBezTo>
                    <a:pt x="465" y="0"/>
                    <a:pt x="465" y="705"/>
                    <a:pt x="465" y="700"/>
                  </a:cubicBezTo>
                  <a:lnTo>
                    <a:pt x="1402" y="700"/>
                  </a:lnTo>
                  <a:cubicBezTo>
                    <a:pt x="1402" y="705"/>
                    <a:pt x="1402" y="0"/>
                    <a:pt x="1402" y="0"/>
                  </a:cubicBezTo>
                  <a:cubicBezTo>
                    <a:pt x="1402" y="0"/>
                    <a:pt x="1863" y="0"/>
                    <a:pt x="1867" y="0"/>
                  </a:cubicBezTo>
                  <a:cubicBezTo>
                    <a:pt x="1867" y="0"/>
                    <a:pt x="1867" y="1750"/>
                    <a:pt x="1867" y="1754"/>
                  </a:cubicBezTo>
                  <a:lnTo>
                    <a:pt x="1402" y="1754"/>
                  </a:lnTo>
                  <a:cubicBezTo>
                    <a:pt x="1402" y="1754"/>
                    <a:pt x="1402" y="987"/>
                    <a:pt x="1402" y="983"/>
                  </a:cubicBezTo>
                  <a:cubicBezTo>
                    <a:pt x="1402" y="987"/>
                    <a:pt x="465" y="983"/>
                    <a:pt x="465" y="983"/>
                  </a:cubicBezTo>
                  <a:cubicBezTo>
                    <a:pt x="465" y="987"/>
                    <a:pt x="465" y="1754"/>
                    <a:pt x="465" y="1754"/>
                  </a:cubicBezTo>
                  <a:lnTo>
                    <a:pt x="0" y="1754"/>
                  </a:lnTo>
                  <a:cubicBezTo>
                    <a:pt x="0" y="1754"/>
                    <a:pt x="4" y="0"/>
                    <a:pt x="0" y="0"/>
                  </a:cubicBezTo>
                  <a:lnTo>
                    <a:pt x="46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71" name="Freeform 2">
              <a:extLst>
                <a:ext uri="{FF2B5EF4-FFF2-40B4-BE49-F238E27FC236}">
                  <a16:creationId xmlns:a16="http://schemas.microsoft.com/office/drawing/2014/main" id="{58DA6A83-3CD8-4867-A7C7-8D9749F826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3050" y="3275013"/>
              <a:ext cx="677863" cy="631825"/>
            </a:xfrm>
            <a:custGeom>
              <a:avLst/>
              <a:gdLst>
                <a:gd name="T0" fmla="*/ 1883 w 1884"/>
                <a:gd name="T1" fmla="*/ 0 h 1755"/>
                <a:gd name="T2" fmla="*/ 1883 w 1884"/>
                <a:gd name="T3" fmla="*/ 298 h 1755"/>
                <a:gd name="T4" fmla="*/ 1174 w 1884"/>
                <a:gd name="T5" fmla="*/ 298 h 1755"/>
                <a:gd name="T6" fmla="*/ 1174 w 1884"/>
                <a:gd name="T7" fmla="*/ 1754 h 1755"/>
                <a:gd name="T8" fmla="*/ 709 w 1884"/>
                <a:gd name="T9" fmla="*/ 1754 h 1755"/>
                <a:gd name="T10" fmla="*/ 709 w 1884"/>
                <a:gd name="T11" fmla="*/ 298 h 1755"/>
                <a:gd name="T12" fmla="*/ 0 w 1884"/>
                <a:gd name="T13" fmla="*/ 298 h 1755"/>
                <a:gd name="T14" fmla="*/ 0 w 1884"/>
                <a:gd name="T15" fmla="*/ 0 h 1755"/>
                <a:gd name="T16" fmla="*/ 1883 w 1884"/>
                <a:gd name="T17" fmla="*/ 0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84" h="1755">
                  <a:moveTo>
                    <a:pt x="1883" y="0"/>
                  </a:moveTo>
                  <a:cubicBezTo>
                    <a:pt x="1883" y="4"/>
                    <a:pt x="1883" y="298"/>
                    <a:pt x="1883" y="298"/>
                  </a:cubicBezTo>
                  <a:lnTo>
                    <a:pt x="1174" y="298"/>
                  </a:lnTo>
                  <a:lnTo>
                    <a:pt x="1174" y="1754"/>
                  </a:lnTo>
                  <a:lnTo>
                    <a:pt x="709" y="1754"/>
                  </a:lnTo>
                  <a:lnTo>
                    <a:pt x="709" y="298"/>
                  </a:lnTo>
                  <a:lnTo>
                    <a:pt x="0" y="298"/>
                  </a:lnTo>
                  <a:lnTo>
                    <a:pt x="0" y="0"/>
                  </a:lnTo>
                  <a:lnTo>
                    <a:pt x="1883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72" name="Freeform 3">
              <a:extLst>
                <a:ext uri="{FF2B5EF4-FFF2-40B4-BE49-F238E27FC236}">
                  <a16:creationId xmlns:a16="http://schemas.microsoft.com/office/drawing/2014/main" id="{DDDD7FF9-1FF8-4510-8F56-604F78211E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4863" y="3275013"/>
              <a:ext cx="796925" cy="631825"/>
            </a:xfrm>
            <a:custGeom>
              <a:avLst/>
              <a:gdLst>
                <a:gd name="T0" fmla="*/ 2214 w 2215"/>
                <a:gd name="T1" fmla="*/ 1754 h 1755"/>
                <a:gd name="T2" fmla="*/ 1695 w 2215"/>
                <a:gd name="T3" fmla="*/ 1754 h 1755"/>
                <a:gd name="T4" fmla="*/ 1542 w 2215"/>
                <a:gd name="T5" fmla="*/ 1377 h 1755"/>
                <a:gd name="T6" fmla="*/ 672 w 2215"/>
                <a:gd name="T7" fmla="*/ 1377 h 1755"/>
                <a:gd name="T8" fmla="*/ 518 w 2215"/>
                <a:gd name="T9" fmla="*/ 1754 h 1755"/>
                <a:gd name="T10" fmla="*/ 0 w 2215"/>
                <a:gd name="T11" fmla="*/ 1754 h 1755"/>
                <a:gd name="T12" fmla="*/ 825 w 2215"/>
                <a:gd name="T13" fmla="*/ 0 h 1755"/>
                <a:gd name="T14" fmla="*/ 1392 w 2215"/>
                <a:gd name="T15" fmla="*/ 0 h 1755"/>
                <a:gd name="T16" fmla="*/ 2214 w 2215"/>
                <a:gd name="T17" fmla="*/ 1754 h 1755"/>
                <a:gd name="T18" fmla="*/ 788 w 2215"/>
                <a:gd name="T19" fmla="*/ 1095 h 1755"/>
                <a:gd name="T20" fmla="*/ 1434 w 2215"/>
                <a:gd name="T21" fmla="*/ 1095 h 1755"/>
                <a:gd name="T22" fmla="*/ 1107 w 2215"/>
                <a:gd name="T23" fmla="*/ 298 h 1755"/>
                <a:gd name="T24" fmla="*/ 788 w 2215"/>
                <a:gd name="T25" fmla="*/ 1095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15" h="1755">
                  <a:moveTo>
                    <a:pt x="2214" y="1754"/>
                  </a:moveTo>
                  <a:cubicBezTo>
                    <a:pt x="2214" y="1754"/>
                    <a:pt x="1691" y="1754"/>
                    <a:pt x="1695" y="1754"/>
                  </a:cubicBezTo>
                  <a:lnTo>
                    <a:pt x="1542" y="1377"/>
                  </a:lnTo>
                  <a:lnTo>
                    <a:pt x="672" y="1377"/>
                  </a:lnTo>
                  <a:cubicBezTo>
                    <a:pt x="672" y="1377"/>
                    <a:pt x="522" y="1754"/>
                    <a:pt x="518" y="1754"/>
                  </a:cubicBezTo>
                  <a:lnTo>
                    <a:pt x="0" y="1754"/>
                  </a:lnTo>
                  <a:lnTo>
                    <a:pt x="825" y="0"/>
                  </a:lnTo>
                  <a:lnTo>
                    <a:pt x="1392" y="0"/>
                  </a:lnTo>
                  <a:lnTo>
                    <a:pt x="2214" y="1754"/>
                  </a:lnTo>
                  <a:close/>
                  <a:moveTo>
                    <a:pt x="788" y="1095"/>
                  </a:moveTo>
                  <a:lnTo>
                    <a:pt x="1434" y="1095"/>
                  </a:lnTo>
                  <a:lnTo>
                    <a:pt x="1107" y="298"/>
                  </a:lnTo>
                  <a:lnTo>
                    <a:pt x="788" y="1095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73" name="Freeform 4">
              <a:extLst>
                <a:ext uri="{FF2B5EF4-FFF2-40B4-BE49-F238E27FC236}">
                  <a16:creationId xmlns:a16="http://schemas.microsoft.com/office/drawing/2014/main" id="{F3699851-A405-4CD7-ABEE-CB30D955B4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85000" y="3275013"/>
              <a:ext cx="166688" cy="631825"/>
            </a:xfrm>
            <a:custGeom>
              <a:avLst/>
              <a:gdLst>
                <a:gd name="T0" fmla="*/ 232 w 465"/>
                <a:gd name="T1" fmla="*/ 1754 h 1755"/>
                <a:gd name="T2" fmla="*/ 0 w 465"/>
                <a:gd name="T3" fmla="*/ 1754 h 1755"/>
                <a:gd name="T4" fmla="*/ 0 w 465"/>
                <a:gd name="T5" fmla="*/ 0 h 1755"/>
                <a:gd name="T6" fmla="*/ 464 w 465"/>
                <a:gd name="T7" fmla="*/ 0 h 1755"/>
                <a:gd name="T8" fmla="*/ 464 w 465"/>
                <a:gd name="T9" fmla="*/ 1754 h 1755"/>
                <a:gd name="T10" fmla="*/ 232 w 465"/>
                <a:gd name="T11" fmla="*/ 1754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5" h="1755">
                  <a:moveTo>
                    <a:pt x="232" y="1754"/>
                  </a:moveTo>
                  <a:lnTo>
                    <a:pt x="0" y="1754"/>
                  </a:lnTo>
                  <a:lnTo>
                    <a:pt x="0" y="0"/>
                  </a:lnTo>
                  <a:lnTo>
                    <a:pt x="464" y="0"/>
                  </a:lnTo>
                  <a:lnTo>
                    <a:pt x="464" y="1754"/>
                  </a:lnTo>
                  <a:lnTo>
                    <a:pt x="232" y="175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74" name="Freeform 5">
              <a:extLst>
                <a:ext uri="{FF2B5EF4-FFF2-40B4-BE49-F238E27FC236}">
                  <a16:creationId xmlns:a16="http://schemas.microsoft.com/office/drawing/2014/main" id="{8F7E4BF6-183D-42D2-95F0-0CB21F3561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9588" y="3275013"/>
              <a:ext cx="673100" cy="631825"/>
            </a:xfrm>
            <a:custGeom>
              <a:avLst/>
              <a:gdLst>
                <a:gd name="T0" fmla="*/ 465 w 1868"/>
                <a:gd name="T1" fmla="*/ 0 h 1755"/>
                <a:gd name="T2" fmla="*/ 465 w 1868"/>
                <a:gd name="T3" fmla="*/ 700 h 1755"/>
                <a:gd name="T4" fmla="*/ 1402 w 1868"/>
                <a:gd name="T5" fmla="*/ 700 h 1755"/>
                <a:gd name="T6" fmla="*/ 1402 w 1868"/>
                <a:gd name="T7" fmla="*/ 0 h 1755"/>
                <a:gd name="T8" fmla="*/ 1867 w 1868"/>
                <a:gd name="T9" fmla="*/ 0 h 1755"/>
                <a:gd name="T10" fmla="*/ 1867 w 1868"/>
                <a:gd name="T11" fmla="*/ 1754 h 1755"/>
                <a:gd name="T12" fmla="*/ 1402 w 1868"/>
                <a:gd name="T13" fmla="*/ 1754 h 1755"/>
                <a:gd name="T14" fmla="*/ 1402 w 1868"/>
                <a:gd name="T15" fmla="*/ 983 h 1755"/>
                <a:gd name="T16" fmla="*/ 465 w 1868"/>
                <a:gd name="T17" fmla="*/ 983 h 1755"/>
                <a:gd name="T18" fmla="*/ 465 w 1868"/>
                <a:gd name="T19" fmla="*/ 1754 h 1755"/>
                <a:gd name="T20" fmla="*/ 0 w 1868"/>
                <a:gd name="T21" fmla="*/ 1754 h 1755"/>
                <a:gd name="T22" fmla="*/ 0 w 1868"/>
                <a:gd name="T23" fmla="*/ 0 h 1755"/>
                <a:gd name="T24" fmla="*/ 465 w 1868"/>
                <a:gd name="T25" fmla="*/ 0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68" h="1755">
                  <a:moveTo>
                    <a:pt x="465" y="0"/>
                  </a:moveTo>
                  <a:cubicBezTo>
                    <a:pt x="465" y="0"/>
                    <a:pt x="465" y="705"/>
                    <a:pt x="465" y="700"/>
                  </a:cubicBezTo>
                  <a:lnTo>
                    <a:pt x="1402" y="700"/>
                  </a:lnTo>
                  <a:cubicBezTo>
                    <a:pt x="1402" y="705"/>
                    <a:pt x="1402" y="0"/>
                    <a:pt x="1402" y="0"/>
                  </a:cubicBezTo>
                  <a:cubicBezTo>
                    <a:pt x="1402" y="0"/>
                    <a:pt x="1863" y="0"/>
                    <a:pt x="1867" y="0"/>
                  </a:cubicBezTo>
                  <a:cubicBezTo>
                    <a:pt x="1867" y="0"/>
                    <a:pt x="1867" y="1750"/>
                    <a:pt x="1867" y="1754"/>
                  </a:cubicBezTo>
                  <a:lnTo>
                    <a:pt x="1402" y="1754"/>
                  </a:lnTo>
                  <a:cubicBezTo>
                    <a:pt x="1402" y="1754"/>
                    <a:pt x="1402" y="987"/>
                    <a:pt x="1402" y="983"/>
                  </a:cubicBezTo>
                  <a:cubicBezTo>
                    <a:pt x="1402" y="987"/>
                    <a:pt x="465" y="983"/>
                    <a:pt x="465" y="983"/>
                  </a:cubicBezTo>
                  <a:cubicBezTo>
                    <a:pt x="465" y="987"/>
                    <a:pt x="465" y="1754"/>
                    <a:pt x="465" y="1754"/>
                  </a:cubicBezTo>
                  <a:lnTo>
                    <a:pt x="0" y="1754"/>
                  </a:lnTo>
                  <a:cubicBezTo>
                    <a:pt x="0" y="1754"/>
                    <a:pt x="5" y="0"/>
                    <a:pt x="0" y="0"/>
                  </a:cubicBezTo>
                  <a:lnTo>
                    <a:pt x="46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75" name="Freeform 6">
              <a:extLst>
                <a:ext uri="{FF2B5EF4-FFF2-40B4-BE49-F238E27FC236}">
                  <a16:creationId xmlns:a16="http://schemas.microsoft.com/office/drawing/2014/main" id="{C991DB39-B97A-423D-B9FD-A763210269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4450" y="3275013"/>
              <a:ext cx="168275" cy="631825"/>
            </a:xfrm>
            <a:custGeom>
              <a:avLst/>
              <a:gdLst>
                <a:gd name="T0" fmla="*/ 233 w 466"/>
                <a:gd name="T1" fmla="*/ 1754 h 1755"/>
                <a:gd name="T2" fmla="*/ 0 w 466"/>
                <a:gd name="T3" fmla="*/ 1754 h 1755"/>
                <a:gd name="T4" fmla="*/ 0 w 466"/>
                <a:gd name="T5" fmla="*/ 0 h 1755"/>
                <a:gd name="T6" fmla="*/ 465 w 466"/>
                <a:gd name="T7" fmla="*/ 0 h 1755"/>
                <a:gd name="T8" fmla="*/ 465 w 466"/>
                <a:gd name="T9" fmla="*/ 1754 h 1755"/>
                <a:gd name="T10" fmla="*/ 233 w 466"/>
                <a:gd name="T11" fmla="*/ 1754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6" h="1755">
                  <a:moveTo>
                    <a:pt x="233" y="1754"/>
                  </a:moveTo>
                  <a:lnTo>
                    <a:pt x="0" y="1754"/>
                  </a:lnTo>
                  <a:lnTo>
                    <a:pt x="0" y="0"/>
                  </a:lnTo>
                  <a:lnTo>
                    <a:pt x="465" y="0"/>
                  </a:lnTo>
                  <a:lnTo>
                    <a:pt x="465" y="1754"/>
                  </a:lnTo>
                  <a:lnTo>
                    <a:pt x="233" y="175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76" name="Freeform 7">
              <a:extLst>
                <a:ext uri="{FF2B5EF4-FFF2-40B4-BE49-F238E27FC236}">
                  <a16:creationId xmlns:a16="http://schemas.microsoft.com/office/drawing/2014/main" id="{A247C46E-4FB3-4CEF-BB41-D0E7C0A738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3213" y="3262313"/>
              <a:ext cx="715962" cy="663575"/>
            </a:xfrm>
            <a:custGeom>
              <a:avLst/>
              <a:gdLst>
                <a:gd name="T0" fmla="*/ 62 w 1988"/>
                <a:gd name="T1" fmla="*/ 1307 h 1842"/>
                <a:gd name="T2" fmla="*/ 0 w 1988"/>
                <a:gd name="T3" fmla="*/ 933 h 1842"/>
                <a:gd name="T4" fmla="*/ 120 w 1988"/>
                <a:gd name="T5" fmla="*/ 423 h 1842"/>
                <a:gd name="T6" fmla="*/ 518 w 1988"/>
                <a:gd name="T7" fmla="*/ 91 h 1842"/>
                <a:gd name="T8" fmla="*/ 1033 w 1988"/>
                <a:gd name="T9" fmla="*/ 0 h 1842"/>
                <a:gd name="T10" fmla="*/ 1618 w 1988"/>
                <a:gd name="T11" fmla="*/ 125 h 1842"/>
                <a:gd name="T12" fmla="*/ 1950 w 1988"/>
                <a:gd name="T13" fmla="*/ 531 h 1842"/>
                <a:gd name="T14" fmla="*/ 1966 w 1988"/>
                <a:gd name="T15" fmla="*/ 643 h 1842"/>
                <a:gd name="T16" fmla="*/ 1481 w 1988"/>
                <a:gd name="T17" fmla="*/ 643 h 1842"/>
                <a:gd name="T18" fmla="*/ 1456 w 1988"/>
                <a:gd name="T19" fmla="*/ 506 h 1842"/>
                <a:gd name="T20" fmla="*/ 1240 w 1988"/>
                <a:gd name="T21" fmla="*/ 303 h 1842"/>
                <a:gd name="T22" fmla="*/ 1037 w 1988"/>
                <a:gd name="T23" fmla="*/ 274 h 1842"/>
                <a:gd name="T24" fmla="*/ 809 w 1988"/>
                <a:gd name="T25" fmla="*/ 315 h 1842"/>
                <a:gd name="T26" fmla="*/ 556 w 1988"/>
                <a:gd name="T27" fmla="*/ 573 h 1842"/>
                <a:gd name="T28" fmla="*/ 494 w 1988"/>
                <a:gd name="T29" fmla="*/ 942 h 1842"/>
                <a:gd name="T30" fmla="*/ 539 w 1988"/>
                <a:gd name="T31" fmla="*/ 1249 h 1842"/>
                <a:gd name="T32" fmla="*/ 792 w 1988"/>
                <a:gd name="T33" fmla="*/ 1527 h 1842"/>
                <a:gd name="T34" fmla="*/ 1041 w 1988"/>
                <a:gd name="T35" fmla="*/ 1572 h 1842"/>
                <a:gd name="T36" fmla="*/ 1257 w 1988"/>
                <a:gd name="T37" fmla="*/ 1539 h 1842"/>
                <a:gd name="T38" fmla="*/ 1460 w 1988"/>
                <a:gd name="T39" fmla="*/ 1356 h 1842"/>
                <a:gd name="T40" fmla="*/ 1497 w 1988"/>
                <a:gd name="T41" fmla="*/ 1170 h 1842"/>
                <a:gd name="T42" fmla="*/ 1987 w 1988"/>
                <a:gd name="T43" fmla="*/ 1170 h 1842"/>
                <a:gd name="T44" fmla="*/ 1962 w 1988"/>
                <a:gd name="T45" fmla="*/ 1336 h 1842"/>
                <a:gd name="T46" fmla="*/ 1638 w 1988"/>
                <a:gd name="T47" fmla="*/ 1721 h 1842"/>
                <a:gd name="T48" fmla="*/ 1041 w 1988"/>
                <a:gd name="T49" fmla="*/ 1841 h 1842"/>
                <a:gd name="T50" fmla="*/ 568 w 1988"/>
                <a:gd name="T51" fmla="*/ 1771 h 1842"/>
                <a:gd name="T52" fmla="*/ 62 w 1988"/>
                <a:gd name="T53" fmla="*/ 1307 h 1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988" h="1842">
                  <a:moveTo>
                    <a:pt x="62" y="1307"/>
                  </a:moveTo>
                  <a:cubicBezTo>
                    <a:pt x="21" y="1191"/>
                    <a:pt x="0" y="1066"/>
                    <a:pt x="0" y="933"/>
                  </a:cubicBezTo>
                  <a:cubicBezTo>
                    <a:pt x="0" y="751"/>
                    <a:pt x="33" y="573"/>
                    <a:pt x="120" y="423"/>
                  </a:cubicBezTo>
                  <a:cubicBezTo>
                    <a:pt x="211" y="270"/>
                    <a:pt x="348" y="154"/>
                    <a:pt x="518" y="91"/>
                  </a:cubicBezTo>
                  <a:cubicBezTo>
                    <a:pt x="680" y="33"/>
                    <a:pt x="850" y="0"/>
                    <a:pt x="1033" y="0"/>
                  </a:cubicBezTo>
                  <a:cubicBezTo>
                    <a:pt x="1240" y="0"/>
                    <a:pt x="1439" y="46"/>
                    <a:pt x="1618" y="125"/>
                  </a:cubicBezTo>
                  <a:cubicBezTo>
                    <a:pt x="1784" y="195"/>
                    <a:pt x="1912" y="349"/>
                    <a:pt x="1950" y="531"/>
                  </a:cubicBezTo>
                  <a:cubicBezTo>
                    <a:pt x="1958" y="568"/>
                    <a:pt x="1962" y="606"/>
                    <a:pt x="1966" y="643"/>
                  </a:cubicBezTo>
                  <a:lnTo>
                    <a:pt x="1481" y="643"/>
                  </a:lnTo>
                  <a:cubicBezTo>
                    <a:pt x="1481" y="597"/>
                    <a:pt x="1472" y="552"/>
                    <a:pt x="1456" y="506"/>
                  </a:cubicBezTo>
                  <a:cubicBezTo>
                    <a:pt x="1419" y="411"/>
                    <a:pt x="1340" y="332"/>
                    <a:pt x="1240" y="303"/>
                  </a:cubicBezTo>
                  <a:cubicBezTo>
                    <a:pt x="1174" y="282"/>
                    <a:pt x="1107" y="274"/>
                    <a:pt x="1037" y="274"/>
                  </a:cubicBezTo>
                  <a:cubicBezTo>
                    <a:pt x="958" y="274"/>
                    <a:pt x="879" y="286"/>
                    <a:pt x="809" y="315"/>
                  </a:cubicBezTo>
                  <a:cubicBezTo>
                    <a:pt x="688" y="357"/>
                    <a:pt x="597" y="452"/>
                    <a:pt x="556" y="573"/>
                  </a:cubicBezTo>
                  <a:cubicBezTo>
                    <a:pt x="514" y="689"/>
                    <a:pt x="494" y="813"/>
                    <a:pt x="494" y="942"/>
                  </a:cubicBezTo>
                  <a:cubicBezTo>
                    <a:pt x="494" y="1050"/>
                    <a:pt x="510" y="1153"/>
                    <a:pt x="539" y="1249"/>
                  </a:cubicBezTo>
                  <a:cubicBezTo>
                    <a:pt x="572" y="1377"/>
                    <a:pt x="672" y="1481"/>
                    <a:pt x="792" y="1527"/>
                  </a:cubicBezTo>
                  <a:cubicBezTo>
                    <a:pt x="871" y="1556"/>
                    <a:pt x="954" y="1572"/>
                    <a:pt x="1041" y="1572"/>
                  </a:cubicBezTo>
                  <a:cubicBezTo>
                    <a:pt x="1116" y="1572"/>
                    <a:pt x="1186" y="1560"/>
                    <a:pt x="1257" y="1539"/>
                  </a:cubicBezTo>
                  <a:cubicBezTo>
                    <a:pt x="1348" y="1510"/>
                    <a:pt x="1423" y="1444"/>
                    <a:pt x="1460" y="1356"/>
                  </a:cubicBezTo>
                  <a:cubicBezTo>
                    <a:pt x="1485" y="1298"/>
                    <a:pt x="1497" y="1236"/>
                    <a:pt x="1497" y="1170"/>
                  </a:cubicBezTo>
                  <a:lnTo>
                    <a:pt x="1987" y="1170"/>
                  </a:lnTo>
                  <a:cubicBezTo>
                    <a:pt x="1983" y="1228"/>
                    <a:pt x="1974" y="1282"/>
                    <a:pt x="1962" y="1336"/>
                  </a:cubicBezTo>
                  <a:cubicBezTo>
                    <a:pt x="1920" y="1510"/>
                    <a:pt x="1800" y="1655"/>
                    <a:pt x="1638" y="1721"/>
                  </a:cubicBezTo>
                  <a:cubicBezTo>
                    <a:pt x="1456" y="1800"/>
                    <a:pt x="1253" y="1841"/>
                    <a:pt x="1041" y="1841"/>
                  </a:cubicBezTo>
                  <a:cubicBezTo>
                    <a:pt x="875" y="1841"/>
                    <a:pt x="718" y="1817"/>
                    <a:pt x="568" y="1771"/>
                  </a:cubicBezTo>
                  <a:cubicBezTo>
                    <a:pt x="336" y="1692"/>
                    <a:pt x="137" y="1527"/>
                    <a:pt x="62" y="1307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77" name="Freeform 8">
              <a:extLst>
                <a:ext uri="{FF2B5EF4-FFF2-40B4-BE49-F238E27FC236}">
                  <a16:creationId xmlns:a16="http://schemas.microsoft.com/office/drawing/2014/main" id="{67AB8C65-6208-49E4-BBF7-0DEA53214C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1138" y="4083050"/>
              <a:ext cx="153987" cy="398463"/>
            </a:xfrm>
            <a:custGeom>
              <a:avLst/>
              <a:gdLst>
                <a:gd name="T0" fmla="*/ 415 w 428"/>
                <a:gd name="T1" fmla="*/ 0 h 1109"/>
                <a:gd name="T2" fmla="*/ 0 w 428"/>
                <a:gd name="T3" fmla="*/ 38 h 1109"/>
                <a:gd name="T4" fmla="*/ 0 w 428"/>
                <a:gd name="T5" fmla="*/ 100 h 1109"/>
                <a:gd name="T6" fmla="*/ 12 w 428"/>
                <a:gd name="T7" fmla="*/ 100 h 1109"/>
                <a:gd name="T8" fmla="*/ 178 w 428"/>
                <a:gd name="T9" fmla="*/ 241 h 1109"/>
                <a:gd name="T10" fmla="*/ 178 w 428"/>
                <a:gd name="T11" fmla="*/ 1108 h 1109"/>
                <a:gd name="T12" fmla="*/ 427 w 428"/>
                <a:gd name="T13" fmla="*/ 1108 h 1109"/>
                <a:gd name="T14" fmla="*/ 427 w 428"/>
                <a:gd name="T15" fmla="*/ 0 h 1109"/>
                <a:gd name="T16" fmla="*/ 415 w 428"/>
                <a:gd name="T17" fmla="*/ 0 h 1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8" h="1109">
                  <a:moveTo>
                    <a:pt x="415" y="0"/>
                  </a:moveTo>
                  <a:lnTo>
                    <a:pt x="0" y="38"/>
                  </a:lnTo>
                  <a:lnTo>
                    <a:pt x="0" y="100"/>
                  </a:lnTo>
                  <a:lnTo>
                    <a:pt x="12" y="100"/>
                  </a:lnTo>
                  <a:cubicBezTo>
                    <a:pt x="178" y="121"/>
                    <a:pt x="178" y="121"/>
                    <a:pt x="178" y="241"/>
                  </a:cubicBezTo>
                  <a:lnTo>
                    <a:pt x="178" y="1108"/>
                  </a:lnTo>
                  <a:lnTo>
                    <a:pt x="427" y="1108"/>
                  </a:lnTo>
                  <a:lnTo>
                    <a:pt x="427" y="0"/>
                  </a:lnTo>
                  <a:lnTo>
                    <a:pt x="41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78" name="Freeform 9">
              <a:extLst>
                <a:ext uri="{FF2B5EF4-FFF2-40B4-BE49-F238E27FC236}">
                  <a16:creationId xmlns:a16="http://schemas.microsoft.com/office/drawing/2014/main" id="{FE438021-C9BF-4B0A-8C78-857F810FAB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6088" y="4198938"/>
              <a:ext cx="315912" cy="282575"/>
            </a:xfrm>
            <a:custGeom>
              <a:avLst/>
              <a:gdLst>
                <a:gd name="T0" fmla="*/ 643 w 876"/>
                <a:gd name="T1" fmla="*/ 4 h 785"/>
                <a:gd name="T2" fmla="*/ 353 w 876"/>
                <a:gd name="T3" fmla="*/ 170 h 785"/>
                <a:gd name="T4" fmla="*/ 353 w 876"/>
                <a:gd name="T5" fmla="*/ 0 h 785"/>
                <a:gd name="T6" fmla="*/ 336 w 876"/>
                <a:gd name="T7" fmla="*/ 4 h 785"/>
                <a:gd name="T8" fmla="*/ 0 w 876"/>
                <a:gd name="T9" fmla="*/ 58 h 785"/>
                <a:gd name="T10" fmla="*/ 0 w 876"/>
                <a:gd name="T11" fmla="*/ 116 h 785"/>
                <a:gd name="T12" fmla="*/ 17 w 876"/>
                <a:gd name="T13" fmla="*/ 116 h 785"/>
                <a:gd name="T14" fmla="*/ 145 w 876"/>
                <a:gd name="T15" fmla="*/ 240 h 785"/>
                <a:gd name="T16" fmla="*/ 145 w 876"/>
                <a:gd name="T17" fmla="*/ 784 h 785"/>
                <a:gd name="T18" fmla="*/ 353 w 876"/>
                <a:gd name="T19" fmla="*/ 784 h 785"/>
                <a:gd name="T20" fmla="*/ 353 w 876"/>
                <a:gd name="T21" fmla="*/ 386 h 785"/>
                <a:gd name="T22" fmla="*/ 560 w 876"/>
                <a:gd name="T23" fmla="*/ 141 h 785"/>
                <a:gd name="T24" fmla="*/ 664 w 876"/>
                <a:gd name="T25" fmla="*/ 361 h 785"/>
                <a:gd name="T26" fmla="*/ 664 w 876"/>
                <a:gd name="T27" fmla="*/ 784 h 785"/>
                <a:gd name="T28" fmla="*/ 871 w 876"/>
                <a:gd name="T29" fmla="*/ 784 h 785"/>
                <a:gd name="T30" fmla="*/ 871 w 876"/>
                <a:gd name="T31" fmla="*/ 240 h 785"/>
                <a:gd name="T32" fmla="*/ 643 w 876"/>
                <a:gd name="T33" fmla="*/ 4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6" h="785">
                  <a:moveTo>
                    <a:pt x="643" y="4"/>
                  </a:moveTo>
                  <a:cubicBezTo>
                    <a:pt x="490" y="4"/>
                    <a:pt x="398" y="108"/>
                    <a:pt x="353" y="170"/>
                  </a:cubicBezTo>
                  <a:cubicBezTo>
                    <a:pt x="353" y="112"/>
                    <a:pt x="353" y="0"/>
                    <a:pt x="353" y="0"/>
                  </a:cubicBezTo>
                  <a:lnTo>
                    <a:pt x="336" y="4"/>
                  </a:lnTo>
                  <a:lnTo>
                    <a:pt x="0" y="58"/>
                  </a:lnTo>
                  <a:lnTo>
                    <a:pt x="0" y="116"/>
                  </a:lnTo>
                  <a:lnTo>
                    <a:pt x="17" y="116"/>
                  </a:lnTo>
                  <a:cubicBezTo>
                    <a:pt x="124" y="120"/>
                    <a:pt x="145" y="141"/>
                    <a:pt x="145" y="240"/>
                  </a:cubicBezTo>
                  <a:lnTo>
                    <a:pt x="145" y="784"/>
                  </a:lnTo>
                  <a:lnTo>
                    <a:pt x="353" y="784"/>
                  </a:lnTo>
                  <a:lnTo>
                    <a:pt x="353" y="386"/>
                  </a:lnTo>
                  <a:cubicBezTo>
                    <a:pt x="353" y="278"/>
                    <a:pt x="452" y="141"/>
                    <a:pt x="560" y="141"/>
                  </a:cubicBezTo>
                  <a:cubicBezTo>
                    <a:pt x="660" y="141"/>
                    <a:pt x="664" y="224"/>
                    <a:pt x="664" y="361"/>
                  </a:cubicBezTo>
                  <a:lnTo>
                    <a:pt x="664" y="784"/>
                  </a:lnTo>
                  <a:lnTo>
                    <a:pt x="871" y="784"/>
                  </a:lnTo>
                  <a:lnTo>
                    <a:pt x="871" y="240"/>
                  </a:lnTo>
                  <a:cubicBezTo>
                    <a:pt x="875" y="87"/>
                    <a:pt x="792" y="4"/>
                    <a:pt x="643" y="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80" name="Freeform 10">
              <a:extLst>
                <a:ext uri="{FF2B5EF4-FFF2-40B4-BE49-F238E27FC236}">
                  <a16:creationId xmlns:a16="http://schemas.microsoft.com/office/drawing/2014/main" id="{849292BF-951E-4A5B-9806-8EA5E70F40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6138" y="4200525"/>
              <a:ext cx="212725" cy="288925"/>
            </a:xfrm>
            <a:custGeom>
              <a:avLst/>
              <a:gdLst>
                <a:gd name="T0" fmla="*/ 348 w 590"/>
                <a:gd name="T1" fmla="*/ 303 h 802"/>
                <a:gd name="T2" fmla="*/ 195 w 590"/>
                <a:gd name="T3" fmla="*/ 170 h 802"/>
                <a:gd name="T4" fmla="*/ 307 w 590"/>
                <a:gd name="T5" fmla="*/ 100 h 802"/>
                <a:gd name="T6" fmla="*/ 502 w 590"/>
                <a:gd name="T7" fmla="*/ 166 h 802"/>
                <a:gd name="T8" fmla="*/ 535 w 590"/>
                <a:gd name="T9" fmla="*/ 187 h 802"/>
                <a:gd name="T10" fmla="*/ 535 w 590"/>
                <a:gd name="T11" fmla="*/ 162 h 802"/>
                <a:gd name="T12" fmla="*/ 535 w 590"/>
                <a:gd name="T13" fmla="*/ 33 h 802"/>
                <a:gd name="T14" fmla="*/ 506 w 590"/>
                <a:gd name="T15" fmla="*/ 25 h 802"/>
                <a:gd name="T16" fmla="*/ 315 w 590"/>
                <a:gd name="T17" fmla="*/ 0 h 802"/>
                <a:gd name="T18" fmla="*/ 0 w 590"/>
                <a:gd name="T19" fmla="*/ 224 h 802"/>
                <a:gd name="T20" fmla="*/ 228 w 590"/>
                <a:gd name="T21" fmla="*/ 465 h 802"/>
                <a:gd name="T22" fmla="*/ 390 w 590"/>
                <a:gd name="T23" fmla="*/ 606 h 802"/>
                <a:gd name="T24" fmla="*/ 249 w 590"/>
                <a:gd name="T25" fmla="*/ 697 h 802"/>
                <a:gd name="T26" fmla="*/ 20 w 590"/>
                <a:gd name="T27" fmla="*/ 618 h 802"/>
                <a:gd name="T28" fmla="*/ 0 w 590"/>
                <a:gd name="T29" fmla="*/ 606 h 802"/>
                <a:gd name="T30" fmla="*/ 0 w 590"/>
                <a:gd name="T31" fmla="*/ 767 h 802"/>
                <a:gd name="T32" fmla="*/ 16 w 590"/>
                <a:gd name="T33" fmla="*/ 771 h 802"/>
                <a:gd name="T34" fmla="*/ 244 w 590"/>
                <a:gd name="T35" fmla="*/ 801 h 802"/>
                <a:gd name="T36" fmla="*/ 580 w 590"/>
                <a:gd name="T37" fmla="*/ 568 h 802"/>
                <a:gd name="T38" fmla="*/ 348 w 590"/>
                <a:gd name="T39" fmla="*/ 303 h 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90" h="802">
                  <a:moveTo>
                    <a:pt x="348" y="303"/>
                  </a:moveTo>
                  <a:cubicBezTo>
                    <a:pt x="265" y="261"/>
                    <a:pt x="195" y="228"/>
                    <a:pt x="195" y="170"/>
                  </a:cubicBezTo>
                  <a:cubicBezTo>
                    <a:pt x="195" y="104"/>
                    <a:pt x="274" y="100"/>
                    <a:pt x="307" y="100"/>
                  </a:cubicBezTo>
                  <a:cubicBezTo>
                    <a:pt x="394" y="100"/>
                    <a:pt x="468" y="145"/>
                    <a:pt x="502" y="166"/>
                  </a:cubicBezTo>
                  <a:lnTo>
                    <a:pt x="535" y="187"/>
                  </a:lnTo>
                  <a:lnTo>
                    <a:pt x="535" y="162"/>
                  </a:lnTo>
                  <a:lnTo>
                    <a:pt x="535" y="33"/>
                  </a:lnTo>
                  <a:lnTo>
                    <a:pt x="506" y="25"/>
                  </a:lnTo>
                  <a:cubicBezTo>
                    <a:pt x="468" y="17"/>
                    <a:pt x="398" y="0"/>
                    <a:pt x="315" y="0"/>
                  </a:cubicBezTo>
                  <a:cubicBezTo>
                    <a:pt x="120" y="0"/>
                    <a:pt x="0" y="83"/>
                    <a:pt x="0" y="224"/>
                  </a:cubicBezTo>
                  <a:cubicBezTo>
                    <a:pt x="0" y="353"/>
                    <a:pt x="124" y="411"/>
                    <a:pt x="228" y="465"/>
                  </a:cubicBezTo>
                  <a:cubicBezTo>
                    <a:pt x="311" y="506"/>
                    <a:pt x="390" y="543"/>
                    <a:pt x="390" y="606"/>
                  </a:cubicBezTo>
                  <a:cubicBezTo>
                    <a:pt x="390" y="664"/>
                    <a:pt x="340" y="697"/>
                    <a:pt x="249" y="697"/>
                  </a:cubicBezTo>
                  <a:cubicBezTo>
                    <a:pt x="149" y="697"/>
                    <a:pt x="70" y="647"/>
                    <a:pt x="20" y="618"/>
                  </a:cubicBezTo>
                  <a:lnTo>
                    <a:pt x="0" y="606"/>
                  </a:lnTo>
                  <a:lnTo>
                    <a:pt x="0" y="767"/>
                  </a:lnTo>
                  <a:lnTo>
                    <a:pt x="16" y="771"/>
                  </a:lnTo>
                  <a:cubicBezTo>
                    <a:pt x="58" y="780"/>
                    <a:pt x="137" y="801"/>
                    <a:pt x="244" y="801"/>
                  </a:cubicBezTo>
                  <a:cubicBezTo>
                    <a:pt x="456" y="801"/>
                    <a:pt x="580" y="713"/>
                    <a:pt x="580" y="568"/>
                  </a:cubicBezTo>
                  <a:cubicBezTo>
                    <a:pt x="589" y="419"/>
                    <a:pt x="460" y="357"/>
                    <a:pt x="348" y="303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81" name="Freeform 11">
              <a:extLst>
                <a:ext uri="{FF2B5EF4-FFF2-40B4-BE49-F238E27FC236}">
                  <a16:creationId xmlns:a16="http://schemas.microsoft.com/office/drawing/2014/main" id="{EBEE6AD6-AFD9-4ED1-B568-6795CABBDE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5375" y="4198938"/>
              <a:ext cx="325438" cy="396875"/>
            </a:xfrm>
            <a:custGeom>
              <a:avLst/>
              <a:gdLst>
                <a:gd name="T0" fmla="*/ 577 w 906"/>
                <a:gd name="T1" fmla="*/ 4 h 1104"/>
                <a:gd name="T2" fmla="*/ 357 w 906"/>
                <a:gd name="T3" fmla="*/ 112 h 1104"/>
                <a:gd name="T4" fmla="*/ 357 w 906"/>
                <a:gd name="T5" fmla="*/ 0 h 1104"/>
                <a:gd name="T6" fmla="*/ 336 w 906"/>
                <a:gd name="T7" fmla="*/ 4 h 1104"/>
                <a:gd name="T8" fmla="*/ 0 w 906"/>
                <a:gd name="T9" fmla="*/ 58 h 1104"/>
                <a:gd name="T10" fmla="*/ 0 w 906"/>
                <a:gd name="T11" fmla="*/ 116 h 1104"/>
                <a:gd name="T12" fmla="*/ 13 w 906"/>
                <a:gd name="T13" fmla="*/ 116 h 1104"/>
                <a:gd name="T14" fmla="*/ 137 w 906"/>
                <a:gd name="T15" fmla="*/ 240 h 1104"/>
                <a:gd name="T16" fmla="*/ 137 w 906"/>
                <a:gd name="T17" fmla="*/ 1103 h 1104"/>
                <a:gd name="T18" fmla="*/ 345 w 906"/>
                <a:gd name="T19" fmla="*/ 1103 h 1104"/>
                <a:gd name="T20" fmla="*/ 345 w 906"/>
                <a:gd name="T21" fmla="*/ 709 h 1104"/>
                <a:gd name="T22" fmla="*/ 560 w 906"/>
                <a:gd name="T23" fmla="*/ 800 h 1104"/>
                <a:gd name="T24" fmla="*/ 896 w 906"/>
                <a:gd name="T25" fmla="*/ 390 h 1104"/>
                <a:gd name="T26" fmla="*/ 577 w 906"/>
                <a:gd name="T27" fmla="*/ 4 h 1104"/>
                <a:gd name="T28" fmla="*/ 515 w 906"/>
                <a:gd name="T29" fmla="*/ 120 h 1104"/>
                <a:gd name="T30" fmla="*/ 672 w 906"/>
                <a:gd name="T31" fmla="*/ 394 h 1104"/>
                <a:gd name="T32" fmla="*/ 515 w 906"/>
                <a:gd name="T33" fmla="*/ 688 h 1104"/>
                <a:gd name="T34" fmla="*/ 349 w 906"/>
                <a:gd name="T35" fmla="*/ 456 h 1104"/>
                <a:gd name="T36" fmla="*/ 349 w 906"/>
                <a:gd name="T37" fmla="*/ 390 h 1104"/>
                <a:gd name="T38" fmla="*/ 515 w 906"/>
                <a:gd name="T39" fmla="*/ 120 h 1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06" h="1104">
                  <a:moveTo>
                    <a:pt x="577" y="4"/>
                  </a:moveTo>
                  <a:cubicBezTo>
                    <a:pt x="498" y="4"/>
                    <a:pt x="424" y="41"/>
                    <a:pt x="357" y="112"/>
                  </a:cubicBezTo>
                  <a:cubicBezTo>
                    <a:pt x="357" y="75"/>
                    <a:pt x="357" y="0"/>
                    <a:pt x="357" y="0"/>
                  </a:cubicBezTo>
                  <a:lnTo>
                    <a:pt x="336" y="4"/>
                  </a:lnTo>
                  <a:lnTo>
                    <a:pt x="0" y="58"/>
                  </a:lnTo>
                  <a:lnTo>
                    <a:pt x="0" y="116"/>
                  </a:lnTo>
                  <a:lnTo>
                    <a:pt x="13" y="116"/>
                  </a:lnTo>
                  <a:cubicBezTo>
                    <a:pt x="117" y="120"/>
                    <a:pt x="137" y="141"/>
                    <a:pt x="137" y="240"/>
                  </a:cubicBezTo>
                  <a:lnTo>
                    <a:pt x="137" y="1103"/>
                  </a:lnTo>
                  <a:lnTo>
                    <a:pt x="345" y="1103"/>
                  </a:lnTo>
                  <a:cubicBezTo>
                    <a:pt x="345" y="1103"/>
                    <a:pt x="345" y="775"/>
                    <a:pt x="345" y="709"/>
                  </a:cubicBezTo>
                  <a:cubicBezTo>
                    <a:pt x="382" y="755"/>
                    <a:pt x="444" y="800"/>
                    <a:pt x="560" y="800"/>
                  </a:cubicBezTo>
                  <a:cubicBezTo>
                    <a:pt x="780" y="800"/>
                    <a:pt x="896" y="659"/>
                    <a:pt x="896" y="390"/>
                  </a:cubicBezTo>
                  <a:cubicBezTo>
                    <a:pt x="905" y="145"/>
                    <a:pt x="784" y="4"/>
                    <a:pt x="577" y="4"/>
                  </a:cubicBezTo>
                  <a:close/>
                  <a:moveTo>
                    <a:pt x="515" y="120"/>
                  </a:moveTo>
                  <a:cubicBezTo>
                    <a:pt x="656" y="120"/>
                    <a:pt x="672" y="274"/>
                    <a:pt x="672" y="394"/>
                  </a:cubicBezTo>
                  <a:cubicBezTo>
                    <a:pt x="672" y="593"/>
                    <a:pt x="623" y="688"/>
                    <a:pt x="515" y="688"/>
                  </a:cubicBezTo>
                  <a:cubicBezTo>
                    <a:pt x="378" y="688"/>
                    <a:pt x="349" y="560"/>
                    <a:pt x="349" y="456"/>
                  </a:cubicBezTo>
                  <a:lnTo>
                    <a:pt x="349" y="390"/>
                  </a:lnTo>
                  <a:cubicBezTo>
                    <a:pt x="353" y="307"/>
                    <a:pt x="370" y="120"/>
                    <a:pt x="515" y="120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82" name="Freeform 12">
              <a:extLst>
                <a:ext uri="{FF2B5EF4-FFF2-40B4-BE49-F238E27FC236}">
                  <a16:creationId xmlns:a16="http://schemas.microsoft.com/office/drawing/2014/main" id="{B20C81A5-EB9D-4064-83CE-2A3793E9C5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3200" y="4198938"/>
              <a:ext cx="123825" cy="282575"/>
            </a:xfrm>
            <a:custGeom>
              <a:avLst/>
              <a:gdLst>
                <a:gd name="T0" fmla="*/ 0 w 345"/>
                <a:gd name="T1" fmla="*/ 58 h 785"/>
                <a:gd name="T2" fmla="*/ 0 w 345"/>
                <a:gd name="T3" fmla="*/ 116 h 785"/>
                <a:gd name="T4" fmla="*/ 12 w 345"/>
                <a:gd name="T5" fmla="*/ 116 h 785"/>
                <a:gd name="T6" fmla="*/ 137 w 345"/>
                <a:gd name="T7" fmla="*/ 240 h 785"/>
                <a:gd name="T8" fmla="*/ 137 w 345"/>
                <a:gd name="T9" fmla="*/ 784 h 785"/>
                <a:gd name="T10" fmla="*/ 344 w 345"/>
                <a:gd name="T11" fmla="*/ 784 h 785"/>
                <a:gd name="T12" fmla="*/ 344 w 345"/>
                <a:gd name="T13" fmla="*/ 0 h 785"/>
                <a:gd name="T14" fmla="*/ 328 w 345"/>
                <a:gd name="T15" fmla="*/ 4 h 785"/>
                <a:gd name="T16" fmla="*/ 0 w 345"/>
                <a:gd name="T17" fmla="*/ 58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5" h="785">
                  <a:moveTo>
                    <a:pt x="0" y="58"/>
                  </a:moveTo>
                  <a:lnTo>
                    <a:pt x="0" y="116"/>
                  </a:lnTo>
                  <a:lnTo>
                    <a:pt x="12" y="116"/>
                  </a:lnTo>
                  <a:cubicBezTo>
                    <a:pt x="116" y="120"/>
                    <a:pt x="137" y="141"/>
                    <a:pt x="137" y="240"/>
                  </a:cubicBezTo>
                  <a:lnTo>
                    <a:pt x="137" y="784"/>
                  </a:lnTo>
                  <a:lnTo>
                    <a:pt x="344" y="784"/>
                  </a:lnTo>
                  <a:lnTo>
                    <a:pt x="344" y="0"/>
                  </a:lnTo>
                  <a:lnTo>
                    <a:pt x="328" y="4"/>
                  </a:lnTo>
                  <a:lnTo>
                    <a:pt x="0" y="5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83" name="Freeform 13">
              <a:extLst>
                <a:ext uri="{FF2B5EF4-FFF2-40B4-BE49-F238E27FC236}">
                  <a16:creationId xmlns:a16="http://schemas.microsoft.com/office/drawing/2014/main" id="{5ACAC193-4B39-411E-A98B-65D4586316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6063" y="4084638"/>
              <a:ext cx="93662" cy="82550"/>
            </a:xfrm>
            <a:custGeom>
              <a:avLst/>
              <a:gdLst>
                <a:gd name="T0" fmla="*/ 129 w 262"/>
                <a:gd name="T1" fmla="*/ 228 h 229"/>
                <a:gd name="T2" fmla="*/ 261 w 262"/>
                <a:gd name="T3" fmla="*/ 112 h 229"/>
                <a:gd name="T4" fmla="*/ 133 w 262"/>
                <a:gd name="T5" fmla="*/ 0 h 229"/>
                <a:gd name="T6" fmla="*/ 4 w 262"/>
                <a:gd name="T7" fmla="*/ 112 h 229"/>
                <a:gd name="T8" fmla="*/ 129 w 262"/>
                <a:gd name="T9" fmla="*/ 228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2" h="229">
                  <a:moveTo>
                    <a:pt x="129" y="228"/>
                  </a:moveTo>
                  <a:cubicBezTo>
                    <a:pt x="199" y="228"/>
                    <a:pt x="261" y="178"/>
                    <a:pt x="261" y="112"/>
                  </a:cubicBezTo>
                  <a:cubicBezTo>
                    <a:pt x="261" y="49"/>
                    <a:pt x="203" y="0"/>
                    <a:pt x="133" y="0"/>
                  </a:cubicBezTo>
                  <a:cubicBezTo>
                    <a:pt x="62" y="0"/>
                    <a:pt x="4" y="49"/>
                    <a:pt x="4" y="112"/>
                  </a:cubicBezTo>
                  <a:cubicBezTo>
                    <a:pt x="0" y="178"/>
                    <a:pt x="58" y="228"/>
                    <a:pt x="129" y="22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84" name="Freeform 14">
              <a:extLst>
                <a:ext uri="{FF2B5EF4-FFF2-40B4-BE49-F238E27FC236}">
                  <a16:creationId xmlns:a16="http://schemas.microsoft.com/office/drawing/2014/main" id="{F1CF25A4-83BA-48B6-B573-44A5EC8B8A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638" y="4200525"/>
              <a:ext cx="244475" cy="280988"/>
            </a:xfrm>
            <a:custGeom>
              <a:avLst/>
              <a:gdLst>
                <a:gd name="T0" fmla="*/ 676 w 677"/>
                <a:gd name="T1" fmla="*/ 174 h 781"/>
                <a:gd name="T2" fmla="*/ 676 w 677"/>
                <a:gd name="T3" fmla="*/ 12 h 781"/>
                <a:gd name="T4" fmla="*/ 663 w 677"/>
                <a:gd name="T5" fmla="*/ 12 h 781"/>
                <a:gd name="T6" fmla="*/ 564 w 677"/>
                <a:gd name="T7" fmla="*/ 4 h 781"/>
                <a:gd name="T8" fmla="*/ 348 w 677"/>
                <a:gd name="T9" fmla="*/ 158 h 781"/>
                <a:gd name="T10" fmla="*/ 348 w 677"/>
                <a:gd name="T11" fmla="*/ 0 h 781"/>
                <a:gd name="T12" fmla="*/ 331 w 677"/>
                <a:gd name="T13" fmla="*/ 0 h 781"/>
                <a:gd name="T14" fmla="*/ 0 w 677"/>
                <a:gd name="T15" fmla="*/ 54 h 781"/>
                <a:gd name="T16" fmla="*/ 0 w 677"/>
                <a:gd name="T17" fmla="*/ 112 h 781"/>
                <a:gd name="T18" fmla="*/ 12 w 677"/>
                <a:gd name="T19" fmla="*/ 112 h 781"/>
                <a:gd name="T20" fmla="*/ 141 w 677"/>
                <a:gd name="T21" fmla="*/ 236 h 781"/>
                <a:gd name="T22" fmla="*/ 141 w 677"/>
                <a:gd name="T23" fmla="*/ 780 h 781"/>
                <a:gd name="T24" fmla="*/ 348 w 677"/>
                <a:gd name="T25" fmla="*/ 780 h 781"/>
                <a:gd name="T26" fmla="*/ 348 w 677"/>
                <a:gd name="T27" fmla="*/ 390 h 781"/>
                <a:gd name="T28" fmla="*/ 568 w 677"/>
                <a:gd name="T29" fmla="*/ 170 h 781"/>
                <a:gd name="T30" fmla="*/ 643 w 677"/>
                <a:gd name="T31" fmla="*/ 183 h 781"/>
                <a:gd name="T32" fmla="*/ 676 w 677"/>
                <a:gd name="T33" fmla="*/ 191 h 781"/>
                <a:gd name="T34" fmla="*/ 676 w 677"/>
                <a:gd name="T35" fmla="*/ 174 h 7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77" h="781">
                  <a:moveTo>
                    <a:pt x="676" y="174"/>
                  </a:moveTo>
                  <a:lnTo>
                    <a:pt x="676" y="12"/>
                  </a:lnTo>
                  <a:lnTo>
                    <a:pt x="663" y="12"/>
                  </a:lnTo>
                  <a:cubicBezTo>
                    <a:pt x="630" y="8"/>
                    <a:pt x="593" y="4"/>
                    <a:pt x="564" y="4"/>
                  </a:cubicBezTo>
                  <a:cubicBezTo>
                    <a:pt x="443" y="4"/>
                    <a:pt x="381" y="91"/>
                    <a:pt x="348" y="158"/>
                  </a:cubicBezTo>
                  <a:cubicBezTo>
                    <a:pt x="348" y="95"/>
                    <a:pt x="348" y="0"/>
                    <a:pt x="348" y="0"/>
                  </a:cubicBezTo>
                  <a:lnTo>
                    <a:pt x="331" y="0"/>
                  </a:lnTo>
                  <a:lnTo>
                    <a:pt x="0" y="54"/>
                  </a:lnTo>
                  <a:lnTo>
                    <a:pt x="0" y="112"/>
                  </a:lnTo>
                  <a:lnTo>
                    <a:pt x="12" y="112"/>
                  </a:lnTo>
                  <a:cubicBezTo>
                    <a:pt x="116" y="116"/>
                    <a:pt x="141" y="137"/>
                    <a:pt x="141" y="236"/>
                  </a:cubicBezTo>
                  <a:lnTo>
                    <a:pt x="141" y="780"/>
                  </a:lnTo>
                  <a:lnTo>
                    <a:pt x="348" y="780"/>
                  </a:lnTo>
                  <a:lnTo>
                    <a:pt x="348" y="390"/>
                  </a:lnTo>
                  <a:cubicBezTo>
                    <a:pt x="348" y="324"/>
                    <a:pt x="369" y="170"/>
                    <a:pt x="568" y="170"/>
                  </a:cubicBezTo>
                  <a:cubicBezTo>
                    <a:pt x="593" y="170"/>
                    <a:pt x="618" y="178"/>
                    <a:pt x="643" y="183"/>
                  </a:cubicBezTo>
                  <a:lnTo>
                    <a:pt x="676" y="191"/>
                  </a:lnTo>
                  <a:lnTo>
                    <a:pt x="676" y="17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85" name="Freeform 15">
              <a:extLst>
                <a:ext uri="{FF2B5EF4-FFF2-40B4-BE49-F238E27FC236}">
                  <a16:creationId xmlns:a16="http://schemas.microsoft.com/office/drawing/2014/main" id="{78D87D0B-F45C-400C-B730-924F0D44E1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275" y="4200525"/>
              <a:ext cx="266700" cy="287338"/>
            </a:xfrm>
            <a:custGeom>
              <a:avLst/>
              <a:gdLst>
                <a:gd name="T0" fmla="*/ 738 w 743"/>
                <a:gd name="T1" fmla="*/ 315 h 797"/>
                <a:gd name="T2" fmla="*/ 390 w 743"/>
                <a:gd name="T3" fmla="*/ 0 h 797"/>
                <a:gd name="T4" fmla="*/ 0 w 743"/>
                <a:gd name="T5" fmla="*/ 373 h 797"/>
                <a:gd name="T6" fmla="*/ 456 w 743"/>
                <a:gd name="T7" fmla="*/ 796 h 797"/>
                <a:gd name="T8" fmla="*/ 713 w 743"/>
                <a:gd name="T9" fmla="*/ 755 h 797"/>
                <a:gd name="T10" fmla="*/ 726 w 743"/>
                <a:gd name="T11" fmla="*/ 751 h 797"/>
                <a:gd name="T12" fmla="*/ 726 w 743"/>
                <a:gd name="T13" fmla="*/ 651 h 797"/>
                <a:gd name="T14" fmla="*/ 705 w 743"/>
                <a:gd name="T15" fmla="*/ 660 h 797"/>
                <a:gd name="T16" fmla="*/ 543 w 743"/>
                <a:gd name="T17" fmla="*/ 684 h 797"/>
                <a:gd name="T18" fmla="*/ 232 w 743"/>
                <a:gd name="T19" fmla="*/ 332 h 797"/>
                <a:gd name="T20" fmla="*/ 742 w 743"/>
                <a:gd name="T21" fmla="*/ 332 h 797"/>
                <a:gd name="T22" fmla="*/ 742 w 743"/>
                <a:gd name="T23" fmla="*/ 315 h 797"/>
                <a:gd name="T24" fmla="*/ 738 w 743"/>
                <a:gd name="T25" fmla="*/ 315 h 797"/>
                <a:gd name="T26" fmla="*/ 386 w 743"/>
                <a:gd name="T27" fmla="*/ 83 h 797"/>
                <a:gd name="T28" fmla="*/ 531 w 743"/>
                <a:gd name="T29" fmla="*/ 236 h 797"/>
                <a:gd name="T30" fmla="*/ 228 w 743"/>
                <a:gd name="T31" fmla="*/ 236 h 797"/>
                <a:gd name="T32" fmla="*/ 386 w 743"/>
                <a:gd name="T33" fmla="*/ 83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43" h="797">
                  <a:moveTo>
                    <a:pt x="738" y="315"/>
                  </a:moveTo>
                  <a:cubicBezTo>
                    <a:pt x="738" y="104"/>
                    <a:pt x="622" y="0"/>
                    <a:pt x="390" y="0"/>
                  </a:cubicBezTo>
                  <a:cubicBezTo>
                    <a:pt x="128" y="0"/>
                    <a:pt x="0" y="124"/>
                    <a:pt x="0" y="373"/>
                  </a:cubicBezTo>
                  <a:cubicBezTo>
                    <a:pt x="0" y="639"/>
                    <a:pt x="170" y="796"/>
                    <a:pt x="456" y="796"/>
                  </a:cubicBezTo>
                  <a:cubicBezTo>
                    <a:pt x="581" y="796"/>
                    <a:pt x="676" y="763"/>
                    <a:pt x="713" y="755"/>
                  </a:cubicBezTo>
                  <a:lnTo>
                    <a:pt x="726" y="751"/>
                  </a:lnTo>
                  <a:lnTo>
                    <a:pt x="726" y="651"/>
                  </a:lnTo>
                  <a:lnTo>
                    <a:pt x="705" y="660"/>
                  </a:lnTo>
                  <a:cubicBezTo>
                    <a:pt x="672" y="672"/>
                    <a:pt x="610" y="684"/>
                    <a:pt x="543" y="684"/>
                  </a:cubicBezTo>
                  <a:cubicBezTo>
                    <a:pt x="319" y="684"/>
                    <a:pt x="236" y="498"/>
                    <a:pt x="232" y="332"/>
                  </a:cubicBezTo>
                  <a:cubicBezTo>
                    <a:pt x="261" y="332"/>
                    <a:pt x="742" y="332"/>
                    <a:pt x="742" y="332"/>
                  </a:cubicBezTo>
                  <a:lnTo>
                    <a:pt x="742" y="315"/>
                  </a:lnTo>
                  <a:lnTo>
                    <a:pt x="738" y="315"/>
                  </a:lnTo>
                  <a:close/>
                  <a:moveTo>
                    <a:pt x="386" y="83"/>
                  </a:moveTo>
                  <a:cubicBezTo>
                    <a:pt x="498" y="83"/>
                    <a:pt x="527" y="166"/>
                    <a:pt x="531" y="236"/>
                  </a:cubicBezTo>
                  <a:cubicBezTo>
                    <a:pt x="506" y="236"/>
                    <a:pt x="257" y="236"/>
                    <a:pt x="228" y="236"/>
                  </a:cubicBezTo>
                  <a:cubicBezTo>
                    <a:pt x="232" y="183"/>
                    <a:pt x="269" y="83"/>
                    <a:pt x="386" y="8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86" name="Freeform 16">
              <a:extLst>
                <a:ext uri="{FF2B5EF4-FFF2-40B4-BE49-F238E27FC236}">
                  <a16:creationId xmlns:a16="http://schemas.microsoft.com/office/drawing/2014/main" id="{5DA571E1-6F5E-44FD-AA33-AA30112046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0175" y="4071938"/>
              <a:ext cx="314325" cy="409575"/>
            </a:xfrm>
            <a:custGeom>
              <a:avLst/>
              <a:gdLst>
                <a:gd name="T0" fmla="*/ 634 w 872"/>
                <a:gd name="T1" fmla="*/ 357 h 1138"/>
                <a:gd name="T2" fmla="*/ 348 w 872"/>
                <a:gd name="T3" fmla="*/ 523 h 1138"/>
                <a:gd name="T4" fmla="*/ 348 w 872"/>
                <a:gd name="T5" fmla="*/ 0 h 1138"/>
                <a:gd name="T6" fmla="*/ 332 w 872"/>
                <a:gd name="T7" fmla="*/ 4 h 1138"/>
                <a:gd name="T8" fmla="*/ 0 w 872"/>
                <a:gd name="T9" fmla="*/ 46 h 1138"/>
                <a:gd name="T10" fmla="*/ 0 w 872"/>
                <a:gd name="T11" fmla="*/ 104 h 1138"/>
                <a:gd name="T12" fmla="*/ 16 w 872"/>
                <a:gd name="T13" fmla="*/ 104 h 1138"/>
                <a:gd name="T14" fmla="*/ 141 w 872"/>
                <a:gd name="T15" fmla="*/ 233 h 1138"/>
                <a:gd name="T16" fmla="*/ 141 w 872"/>
                <a:gd name="T17" fmla="*/ 1137 h 1138"/>
                <a:gd name="T18" fmla="*/ 348 w 872"/>
                <a:gd name="T19" fmla="*/ 1137 h 1138"/>
                <a:gd name="T20" fmla="*/ 348 w 872"/>
                <a:gd name="T21" fmla="*/ 747 h 1138"/>
                <a:gd name="T22" fmla="*/ 547 w 872"/>
                <a:gd name="T23" fmla="*/ 494 h 1138"/>
                <a:gd name="T24" fmla="*/ 663 w 872"/>
                <a:gd name="T25" fmla="*/ 660 h 1138"/>
                <a:gd name="T26" fmla="*/ 663 w 872"/>
                <a:gd name="T27" fmla="*/ 1137 h 1138"/>
                <a:gd name="T28" fmla="*/ 871 w 872"/>
                <a:gd name="T29" fmla="*/ 1137 h 1138"/>
                <a:gd name="T30" fmla="*/ 871 w 872"/>
                <a:gd name="T31" fmla="*/ 635 h 1138"/>
                <a:gd name="T32" fmla="*/ 634 w 872"/>
                <a:gd name="T33" fmla="*/ 357 h 1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2" h="1138">
                  <a:moveTo>
                    <a:pt x="634" y="357"/>
                  </a:moveTo>
                  <a:cubicBezTo>
                    <a:pt x="481" y="357"/>
                    <a:pt x="394" y="452"/>
                    <a:pt x="348" y="523"/>
                  </a:cubicBezTo>
                  <a:cubicBezTo>
                    <a:pt x="348" y="440"/>
                    <a:pt x="348" y="0"/>
                    <a:pt x="348" y="0"/>
                  </a:cubicBezTo>
                  <a:lnTo>
                    <a:pt x="332" y="4"/>
                  </a:lnTo>
                  <a:lnTo>
                    <a:pt x="0" y="46"/>
                  </a:lnTo>
                  <a:lnTo>
                    <a:pt x="0" y="104"/>
                  </a:lnTo>
                  <a:lnTo>
                    <a:pt x="16" y="104"/>
                  </a:lnTo>
                  <a:cubicBezTo>
                    <a:pt x="120" y="108"/>
                    <a:pt x="141" y="133"/>
                    <a:pt x="141" y="233"/>
                  </a:cubicBezTo>
                  <a:lnTo>
                    <a:pt x="141" y="1137"/>
                  </a:lnTo>
                  <a:lnTo>
                    <a:pt x="348" y="1137"/>
                  </a:lnTo>
                  <a:lnTo>
                    <a:pt x="348" y="747"/>
                  </a:lnTo>
                  <a:cubicBezTo>
                    <a:pt x="348" y="606"/>
                    <a:pt x="456" y="494"/>
                    <a:pt x="547" y="494"/>
                  </a:cubicBezTo>
                  <a:cubicBezTo>
                    <a:pt x="663" y="494"/>
                    <a:pt x="663" y="581"/>
                    <a:pt x="663" y="660"/>
                  </a:cubicBezTo>
                  <a:lnTo>
                    <a:pt x="663" y="1137"/>
                  </a:lnTo>
                  <a:lnTo>
                    <a:pt x="871" y="1137"/>
                  </a:lnTo>
                  <a:lnTo>
                    <a:pt x="871" y="635"/>
                  </a:lnTo>
                  <a:cubicBezTo>
                    <a:pt x="871" y="552"/>
                    <a:pt x="871" y="357"/>
                    <a:pt x="634" y="357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87" name="Freeform 17">
              <a:extLst>
                <a:ext uri="{FF2B5EF4-FFF2-40B4-BE49-F238E27FC236}">
                  <a16:creationId xmlns:a16="http://schemas.microsoft.com/office/drawing/2014/main" id="{8A783239-18B5-4286-9249-829D8BF831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4350" y="4200525"/>
              <a:ext cx="266700" cy="287338"/>
            </a:xfrm>
            <a:custGeom>
              <a:avLst/>
              <a:gdLst>
                <a:gd name="T0" fmla="*/ 742 w 743"/>
                <a:gd name="T1" fmla="*/ 315 h 797"/>
                <a:gd name="T2" fmla="*/ 394 w 743"/>
                <a:gd name="T3" fmla="*/ 0 h 797"/>
                <a:gd name="T4" fmla="*/ 0 w 743"/>
                <a:gd name="T5" fmla="*/ 373 h 797"/>
                <a:gd name="T6" fmla="*/ 456 w 743"/>
                <a:gd name="T7" fmla="*/ 796 h 797"/>
                <a:gd name="T8" fmla="*/ 713 w 743"/>
                <a:gd name="T9" fmla="*/ 755 h 797"/>
                <a:gd name="T10" fmla="*/ 726 w 743"/>
                <a:gd name="T11" fmla="*/ 751 h 797"/>
                <a:gd name="T12" fmla="*/ 726 w 743"/>
                <a:gd name="T13" fmla="*/ 651 h 797"/>
                <a:gd name="T14" fmla="*/ 705 w 743"/>
                <a:gd name="T15" fmla="*/ 660 h 797"/>
                <a:gd name="T16" fmla="*/ 543 w 743"/>
                <a:gd name="T17" fmla="*/ 684 h 797"/>
                <a:gd name="T18" fmla="*/ 232 w 743"/>
                <a:gd name="T19" fmla="*/ 332 h 797"/>
                <a:gd name="T20" fmla="*/ 742 w 743"/>
                <a:gd name="T21" fmla="*/ 332 h 797"/>
                <a:gd name="T22" fmla="*/ 742 w 743"/>
                <a:gd name="T23" fmla="*/ 315 h 797"/>
                <a:gd name="T24" fmla="*/ 386 w 743"/>
                <a:gd name="T25" fmla="*/ 83 h 797"/>
                <a:gd name="T26" fmla="*/ 531 w 743"/>
                <a:gd name="T27" fmla="*/ 236 h 797"/>
                <a:gd name="T28" fmla="*/ 228 w 743"/>
                <a:gd name="T29" fmla="*/ 236 h 797"/>
                <a:gd name="T30" fmla="*/ 386 w 743"/>
                <a:gd name="T31" fmla="*/ 83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43" h="797">
                  <a:moveTo>
                    <a:pt x="742" y="315"/>
                  </a:moveTo>
                  <a:cubicBezTo>
                    <a:pt x="742" y="104"/>
                    <a:pt x="626" y="0"/>
                    <a:pt x="394" y="0"/>
                  </a:cubicBezTo>
                  <a:cubicBezTo>
                    <a:pt x="133" y="0"/>
                    <a:pt x="0" y="124"/>
                    <a:pt x="0" y="373"/>
                  </a:cubicBezTo>
                  <a:cubicBezTo>
                    <a:pt x="0" y="639"/>
                    <a:pt x="170" y="796"/>
                    <a:pt x="456" y="796"/>
                  </a:cubicBezTo>
                  <a:cubicBezTo>
                    <a:pt x="581" y="796"/>
                    <a:pt x="676" y="763"/>
                    <a:pt x="713" y="755"/>
                  </a:cubicBezTo>
                  <a:lnTo>
                    <a:pt x="726" y="751"/>
                  </a:lnTo>
                  <a:lnTo>
                    <a:pt x="726" y="651"/>
                  </a:lnTo>
                  <a:lnTo>
                    <a:pt x="705" y="660"/>
                  </a:lnTo>
                  <a:cubicBezTo>
                    <a:pt x="672" y="672"/>
                    <a:pt x="610" y="684"/>
                    <a:pt x="543" y="684"/>
                  </a:cubicBezTo>
                  <a:cubicBezTo>
                    <a:pt x="319" y="684"/>
                    <a:pt x="236" y="498"/>
                    <a:pt x="232" y="332"/>
                  </a:cubicBezTo>
                  <a:cubicBezTo>
                    <a:pt x="261" y="332"/>
                    <a:pt x="742" y="332"/>
                    <a:pt x="742" y="332"/>
                  </a:cubicBezTo>
                  <a:lnTo>
                    <a:pt x="742" y="315"/>
                  </a:lnTo>
                  <a:close/>
                  <a:moveTo>
                    <a:pt x="386" y="83"/>
                  </a:moveTo>
                  <a:cubicBezTo>
                    <a:pt x="498" y="83"/>
                    <a:pt x="527" y="166"/>
                    <a:pt x="531" y="236"/>
                  </a:cubicBezTo>
                  <a:cubicBezTo>
                    <a:pt x="506" y="236"/>
                    <a:pt x="257" y="236"/>
                    <a:pt x="228" y="236"/>
                  </a:cubicBezTo>
                  <a:cubicBezTo>
                    <a:pt x="236" y="183"/>
                    <a:pt x="270" y="83"/>
                    <a:pt x="386" y="8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88" name="Freeform 18">
              <a:extLst>
                <a:ext uri="{FF2B5EF4-FFF2-40B4-BE49-F238E27FC236}">
                  <a16:creationId xmlns:a16="http://schemas.microsoft.com/office/drawing/2014/main" id="{779A855E-5C63-4836-927D-4F009B9957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4113" y="4121150"/>
              <a:ext cx="212725" cy="366713"/>
            </a:xfrm>
            <a:custGeom>
              <a:avLst/>
              <a:gdLst>
                <a:gd name="T0" fmla="*/ 141 w 589"/>
                <a:gd name="T1" fmla="*/ 237 h 1017"/>
                <a:gd name="T2" fmla="*/ 0 w 589"/>
                <a:gd name="T3" fmla="*/ 237 h 1017"/>
                <a:gd name="T4" fmla="*/ 0 w 589"/>
                <a:gd name="T5" fmla="*/ 328 h 1017"/>
                <a:gd name="T6" fmla="*/ 141 w 589"/>
                <a:gd name="T7" fmla="*/ 328 h 1017"/>
                <a:gd name="T8" fmla="*/ 141 w 589"/>
                <a:gd name="T9" fmla="*/ 797 h 1017"/>
                <a:gd name="T10" fmla="*/ 427 w 589"/>
                <a:gd name="T11" fmla="*/ 1016 h 1017"/>
                <a:gd name="T12" fmla="*/ 551 w 589"/>
                <a:gd name="T13" fmla="*/ 1004 h 1017"/>
                <a:gd name="T14" fmla="*/ 564 w 589"/>
                <a:gd name="T15" fmla="*/ 1004 h 1017"/>
                <a:gd name="T16" fmla="*/ 564 w 589"/>
                <a:gd name="T17" fmla="*/ 909 h 1017"/>
                <a:gd name="T18" fmla="*/ 547 w 589"/>
                <a:gd name="T19" fmla="*/ 913 h 1017"/>
                <a:gd name="T20" fmla="*/ 485 w 589"/>
                <a:gd name="T21" fmla="*/ 917 h 1017"/>
                <a:gd name="T22" fmla="*/ 352 w 589"/>
                <a:gd name="T23" fmla="*/ 772 h 1017"/>
                <a:gd name="T24" fmla="*/ 352 w 589"/>
                <a:gd name="T25" fmla="*/ 328 h 1017"/>
                <a:gd name="T26" fmla="*/ 588 w 589"/>
                <a:gd name="T27" fmla="*/ 328 h 1017"/>
                <a:gd name="T28" fmla="*/ 588 w 589"/>
                <a:gd name="T29" fmla="*/ 237 h 1017"/>
                <a:gd name="T30" fmla="*/ 352 w 589"/>
                <a:gd name="T31" fmla="*/ 237 h 1017"/>
                <a:gd name="T32" fmla="*/ 352 w 589"/>
                <a:gd name="T33" fmla="*/ 0 h 1017"/>
                <a:gd name="T34" fmla="*/ 141 w 589"/>
                <a:gd name="T35" fmla="*/ 0 h 1017"/>
                <a:gd name="T36" fmla="*/ 141 w 589"/>
                <a:gd name="T37" fmla="*/ 237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89" h="1017">
                  <a:moveTo>
                    <a:pt x="141" y="237"/>
                  </a:moveTo>
                  <a:lnTo>
                    <a:pt x="0" y="237"/>
                  </a:lnTo>
                  <a:lnTo>
                    <a:pt x="0" y="328"/>
                  </a:lnTo>
                  <a:lnTo>
                    <a:pt x="141" y="328"/>
                  </a:lnTo>
                  <a:lnTo>
                    <a:pt x="141" y="797"/>
                  </a:lnTo>
                  <a:cubicBezTo>
                    <a:pt x="141" y="1000"/>
                    <a:pt x="270" y="1016"/>
                    <a:pt x="427" y="1016"/>
                  </a:cubicBezTo>
                  <a:cubicBezTo>
                    <a:pt x="464" y="1016"/>
                    <a:pt x="505" y="1012"/>
                    <a:pt x="551" y="1004"/>
                  </a:cubicBezTo>
                  <a:lnTo>
                    <a:pt x="564" y="1004"/>
                  </a:lnTo>
                  <a:lnTo>
                    <a:pt x="564" y="909"/>
                  </a:lnTo>
                  <a:lnTo>
                    <a:pt x="547" y="913"/>
                  </a:lnTo>
                  <a:cubicBezTo>
                    <a:pt x="530" y="917"/>
                    <a:pt x="510" y="917"/>
                    <a:pt x="485" y="917"/>
                  </a:cubicBezTo>
                  <a:cubicBezTo>
                    <a:pt x="360" y="917"/>
                    <a:pt x="352" y="880"/>
                    <a:pt x="352" y="772"/>
                  </a:cubicBezTo>
                  <a:lnTo>
                    <a:pt x="352" y="328"/>
                  </a:lnTo>
                  <a:lnTo>
                    <a:pt x="588" y="328"/>
                  </a:lnTo>
                  <a:lnTo>
                    <a:pt x="588" y="237"/>
                  </a:lnTo>
                  <a:lnTo>
                    <a:pt x="352" y="237"/>
                  </a:lnTo>
                  <a:lnTo>
                    <a:pt x="352" y="0"/>
                  </a:lnTo>
                  <a:lnTo>
                    <a:pt x="141" y="0"/>
                  </a:lnTo>
                  <a:lnTo>
                    <a:pt x="141" y="237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89" name="Freeform 19">
              <a:extLst>
                <a:ext uri="{FF2B5EF4-FFF2-40B4-BE49-F238E27FC236}">
                  <a16:creationId xmlns:a16="http://schemas.microsoft.com/office/drawing/2014/main" id="{AC178BB8-2394-495B-8CE7-0EF10E807E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49963" y="4087813"/>
              <a:ext cx="450850" cy="395287"/>
            </a:xfrm>
            <a:custGeom>
              <a:avLst/>
              <a:gdLst>
                <a:gd name="T0" fmla="*/ 1245 w 1254"/>
                <a:gd name="T1" fmla="*/ 0 h 1096"/>
                <a:gd name="T2" fmla="*/ 1033 w 1254"/>
                <a:gd name="T3" fmla="*/ 0 h 1096"/>
                <a:gd name="T4" fmla="*/ 1033 w 1254"/>
                <a:gd name="T5" fmla="*/ 829 h 1096"/>
                <a:gd name="T6" fmla="*/ 485 w 1254"/>
                <a:gd name="T7" fmla="*/ 0 h 1096"/>
                <a:gd name="T8" fmla="*/ 0 w 1254"/>
                <a:gd name="T9" fmla="*/ 0 h 1096"/>
                <a:gd name="T10" fmla="*/ 0 w 1254"/>
                <a:gd name="T11" fmla="*/ 62 h 1096"/>
                <a:gd name="T12" fmla="*/ 42 w 1254"/>
                <a:gd name="T13" fmla="*/ 70 h 1096"/>
                <a:gd name="T14" fmla="*/ 178 w 1254"/>
                <a:gd name="T15" fmla="*/ 220 h 1096"/>
                <a:gd name="T16" fmla="*/ 178 w 1254"/>
                <a:gd name="T17" fmla="*/ 1095 h 1096"/>
                <a:gd name="T18" fmla="*/ 403 w 1254"/>
                <a:gd name="T19" fmla="*/ 1095 h 1096"/>
                <a:gd name="T20" fmla="*/ 403 w 1254"/>
                <a:gd name="T21" fmla="*/ 228 h 1096"/>
                <a:gd name="T22" fmla="*/ 975 w 1254"/>
                <a:gd name="T23" fmla="*/ 1095 h 1096"/>
                <a:gd name="T24" fmla="*/ 1253 w 1254"/>
                <a:gd name="T25" fmla="*/ 1095 h 1096"/>
                <a:gd name="T26" fmla="*/ 1253 w 1254"/>
                <a:gd name="T27" fmla="*/ 0 h 1096"/>
                <a:gd name="T28" fmla="*/ 1245 w 1254"/>
                <a:gd name="T29" fmla="*/ 0 h 10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54" h="1096">
                  <a:moveTo>
                    <a:pt x="1245" y="0"/>
                  </a:moveTo>
                  <a:lnTo>
                    <a:pt x="1033" y="0"/>
                  </a:lnTo>
                  <a:cubicBezTo>
                    <a:pt x="1033" y="0"/>
                    <a:pt x="1033" y="751"/>
                    <a:pt x="1033" y="829"/>
                  </a:cubicBezTo>
                  <a:cubicBezTo>
                    <a:pt x="992" y="763"/>
                    <a:pt x="485" y="0"/>
                    <a:pt x="485" y="0"/>
                  </a:cubicBezTo>
                  <a:lnTo>
                    <a:pt x="0" y="0"/>
                  </a:lnTo>
                  <a:lnTo>
                    <a:pt x="0" y="62"/>
                  </a:lnTo>
                  <a:lnTo>
                    <a:pt x="42" y="70"/>
                  </a:lnTo>
                  <a:cubicBezTo>
                    <a:pt x="170" y="91"/>
                    <a:pt x="178" y="95"/>
                    <a:pt x="178" y="220"/>
                  </a:cubicBezTo>
                  <a:lnTo>
                    <a:pt x="178" y="1095"/>
                  </a:lnTo>
                  <a:lnTo>
                    <a:pt x="403" y="1095"/>
                  </a:lnTo>
                  <a:cubicBezTo>
                    <a:pt x="403" y="1095"/>
                    <a:pt x="403" y="307"/>
                    <a:pt x="403" y="228"/>
                  </a:cubicBezTo>
                  <a:cubicBezTo>
                    <a:pt x="448" y="294"/>
                    <a:pt x="975" y="1095"/>
                    <a:pt x="975" y="1095"/>
                  </a:cubicBezTo>
                  <a:lnTo>
                    <a:pt x="1253" y="1095"/>
                  </a:lnTo>
                  <a:lnTo>
                    <a:pt x="1253" y="0"/>
                  </a:lnTo>
                  <a:lnTo>
                    <a:pt x="124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90" name="Freeform 20">
              <a:extLst>
                <a:ext uri="{FF2B5EF4-FFF2-40B4-BE49-F238E27FC236}">
                  <a16:creationId xmlns:a16="http://schemas.microsoft.com/office/drawing/2014/main" id="{BAE0FA7D-59D2-45BA-B10E-18134EFB9C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73838" y="4200525"/>
              <a:ext cx="266700" cy="287338"/>
            </a:xfrm>
            <a:custGeom>
              <a:avLst/>
              <a:gdLst>
                <a:gd name="T0" fmla="*/ 390 w 740"/>
                <a:gd name="T1" fmla="*/ 0 h 797"/>
                <a:gd name="T2" fmla="*/ 0 w 740"/>
                <a:gd name="T3" fmla="*/ 373 h 797"/>
                <a:gd name="T4" fmla="*/ 456 w 740"/>
                <a:gd name="T5" fmla="*/ 796 h 797"/>
                <a:gd name="T6" fmla="*/ 714 w 740"/>
                <a:gd name="T7" fmla="*/ 755 h 797"/>
                <a:gd name="T8" fmla="*/ 726 w 740"/>
                <a:gd name="T9" fmla="*/ 751 h 797"/>
                <a:gd name="T10" fmla="*/ 726 w 740"/>
                <a:gd name="T11" fmla="*/ 651 h 797"/>
                <a:gd name="T12" fmla="*/ 705 w 740"/>
                <a:gd name="T13" fmla="*/ 660 h 797"/>
                <a:gd name="T14" fmla="*/ 539 w 740"/>
                <a:gd name="T15" fmla="*/ 684 h 797"/>
                <a:gd name="T16" fmla="*/ 228 w 740"/>
                <a:gd name="T17" fmla="*/ 332 h 797"/>
                <a:gd name="T18" fmla="*/ 739 w 740"/>
                <a:gd name="T19" fmla="*/ 332 h 797"/>
                <a:gd name="T20" fmla="*/ 739 w 740"/>
                <a:gd name="T21" fmla="*/ 315 h 797"/>
                <a:gd name="T22" fmla="*/ 390 w 740"/>
                <a:gd name="T23" fmla="*/ 0 h 797"/>
                <a:gd name="T24" fmla="*/ 386 w 740"/>
                <a:gd name="T25" fmla="*/ 83 h 797"/>
                <a:gd name="T26" fmla="*/ 531 w 740"/>
                <a:gd name="T27" fmla="*/ 236 h 797"/>
                <a:gd name="T28" fmla="*/ 228 w 740"/>
                <a:gd name="T29" fmla="*/ 236 h 797"/>
                <a:gd name="T30" fmla="*/ 386 w 740"/>
                <a:gd name="T31" fmla="*/ 83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40" h="797">
                  <a:moveTo>
                    <a:pt x="390" y="0"/>
                  </a:moveTo>
                  <a:cubicBezTo>
                    <a:pt x="129" y="0"/>
                    <a:pt x="0" y="124"/>
                    <a:pt x="0" y="373"/>
                  </a:cubicBezTo>
                  <a:cubicBezTo>
                    <a:pt x="0" y="639"/>
                    <a:pt x="170" y="796"/>
                    <a:pt x="456" y="796"/>
                  </a:cubicBezTo>
                  <a:cubicBezTo>
                    <a:pt x="581" y="796"/>
                    <a:pt x="676" y="767"/>
                    <a:pt x="714" y="755"/>
                  </a:cubicBezTo>
                  <a:lnTo>
                    <a:pt x="726" y="751"/>
                  </a:lnTo>
                  <a:lnTo>
                    <a:pt x="726" y="651"/>
                  </a:lnTo>
                  <a:lnTo>
                    <a:pt x="705" y="660"/>
                  </a:lnTo>
                  <a:cubicBezTo>
                    <a:pt x="672" y="672"/>
                    <a:pt x="610" y="684"/>
                    <a:pt x="539" y="684"/>
                  </a:cubicBezTo>
                  <a:cubicBezTo>
                    <a:pt x="315" y="684"/>
                    <a:pt x="232" y="498"/>
                    <a:pt x="228" y="332"/>
                  </a:cubicBezTo>
                  <a:lnTo>
                    <a:pt x="739" y="332"/>
                  </a:lnTo>
                  <a:lnTo>
                    <a:pt x="739" y="315"/>
                  </a:lnTo>
                  <a:cubicBezTo>
                    <a:pt x="739" y="104"/>
                    <a:pt x="622" y="0"/>
                    <a:pt x="390" y="0"/>
                  </a:cubicBezTo>
                  <a:close/>
                  <a:moveTo>
                    <a:pt x="386" y="83"/>
                  </a:moveTo>
                  <a:cubicBezTo>
                    <a:pt x="498" y="83"/>
                    <a:pt x="527" y="162"/>
                    <a:pt x="531" y="236"/>
                  </a:cubicBezTo>
                  <a:lnTo>
                    <a:pt x="228" y="236"/>
                  </a:lnTo>
                  <a:cubicBezTo>
                    <a:pt x="232" y="187"/>
                    <a:pt x="270" y="83"/>
                    <a:pt x="386" y="8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94" name="Freeform 21">
              <a:extLst>
                <a:ext uri="{FF2B5EF4-FFF2-40B4-BE49-F238E27FC236}">
                  <a16:creationId xmlns:a16="http://schemas.microsoft.com/office/drawing/2014/main" id="{046260FB-FF8D-4FC7-BCB2-4E9C22CBDE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4075" y="4121150"/>
              <a:ext cx="212725" cy="366713"/>
            </a:xfrm>
            <a:custGeom>
              <a:avLst/>
              <a:gdLst>
                <a:gd name="T0" fmla="*/ 141 w 590"/>
                <a:gd name="T1" fmla="*/ 237 h 1017"/>
                <a:gd name="T2" fmla="*/ 0 w 590"/>
                <a:gd name="T3" fmla="*/ 237 h 1017"/>
                <a:gd name="T4" fmla="*/ 0 w 590"/>
                <a:gd name="T5" fmla="*/ 328 h 1017"/>
                <a:gd name="T6" fmla="*/ 141 w 590"/>
                <a:gd name="T7" fmla="*/ 328 h 1017"/>
                <a:gd name="T8" fmla="*/ 141 w 590"/>
                <a:gd name="T9" fmla="*/ 797 h 1017"/>
                <a:gd name="T10" fmla="*/ 427 w 590"/>
                <a:gd name="T11" fmla="*/ 1016 h 1017"/>
                <a:gd name="T12" fmla="*/ 551 w 590"/>
                <a:gd name="T13" fmla="*/ 1004 h 1017"/>
                <a:gd name="T14" fmla="*/ 564 w 590"/>
                <a:gd name="T15" fmla="*/ 1004 h 1017"/>
                <a:gd name="T16" fmla="*/ 564 w 590"/>
                <a:gd name="T17" fmla="*/ 909 h 1017"/>
                <a:gd name="T18" fmla="*/ 547 w 590"/>
                <a:gd name="T19" fmla="*/ 913 h 1017"/>
                <a:gd name="T20" fmla="*/ 485 w 590"/>
                <a:gd name="T21" fmla="*/ 917 h 1017"/>
                <a:gd name="T22" fmla="*/ 352 w 590"/>
                <a:gd name="T23" fmla="*/ 772 h 1017"/>
                <a:gd name="T24" fmla="*/ 352 w 590"/>
                <a:gd name="T25" fmla="*/ 328 h 1017"/>
                <a:gd name="T26" fmla="*/ 589 w 590"/>
                <a:gd name="T27" fmla="*/ 328 h 1017"/>
                <a:gd name="T28" fmla="*/ 589 w 590"/>
                <a:gd name="T29" fmla="*/ 237 h 1017"/>
                <a:gd name="T30" fmla="*/ 352 w 590"/>
                <a:gd name="T31" fmla="*/ 237 h 1017"/>
                <a:gd name="T32" fmla="*/ 352 w 590"/>
                <a:gd name="T33" fmla="*/ 0 h 1017"/>
                <a:gd name="T34" fmla="*/ 141 w 590"/>
                <a:gd name="T35" fmla="*/ 0 h 1017"/>
                <a:gd name="T36" fmla="*/ 141 w 590"/>
                <a:gd name="T37" fmla="*/ 237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0" h="1017">
                  <a:moveTo>
                    <a:pt x="141" y="237"/>
                  </a:moveTo>
                  <a:lnTo>
                    <a:pt x="0" y="237"/>
                  </a:lnTo>
                  <a:lnTo>
                    <a:pt x="0" y="328"/>
                  </a:lnTo>
                  <a:lnTo>
                    <a:pt x="141" y="328"/>
                  </a:lnTo>
                  <a:lnTo>
                    <a:pt x="141" y="797"/>
                  </a:lnTo>
                  <a:cubicBezTo>
                    <a:pt x="141" y="1000"/>
                    <a:pt x="269" y="1016"/>
                    <a:pt x="427" y="1016"/>
                  </a:cubicBezTo>
                  <a:cubicBezTo>
                    <a:pt x="464" y="1016"/>
                    <a:pt x="506" y="1012"/>
                    <a:pt x="551" y="1004"/>
                  </a:cubicBezTo>
                  <a:lnTo>
                    <a:pt x="564" y="1004"/>
                  </a:lnTo>
                  <a:lnTo>
                    <a:pt x="564" y="909"/>
                  </a:lnTo>
                  <a:lnTo>
                    <a:pt x="547" y="913"/>
                  </a:lnTo>
                  <a:cubicBezTo>
                    <a:pt x="531" y="917"/>
                    <a:pt x="510" y="917"/>
                    <a:pt x="485" y="917"/>
                  </a:cubicBezTo>
                  <a:cubicBezTo>
                    <a:pt x="361" y="917"/>
                    <a:pt x="352" y="880"/>
                    <a:pt x="352" y="772"/>
                  </a:cubicBezTo>
                  <a:lnTo>
                    <a:pt x="352" y="328"/>
                  </a:lnTo>
                  <a:lnTo>
                    <a:pt x="589" y="328"/>
                  </a:lnTo>
                  <a:lnTo>
                    <a:pt x="589" y="237"/>
                  </a:lnTo>
                  <a:lnTo>
                    <a:pt x="352" y="237"/>
                  </a:lnTo>
                  <a:lnTo>
                    <a:pt x="352" y="0"/>
                  </a:lnTo>
                  <a:lnTo>
                    <a:pt x="141" y="0"/>
                  </a:lnTo>
                  <a:lnTo>
                    <a:pt x="141" y="237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95" name="Freeform 22">
              <a:extLst>
                <a:ext uri="{FF2B5EF4-FFF2-40B4-BE49-F238E27FC236}">
                  <a16:creationId xmlns:a16="http://schemas.microsoft.com/office/drawing/2014/main" id="{4B01A9DB-8ABF-44F7-9CA3-DFB04D7DC9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0063" y="4206875"/>
              <a:ext cx="331787" cy="274638"/>
            </a:xfrm>
            <a:custGeom>
              <a:avLst/>
              <a:gdLst>
                <a:gd name="T0" fmla="*/ 705 w 921"/>
                <a:gd name="T1" fmla="*/ 248 h 764"/>
                <a:gd name="T2" fmla="*/ 920 w 921"/>
                <a:gd name="T3" fmla="*/ 0 h 764"/>
                <a:gd name="T4" fmla="*/ 701 w 921"/>
                <a:gd name="T5" fmla="*/ 0 h 764"/>
                <a:gd name="T6" fmla="*/ 497 w 921"/>
                <a:gd name="T7" fmla="*/ 236 h 764"/>
                <a:gd name="T8" fmla="*/ 319 w 921"/>
                <a:gd name="T9" fmla="*/ 0 h 764"/>
                <a:gd name="T10" fmla="*/ 0 w 921"/>
                <a:gd name="T11" fmla="*/ 0 h 764"/>
                <a:gd name="T12" fmla="*/ 0 w 921"/>
                <a:gd name="T13" fmla="*/ 62 h 764"/>
                <a:gd name="T14" fmla="*/ 12 w 921"/>
                <a:gd name="T15" fmla="*/ 62 h 764"/>
                <a:gd name="T16" fmla="*/ 211 w 921"/>
                <a:gd name="T17" fmla="*/ 178 h 764"/>
                <a:gd name="T18" fmla="*/ 344 w 921"/>
                <a:gd name="T19" fmla="*/ 352 h 764"/>
                <a:gd name="T20" fmla="*/ 128 w 921"/>
                <a:gd name="T21" fmla="*/ 601 h 764"/>
                <a:gd name="T22" fmla="*/ 348 w 921"/>
                <a:gd name="T23" fmla="*/ 601 h 764"/>
                <a:gd name="T24" fmla="*/ 443 w 921"/>
                <a:gd name="T25" fmla="*/ 489 h 764"/>
                <a:gd name="T26" fmla="*/ 651 w 921"/>
                <a:gd name="T27" fmla="*/ 763 h 764"/>
                <a:gd name="T28" fmla="*/ 900 w 921"/>
                <a:gd name="T29" fmla="*/ 763 h 764"/>
                <a:gd name="T30" fmla="*/ 506 w 921"/>
                <a:gd name="T31" fmla="*/ 248 h 764"/>
                <a:gd name="T32" fmla="*/ 705 w 921"/>
                <a:gd name="T33" fmla="*/ 248 h 7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21" h="764">
                  <a:moveTo>
                    <a:pt x="705" y="248"/>
                  </a:moveTo>
                  <a:lnTo>
                    <a:pt x="920" y="0"/>
                  </a:lnTo>
                  <a:lnTo>
                    <a:pt x="701" y="0"/>
                  </a:lnTo>
                  <a:lnTo>
                    <a:pt x="497" y="236"/>
                  </a:lnTo>
                  <a:lnTo>
                    <a:pt x="319" y="0"/>
                  </a:lnTo>
                  <a:lnTo>
                    <a:pt x="0" y="0"/>
                  </a:lnTo>
                  <a:lnTo>
                    <a:pt x="0" y="62"/>
                  </a:lnTo>
                  <a:lnTo>
                    <a:pt x="12" y="62"/>
                  </a:lnTo>
                  <a:cubicBezTo>
                    <a:pt x="120" y="70"/>
                    <a:pt x="145" y="87"/>
                    <a:pt x="211" y="178"/>
                  </a:cubicBezTo>
                  <a:lnTo>
                    <a:pt x="344" y="352"/>
                  </a:lnTo>
                  <a:lnTo>
                    <a:pt x="128" y="601"/>
                  </a:lnTo>
                  <a:lnTo>
                    <a:pt x="348" y="601"/>
                  </a:lnTo>
                  <a:lnTo>
                    <a:pt x="443" y="489"/>
                  </a:lnTo>
                  <a:lnTo>
                    <a:pt x="651" y="763"/>
                  </a:lnTo>
                  <a:lnTo>
                    <a:pt x="900" y="763"/>
                  </a:lnTo>
                  <a:lnTo>
                    <a:pt x="506" y="248"/>
                  </a:lnTo>
                  <a:lnTo>
                    <a:pt x="705" y="24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96" name="Freeform 23">
              <a:extLst>
                <a:ext uri="{FF2B5EF4-FFF2-40B4-BE49-F238E27FC236}">
                  <a16:creationId xmlns:a16="http://schemas.microsoft.com/office/drawing/2014/main" id="{8A01B638-F96C-40CF-B004-E8C37B4686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5500" y="4010025"/>
              <a:ext cx="176213" cy="111125"/>
            </a:xfrm>
            <a:custGeom>
              <a:avLst/>
              <a:gdLst>
                <a:gd name="T0" fmla="*/ 224 w 490"/>
                <a:gd name="T1" fmla="*/ 307 h 308"/>
                <a:gd name="T2" fmla="*/ 0 w 490"/>
                <a:gd name="T3" fmla="*/ 307 h 308"/>
                <a:gd name="T4" fmla="*/ 269 w 490"/>
                <a:gd name="T5" fmla="*/ 0 h 308"/>
                <a:gd name="T6" fmla="*/ 489 w 490"/>
                <a:gd name="T7" fmla="*/ 0 h 308"/>
                <a:gd name="T8" fmla="*/ 224 w 490"/>
                <a:gd name="T9" fmla="*/ 307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0" h="308">
                  <a:moveTo>
                    <a:pt x="224" y="307"/>
                  </a:moveTo>
                  <a:lnTo>
                    <a:pt x="0" y="307"/>
                  </a:lnTo>
                  <a:lnTo>
                    <a:pt x="269" y="0"/>
                  </a:lnTo>
                  <a:lnTo>
                    <a:pt x="489" y="0"/>
                  </a:lnTo>
                  <a:lnTo>
                    <a:pt x="224" y="307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</p:grpSp>
      <p:sp>
        <p:nvSpPr>
          <p:cNvPr id="97" name="Footer">
            <a:extLst>
              <a:ext uri="{FF2B5EF4-FFF2-40B4-BE49-F238E27FC236}">
                <a16:creationId xmlns:a16="http://schemas.microsoft.com/office/drawing/2014/main" id="{32664E64-A18F-4C37-8BB6-9AA5A21ED741}"/>
              </a:ext>
            </a:extLst>
          </p:cNvPr>
          <p:cNvSpPr txBox="1"/>
          <p:nvPr userDrawn="1"/>
        </p:nvSpPr>
        <p:spPr>
          <a:xfrm>
            <a:off x="6641794" y="4911221"/>
            <a:ext cx="24625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rPr>
              <a:t>© Hitachi Vantara LLC 2021.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102140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86272875-7CFB-E54E-A464-DFC119BD2050}"/>
              </a:ext>
            </a:extLst>
          </p:cNvPr>
          <p:cNvSpPr/>
          <p:nvPr userDrawn="1"/>
        </p:nvSpPr>
        <p:spPr>
          <a:xfrm>
            <a:off x="0" y="0"/>
            <a:ext cx="5943600" cy="5157216"/>
          </a:xfrm>
          <a:prstGeom prst="rect">
            <a:avLst/>
          </a:prstGeom>
          <a:gradFill>
            <a:gsLst>
              <a:gs pos="0">
                <a:schemeClr val="accent2">
                  <a:lumMod val="42000"/>
                </a:schemeClr>
              </a:gs>
              <a:gs pos="93000">
                <a:schemeClr val="accent2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5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1348" y="2803117"/>
            <a:ext cx="4286425" cy="830997"/>
          </a:xfrm>
          <a:prstGeom prst="rect">
            <a:avLst/>
          </a:prstGeom>
          <a:effectLst/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charset="2"/>
              <a:buNone/>
              <a:tabLst/>
              <a:defRPr sz="2400" cap="none" baseline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Subtitle placeholder</a:t>
            </a:r>
          </a:p>
          <a:p>
            <a:r>
              <a:rPr lang="en-US" dirty="0"/>
              <a:t>Subtitle placeholder</a:t>
            </a:r>
          </a:p>
        </p:txBody>
      </p:sp>
      <p:sp>
        <p:nvSpPr>
          <p:cNvPr id="57" name="Title 1"/>
          <p:cNvSpPr>
            <a:spLocks noGrp="1"/>
          </p:cNvSpPr>
          <p:nvPr>
            <p:ph type="ctrTitle" hasCustomPrompt="1"/>
          </p:nvPr>
        </p:nvSpPr>
        <p:spPr>
          <a:xfrm>
            <a:off x="681348" y="725773"/>
            <a:ext cx="5148359" cy="2071294"/>
          </a:xfrm>
          <a:prstGeom prst="rect">
            <a:avLst/>
          </a:prstGeom>
          <a:effectLst/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4400" b="1" cap="none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2 Line Hitachi Title Slide Placeholder </a:t>
            </a:r>
            <a:br>
              <a:rPr lang="en-US" dirty="0"/>
            </a:br>
            <a:r>
              <a:rPr lang="en-US" dirty="0"/>
              <a:t>2 Line Hitachi </a:t>
            </a:r>
          </a:p>
        </p:txBody>
      </p:sp>
      <p:sp>
        <p:nvSpPr>
          <p:cNvPr id="58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681349" y="3905309"/>
            <a:ext cx="3544411" cy="307777"/>
          </a:xfrm>
        </p:spPr>
        <p:txBody>
          <a:bodyPr anchor="t"/>
          <a:lstStyle>
            <a:lvl1pPr marL="0" indent="0">
              <a:spcBef>
                <a:spcPts val="0"/>
              </a:spcBef>
              <a:spcAft>
                <a:spcPts val="300"/>
              </a:spcAft>
              <a:buNone/>
              <a:defRPr sz="1400" b="1" baseline="0">
                <a:solidFill>
                  <a:schemeClr val="bg1"/>
                </a:solidFill>
              </a:defRPr>
            </a:lvl1pPr>
            <a:lvl2pPr marL="280987" indent="0">
              <a:buNone/>
              <a:defRPr/>
            </a:lvl2pPr>
            <a:lvl3pPr marL="574675" indent="0">
              <a:buNone/>
              <a:defRPr/>
            </a:lvl3pPr>
            <a:lvl4pPr marL="855663" indent="0">
              <a:buNone/>
              <a:defRPr/>
            </a:lvl4pPr>
            <a:lvl5pPr marL="1090613" indent="0">
              <a:buNone/>
              <a:defRPr/>
            </a:lvl5pPr>
          </a:lstStyle>
          <a:p>
            <a:pPr lvl="0"/>
            <a:r>
              <a:rPr lang="en-US" dirty="0"/>
              <a:t>Name Here</a:t>
            </a:r>
          </a:p>
        </p:txBody>
      </p:sp>
      <p:sp>
        <p:nvSpPr>
          <p:cNvPr id="7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681349" y="4134651"/>
            <a:ext cx="3544411" cy="461665"/>
          </a:xfrm>
        </p:spPr>
        <p:txBody>
          <a:bodyPr anchor="t"/>
          <a:lstStyle>
            <a:lvl1pPr marL="0" indent="0">
              <a:spcBef>
                <a:spcPts val="0"/>
              </a:spcBef>
              <a:spcAft>
                <a:spcPts val="300"/>
              </a:spcAft>
              <a:buNone/>
              <a:defRPr sz="1200">
                <a:solidFill>
                  <a:schemeClr val="bg1"/>
                </a:solidFill>
              </a:defRPr>
            </a:lvl1pPr>
            <a:lvl2pPr marL="280987" indent="0">
              <a:buNone/>
              <a:defRPr/>
            </a:lvl2pPr>
            <a:lvl3pPr marL="574675" indent="0">
              <a:buNone/>
              <a:defRPr/>
            </a:lvl3pPr>
            <a:lvl4pPr marL="855663" indent="0">
              <a:buNone/>
              <a:defRPr/>
            </a:lvl4pPr>
            <a:lvl5pPr marL="1090613" indent="0">
              <a:buNone/>
              <a:defRPr/>
            </a:lvl5pPr>
          </a:lstStyle>
          <a:p>
            <a:pPr lvl="0"/>
            <a:r>
              <a:rPr lang="en-US" dirty="0"/>
              <a:t>Title/Department</a:t>
            </a:r>
            <a:br>
              <a:rPr lang="en-US" dirty="0"/>
            </a:br>
            <a:r>
              <a:rPr lang="en-US" dirty="0"/>
              <a:t>Date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11" y="4915450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111F478C-84AE-4601-9BE4-60468A3A6C06}" type="slidenum">
              <a:rPr lang="en-US" sz="800" smtClean="0">
                <a:solidFill>
                  <a:prstClr val="white">
                    <a:alpha val="50000"/>
                  </a:prstClr>
                </a:solidFill>
                <a:latin typeface="Arial"/>
              </a:rPr>
              <a:pPr/>
              <a:t>‹#›</a:t>
            </a:fld>
            <a:endParaRPr lang="en-US" sz="800" dirty="0">
              <a:solidFill>
                <a:prstClr val="white">
                  <a:alpha val="50000"/>
                </a:prstClr>
              </a:solidFill>
              <a:latin typeface="Arial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F6F85EA-1CAA-F34C-8631-AB308554EFA3}"/>
              </a:ext>
            </a:extLst>
          </p:cNvPr>
          <p:cNvSpPr txBox="1"/>
          <p:nvPr userDrawn="1"/>
        </p:nvSpPr>
        <p:spPr>
          <a:xfrm>
            <a:off x="1611" y="4915450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111F478C-84AE-4601-9BE4-60468A3A6C06}" type="slidenum">
              <a:rPr lang="en-US" sz="800" smtClean="0">
                <a:solidFill>
                  <a:prstClr val="white">
                    <a:alpha val="50000"/>
                  </a:prstClr>
                </a:solidFill>
                <a:latin typeface="Arial"/>
              </a:rPr>
              <a:pPr/>
              <a:t>‹#›</a:t>
            </a:fld>
            <a:endParaRPr lang="en-US" sz="800" dirty="0">
              <a:solidFill>
                <a:prstClr val="white">
                  <a:alpha val="50000"/>
                </a:prstClr>
              </a:solidFill>
              <a:latin typeface="Arial"/>
            </a:endParaRPr>
          </a:p>
        </p:txBody>
      </p:sp>
      <p:pic>
        <p:nvPicPr>
          <p:cNvPr id="69" name="Graphic 68">
            <a:extLst>
              <a:ext uri="{FF2B5EF4-FFF2-40B4-BE49-F238E27FC236}">
                <a16:creationId xmlns:a16="http://schemas.microsoft.com/office/drawing/2014/main" id="{7F8506D6-2826-9940-A9FF-C97A6858C4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994" y="812800"/>
            <a:ext cx="559153" cy="4330700"/>
          </a:xfrm>
          <a:prstGeom prst="rect">
            <a:avLst/>
          </a:prstGeom>
        </p:spPr>
      </p:pic>
      <p:pic>
        <p:nvPicPr>
          <p:cNvPr id="129" name="Picture 128">
            <a:extLst>
              <a:ext uri="{FF2B5EF4-FFF2-40B4-BE49-F238E27FC236}">
                <a16:creationId xmlns:a16="http://schemas.microsoft.com/office/drawing/2014/main" id="{66CB39D6-16C5-704C-B861-711E74B7B25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37908" y="-1"/>
            <a:ext cx="3218475" cy="5157217"/>
          </a:xfrm>
          <a:prstGeom prst="rect">
            <a:avLst/>
          </a:prstGeom>
        </p:spPr>
      </p:pic>
      <p:sp>
        <p:nvSpPr>
          <p:cNvPr id="130" name="Rectangle 129">
            <a:extLst>
              <a:ext uri="{FF2B5EF4-FFF2-40B4-BE49-F238E27FC236}">
                <a16:creationId xmlns:a16="http://schemas.microsoft.com/office/drawing/2014/main" id="{C4DEC23C-D426-7A49-BED3-61C6BB9E6F72}"/>
              </a:ext>
            </a:extLst>
          </p:cNvPr>
          <p:cNvSpPr/>
          <p:nvPr userDrawn="1"/>
        </p:nvSpPr>
        <p:spPr>
          <a:xfrm>
            <a:off x="5942892" y="0"/>
            <a:ext cx="3201108" cy="5157216"/>
          </a:xfrm>
          <a:prstGeom prst="rect">
            <a:avLst/>
          </a:prstGeom>
          <a:gradFill flip="none" rotWithShape="1">
            <a:gsLst>
              <a:gs pos="71000">
                <a:schemeClr val="tx2">
                  <a:alpha val="0"/>
                </a:schemeClr>
              </a:gs>
              <a:gs pos="100000">
                <a:schemeClr val="tx2">
                  <a:alpha val="65000"/>
                </a:schemeClr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grpSp>
        <p:nvGrpSpPr>
          <p:cNvPr id="131" name="Hitachi CS Logo">
            <a:extLst>
              <a:ext uri="{FF2B5EF4-FFF2-40B4-BE49-F238E27FC236}">
                <a16:creationId xmlns:a16="http://schemas.microsoft.com/office/drawing/2014/main" id="{23E880EA-9487-B745-A15A-581AA56C2CE0}"/>
              </a:ext>
            </a:extLst>
          </p:cNvPr>
          <p:cNvGrpSpPr/>
          <p:nvPr userDrawn="1"/>
        </p:nvGrpSpPr>
        <p:grpSpPr>
          <a:xfrm>
            <a:off x="7684916" y="225821"/>
            <a:ext cx="1247901" cy="356665"/>
            <a:chOff x="2751138" y="3262313"/>
            <a:chExt cx="4665662" cy="1333500"/>
          </a:xfrm>
          <a:solidFill>
            <a:schemeClr val="bg1"/>
          </a:solidFill>
        </p:grpSpPr>
        <p:sp>
          <p:nvSpPr>
            <p:cNvPr id="132" name="Freeform 1">
              <a:extLst>
                <a:ext uri="{FF2B5EF4-FFF2-40B4-BE49-F238E27FC236}">
                  <a16:creationId xmlns:a16="http://schemas.microsoft.com/office/drawing/2014/main" id="{9FB430B4-E0C8-F846-9F5E-DF65CE2DB0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0138" y="3275013"/>
              <a:ext cx="673100" cy="631825"/>
            </a:xfrm>
            <a:custGeom>
              <a:avLst/>
              <a:gdLst>
                <a:gd name="T0" fmla="*/ 465 w 1868"/>
                <a:gd name="T1" fmla="*/ 0 h 1755"/>
                <a:gd name="T2" fmla="*/ 465 w 1868"/>
                <a:gd name="T3" fmla="*/ 700 h 1755"/>
                <a:gd name="T4" fmla="*/ 1402 w 1868"/>
                <a:gd name="T5" fmla="*/ 700 h 1755"/>
                <a:gd name="T6" fmla="*/ 1402 w 1868"/>
                <a:gd name="T7" fmla="*/ 0 h 1755"/>
                <a:gd name="T8" fmla="*/ 1867 w 1868"/>
                <a:gd name="T9" fmla="*/ 0 h 1755"/>
                <a:gd name="T10" fmla="*/ 1867 w 1868"/>
                <a:gd name="T11" fmla="*/ 1754 h 1755"/>
                <a:gd name="T12" fmla="*/ 1402 w 1868"/>
                <a:gd name="T13" fmla="*/ 1754 h 1755"/>
                <a:gd name="T14" fmla="*/ 1402 w 1868"/>
                <a:gd name="T15" fmla="*/ 983 h 1755"/>
                <a:gd name="T16" fmla="*/ 465 w 1868"/>
                <a:gd name="T17" fmla="*/ 983 h 1755"/>
                <a:gd name="T18" fmla="*/ 465 w 1868"/>
                <a:gd name="T19" fmla="*/ 1754 h 1755"/>
                <a:gd name="T20" fmla="*/ 0 w 1868"/>
                <a:gd name="T21" fmla="*/ 1754 h 1755"/>
                <a:gd name="T22" fmla="*/ 0 w 1868"/>
                <a:gd name="T23" fmla="*/ 0 h 1755"/>
                <a:gd name="T24" fmla="*/ 465 w 1868"/>
                <a:gd name="T25" fmla="*/ 0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68" h="1755">
                  <a:moveTo>
                    <a:pt x="465" y="0"/>
                  </a:moveTo>
                  <a:cubicBezTo>
                    <a:pt x="465" y="0"/>
                    <a:pt x="465" y="705"/>
                    <a:pt x="465" y="700"/>
                  </a:cubicBezTo>
                  <a:lnTo>
                    <a:pt x="1402" y="700"/>
                  </a:lnTo>
                  <a:cubicBezTo>
                    <a:pt x="1402" y="705"/>
                    <a:pt x="1402" y="0"/>
                    <a:pt x="1402" y="0"/>
                  </a:cubicBezTo>
                  <a:cubicBezTo>
                    <a:pt x="1402" y="0"/>
                    <a:pt x="1863" y="0"/>
                    <a:pt x="1867" y="0"/>
                  </a:cubicBezTo>
                  <a:cubicBezTo>
                    <a:pt x="1867" y="0"/>
                    <a:pt x="1867" y="1750"/>
                    <a:pt x="1867" y="1754"/>
                  </a:cubicBezTo>
                  <a:lnTo>
                    <a:pt x="1402" y="1754"/>
                  </a:lnTo>
                  <a:cubicBezTo>
                    <a:pt x="1402" y="1754"/>
                    <a:pt x="1402" y="987"/>
                    <a:pt x="1402" y="983"/>
                  </a:cubicBezTo>
                  <a:cubicBezTo>
                    <a:pt x="1402" y="987"/>
                    <a:pt x="465" y="983"/>
                    <a:pt x="465" y="983"/>
                  </a:cubicBezTo>
                  <a:cubicBezTo>
                    <a:pt x="465" y="987"/>
                    <a:pt x="465" y="1754"/>
                    <a:pt x="465" y="1754"/>
                  </a:cubicBezTo>
                  <a:lnTo>
                    <a:pt x="0" y="1754"/>
                  </a:lnTo>
                  <a:cubicBezTo>
                    <a:pt x="0" y="1754"/>
                    <a:pt x="4" y="0"/>
                    <a:pt x="0" y="0"/>
                  </a:cubicBezTo>
                  <a:lnTo>
                    <a:pt x="46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133" name="Freeform 2">
              <a:extLst>
                <a:ext uri="{FF2B5EF4-FFF2-40B4-BE49-F238E27FC236}">
                  <a16:creationId xmlns:a16="http://schemas.microsoft.com/office/drawing/2014/main" id="{D01B7498-779A-9C41-B816-79B6F2BB85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3050" y="3275013"/>
              <a:ext cx="677863" cy="631825"/>
            </a:xfrm>
            <a:custGeom>
              <a:avLst/>
              <a:gdLst>
                <a:gd name="T0" fmla="*/ 1883 w 1884"/>
                <a:gd name="T1" fmla="*/ 0 h 1755"/>
                <a:gd name="T2" fmla="*/ 1883 w 1884"/>
                <a:gd name="T3" fmla="*/ 298 h 1755"/>
                <a:gd name="T4" fmla="*/ 1174 w 1884"/>
                <a:gd name="T5" fmla="*/ 298 h 1755"/>
                <a:gd name="T6" fmla="*/ 1174 w 1884"/>
                <a:gd name="T7" fmla="*/ 1754 h 1755"/>
                <a:gd name="T8" fmla="*/ 709 w 1884"/>
                <a:gd name="T9" fmla="*/ 1754 h 1755"/>
                <a:gd name="T10" fmla="*/ 709 w 1884"/>
                <a:gd name="T11" fmla="*/ 298 h 1755"/>
                <a:gd name="T12" fmla="*/ 0 w 1884"/>
                <a:gd name="T13" fmla="*/ 298 h 1755"/>
                <a:gd name="T14" fmla="*/ 0 w 1884"/>
                <a:gd name="T15" fmla="*/ 0 h 1755"/>
                <a:gd name="T16" fmla="*/ 1883 w 1884"/>
                <a:gd name="T17" fmla="*/ 0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84" h="1755">
                  <a:moveTo>
                    <a:pt x="1883" y="0"/>
                  </a:moveTo>
                  <a:cubicBezTo>
                    <a:pt x="1883" y="4"/>
                    <a:pt x="1883" y="298"/>
                    <a:pt x="1883" y="298"/>
                  </a:cubicBezTo>
                  <a:lnTo>
                    <a:pt x="1174" y="298"/>
                  </a:lnTo>
                  <a:lnTo>
                    <a:pt x="1174" y="1754"/>
                  </a:lnTo>
                  <a:lnTo>
                    <a:pt x="709" y="1754"/>
                  </a:lnTo>
                  <a:lnTo>
                    <a:pt x="709" y="298"/>
                  </a:lnTo>
                  <a:lnTo>
                    <a:pt x="0" y="298"/>
                  </a:lnTo>
                  <a:lnTo>
                    <a:pt x="0" y="0"/>
                  </a:lnTo>
                  <a:lnTo>
                    <a:pt x="1883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134" name="Freeform 3">
              <a:extLst>
                <a:ext uri="{FF2B5EF4-FFF2-40B4-BE49-F238E27FC236}">
                  <a16:creationId xmlns:a16="http://schemas.microsoft.com/office/drawing/2014/main" id="{BDA7FABA-2B5B-944C-9BCC-8F9057782F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4863" y="3275013"/>
              <a:ext cx="796925" cy="631825"/>
            </a:xfrm>
            <a:custGeom>
              <a:avLst/>
              <a:gdLst>
                <a:gd name="T0" fmla="*/ 2214 w 2215"/>
                <a:gd name="T1" fmla="*/ 1754 h 1755"/>
                <a:gd name="T2" fmla="*/ 1695 w 2215"/>
                <a:gd name="T3" fmla="*/ 1754 h 1755"/>
                <a:gd name="T4" fmla="*/ 1542 w 2215"/>
                <a:gd name="T5" fmla="*/ 1377 h 1755"/>
                <a:gd name="T6" fmla="*/ 672 w 2215"/>
                <a:gd name="T7" fmla="*/ 1377 h 1755"/>
                <a:gd name="T8" fmla="*/ 518 w 2215"/>
                <a:gd name="T9" fmla="*/ 1754 h 1755"/>
                <a:gd name="T10" fmla="*/ 0 w 2215"/>
                <a:gd name="T11" fmla="*/ 1754 h 1755"/>
                <a:gd name="T12" fmla="*/ 825 w 2215"/>
                <a:gd name="T13" fmla="*/ 0 h 1755"/>
                <a:gd name="T14" fmla="*/ 1392 w 2215"/>
                <a:gd name="T15" fmla="*/ 0 h 1755"/>
                <a:gd name="T16" fmla="*/ 2214 w 2215"/>
                <a:gd name="T17" fmla="*/ 1754 h 1755"/>
                <a:gd name="T18" fmla="*/ 788 w 2215"/>
                <a:gd name="T19" fmla="*/ 1095 h 1755"/>
                <a:gd name="T20" fmla="*/ 1434 w 2215"/>
                <a:gd name="T21" fmla="*/ 1095 h 1755"/>
                <a:gd name="T22" fmla="*/ 1107 w 2215"/>
                <a:gd name="T23" fmla="*/ 298 h 1755"/>
                <a:gd name="T24" fmla="*/ 788 w 2215"/>
                <a:gd name="T25" fmla="*/ 1095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15" h="1755">
                  <a:moveTo>
                    <a:pt x="2214" y="1754"/>
                  </a:moveTo>
                  <a:cubicBezTo>
                    <a:pt x="2214" y="1754"/>
                    <a:pt x="1691" y="1754"/>
                    <a:pt x="1695" y="1754"/>
                  </a:cubicBezTo>
                  <a:lnTo>
                    <a:pt x="1542" y="1377"/>
                  </a:lnTo>
                  <a:lnTo>
                    <a:pt x="672" y="1377"/>
                  </a:lnTo>
                  <a:cubicBezTo>
                    <a:pt x="672" y="1377"/>
                    <a:pt x="522" y="1754"/>
                    <a:pt x="518" y="1754"/>
                  </a:cubicBezTo>
                  <a:lnTo>
                    <a:pt x="0" y="1754"/>
                  </a:lnTo>
                  <a:lnTo>
                    <a:pt x="825" y="0"/>
                  </a:lnTo>
                  <a:lnTo>
                    <a:pt x="1392" y="0"/>
                  </a:lnTo>
                  <a:lnTo>
                    <a:pt x="2214" y="1754"/>
                  </a:lnTo>
                  <a:close/>
                  <a:moveTo>
                    <a:pt x="788" y="1095"/>
                  </a:moveTo>
                  <a:lnTo>
                    <a:pt x="1434" y="1095"/>
                  </a:lnTo>
                  <a:lnTo>
                    <a:pt x="1107" y="298"/>
                  </a:lnTo>
                  <a:lnTo>
                    <a:pt x="788" y="1095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135" name="Freeform 4">
              <a:extLst>
                <a:ext uri="{FF2B5EF4-FFF2-40B4-BE49-F238E27FC236}">
                  <a16:creationId xmlns:a16="http://schemas.microsoft.com/office/drawing/2014/main" id="{6202A732-73E2-F947-9635-8EC7DD51D5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85000" y="3275013"/>
              <a:ext cx="166688" cy="631825"/>
            </a:xfrm>
            <a:custGeom>
              <a:avLst/>
              <a:gdLst>
                <a:gd name="T0" fmla="*/ 232 w 465"/>
                <a:gd name="T1" fmla="*/ 1754 h 1755"/>
                <a:gd name="T2" fmla="*/ 0 w 465"/>
                <a:gd name="T3" fmla="*/ 1754 h 1755"/>
                <a:gd name="T4" fmla="*/ 0 w 465"/>
                <a:gd name="T5" fmla="*/ 0 h 1755"/>
                <a:gd name="T6" fmla="*/ 464 w 465"/>
                <a:gd name="T7" fmla="*/ 0 h 1755"/>
                <a:gd name="T8" fmla="*/ 464 w 465"/>
                <a:gd name="T9" fmla="*/ 1754 h 1755"/>
                <a:gd name="T10" fmla="*/ 232 w 465"/>
                <a:gd name="T11" fmla="*/ 1754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5" h="1755">
                  <a:moveTo>
                    <a:pt x="232" y="1754"/>
                  </a:moveTo>
                  <a:lnTo>
                    <a:pt x="0" y="1754"/>
                  </a:lnTo>
                  <a:lnTo>
                    <a:pt x="0" y="0"/>
                  </a:lnTo>
                  <a:lnTo>
                    <a:pt x="464" y="0"/>
                  </a:lnTo>
                  <a:lnTo>
                    <a:pt x="464" y="1754"/>
                  </a:lnTo>
                  <a:lnTo>
                    <a:pt x="232" y="175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136" name="Freeform 5">
              <a:extLst>
                <a:ext uri="{FF2B5EF4-FFF2-40B4-BE49-F238E27FC236}">
                  <a16:creationId xmlns:a16="http://schemas.microsoft.com/office/drawing/2014/main" id="{184EB6DD-7B92-A34F-AC7C-80A7CCD902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9588" y="3275013"/>
              <a:ext cx="673100" cy="631825"/>
            </a:xfrm>
            <a:custGeom>
              <a:avLst/>
              <a:gdLst>
                <a:gd name="T0" fmla="*/ 465 w 1868"/>
                <a:gd name="T1" fmla="*/ 0 h 1755"/>
                <a:gd name="T2" fmla="*/ 465 w 1868"/>
                <a:gd name="T3" fmla="*/ 700 h 1755"/>
                <a:gd name="T4" fmla="*/ 1402 w 1868"/>
                <a:gd name="T5" fmla="*/ 700 h 1755"/>
                <a:gd name="T6" fmla="*/ 1402 w 1868"/>
                <a:gd name="T7" fmla="*/ 0 h 1755"/>
                <a:gd name="T8" fmla="*/ 1867 w 1868"/>
                <a:gd name="T9" fmla="*/ 0 h 1755"/>
                <a:gd name="T10" fmla="*/ 1867 w 1868"/>
                <a:gd name="T11" fmla="*/ 1754 h 1755"/>
                <a:gd name="T12" fmla="*/ 1402 w 1868"/>
                <a:gd name="T13" fmla="*/ 1754 h 1755"/>
                <a:gd name="T14" fmla="*/ 1402 w 1868"/>
                <a:gd name="T15" fmla="*/ 983 h 1755"/>
                <a:gd name="T16" fmla="*/ 465 w 1868"/>
                <a:gd name="T17" fmla="*/ 983 h 1755"/>
                <a:gd name="T18" fmla="*/ 465 w 1868"/>
                <a:gd name="T19" fmla="*/ 1754 h 1755"/>
                <a:gd name="T20" fmla="*/ 0 w 1868"/>
                <a:gd name="T21" fmla="*/ 1754 h 1755"/>
                <a:gd name="T22" fmla="*/ 0 w 1868"/>
                <a:gd name="T23" fmla="*/ 0 h 1755"/>
                <a:gd name="T24" fmla="*/ 465 w 1868"/>
                <a:gd name="T25" fmla="*/ 0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68" h="1755">
                  <a:moveTo>
                    <a:pt x="465" y="0"/>
                  </a:moveTo>
                  <a:cubicBezTo>
                    <a:pt x="465" y="0"/>
                    <a:pt x="465" y="705"/>
                    <a:pt x="465" y="700"/>
                  </a:cubicBezTo>
                  <a:lnTo>
                    <a:pt x="1402" y="700"/>
                  </a:lnTo>
                  <a:cubicBezTo>
                    <a:pt x="1402" y="705"/>
                    <a:pt x="1402" y="0"/>
                    <a:pt x="1402" y="0"/>
                  </a:cubicBezTo>
                  <a:cubicBezTo>
                    <a:pt x="1402" y="0"/>
                    <a:pt x="1863" y="0"/>
                    <a:pt x="1867" y="0"/>
                  </a:cubicBezTo>
                  <a:cubicBezTo>
                    <a:pt x="1867" y="0"/>
                    <a:pt x="1867" y="1750"/>
                    <a:pt x="1867" y="1754"/>
                  </a:cubicBezTo>
                  <a:lnTo>
                    <a:pt x="1402" y="1754"/>
                  </a:lnTo>
                  <a:cubicBezTo>
                    <a:pt x="1402" y="1754"/>
                    <a:pt x="1402" y="987"/>
                    <a:pt x="1402" y="983"/>
                  </a:cubicBezTo>
                  <a:cubicBezTo>
                    <a:pt x="1402" y="987"/>
                    <a:pt x="465" y="983"/>
                    <a:pt x="465" y="983"/>
                  </a:cubicBezTo>
                  <a:cubicBezTo>
                    <a:pt x="465" y="987"/>
                    <a:pt x="465" y="1754"/>
                    <a:pt x="465" y="1754"/>
                  </a:cubicBezTo>
                  <a:lnTo>
                    <a:pt x="0" y="1754"/>
                  </a:lnTo>
                  <a:cubicBezTo>
                    <a:pt x="0" y="1754"/>
                    <a:pt x="5" y="0"/>
                    <a:pt x="0" y="0"/>
                  </a:cubicBezTo>
                  <a:lnTo>
                    <a:pt x="46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137" name="Freeform 6">
              <a:extLst>
                <a:ext uri="{FF2B5EF4-FFF2-40B4-BE49-F238E27FC236}">
                  <a16:creationId xmlns:a16="http://schemas.microsoft.com/office/drawing/2014/main" id="{EC3702F1-27E8-7547-9488-7276F6F2DB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4450" y="3275013"/>
              <a:ext cx="168275" cy="631825"/>
            </a:xfrm>
            <a:custGeom>
              <a:avLst/>
              <a:gdLst>
                <a:gd name="T0" fmla="*/ 233 w 466"/>
                <a:gd name="T1" fmla="*/ 1754 h 1755"/>
                <a:gd name="T2" fmla="*/ 0 w 466"/>
                <a:gd name="T3" fmla="*/ 1754 h 1755"/>
                <a:gd name="T4" fmla="*/ 0 w 466"/>
                <a:gd name="T5" fmla="*/ 0 h 1755"/>
                <a:gd name="T6" fmla="*/ 465 w 466"/>
                <a:gd name="T7" fmla="*/ 0 h 1755"/>
                <a:gd name="T8" fmla="*/ 465 w 466"/>
                <a:gd name="T9" fmla="*/ 1754 h 1755"/>
                <a:gd name="T10" fmla="*/ 233 w 466"/>
                <a:gd name="T11" fmla="*/ 1754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6" h="1755">
                  <a:moveTo>
                    <a:pt x="233" y="1754"/>
                  </a:moveTo>
                  <a:lnTo>
                    <a:pt x="0" y="1754"/>
                  </a:lnTo>
                  <a:lnTo>
                    <a:pt x="0" y="0"/>
                  </a:lnTo>
                  <a:lnTo>
                    <a:pt x="465" y="0"/>
                  </a:lnTo>
                  <a:lnTo>
                    <a:pt x="465" y="1754"/>
                  </a:lnTo>
                  <a:lnTo>
                    <a:pt x="233" y="175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138" name="Freeform 7">
              <a:extLst>
                <a:ext uri="{FF2B5EF4-FFF2-40B4-BE49-F238E27FC236}">
                  <a16:creationId xmlns:a16="http://schemas.microsoft.com/office/drawing/2014/main" id="{C738431C-76DE-1049-BFB5-BD8EBF48BD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3213" y="3262313"/>
              <a:ext cx="715962" cy="663575"/>
            </a:xfrm>
            <a:custGeom>
              <a:avLst/>
              <a:gdLst>
                <a:gd name="T0" fmla="*/ 62 w 1988"/>
                <a:gd name="T1" fmla="*/ 1307 h 1842"/>
                <a:gd name="T2" fmla="*/ 0 w 1988"/>
                <a:gd name="T3" fmla="*/ 933 h 1842"/>
                <a:gd name="T4" fmla="*/ 120 w 1988"/>
                <a:gd name="T5" fmla="*/ 423 h 1842"/>
                <a:gd name="T6" fmla="*/ 518 w 1988"/>
                <a:gd name="T7" fmla="*/ 91 h 1842"/>
                <a:gd name="T8" fmla="*/ 1033 w 1988"/>
                <a:gd name="T9" fmla="*/ 0 h 1842"/>
                <a:gd name="T10" fmla="*/ 1618 w 1988"/>
                <a:gd name="T11" fmla="*/ 125 h 1842"/>
                <a:gd name="T12" fmla="*/ 1950 w 1988"/>
                <a:gd name="T13" fmla="*/ 531 h 1842"/>
                <a:gd name="T14" fmla="*/ 1966 w 1988"/>
                <a:gd name="T15" fmla="*/ 643 h 1842"/>
                <a:gd name="T16" fmla="*/ 1481 w 1988"/>
                <a:gd name="T17" fmla="*/ 643 h 1842"/>
                <a:gd name="T18" fmla="*/ 1456 w 1988"/>
                <a:gd name="T19" fmla="*/ 506 h 1842"/>
                <a:gd name="T20" fmla="*/ 1240 w 1988"/>
                <a:gd name="T21" fmla="*/ 303 h 1842"/>
                <a:gd name="T22" fmla="*/ 1037 w 1988"/>
                <a:gd name="T23" fmla="*/ 274 h 1842"/>
                <a:gd name="T24" fmla="*/ 809 w 1988"/>
                <a:gd name="T25" fmla="*/ 315 h 1842"/>
                <a:gd name="T26" fmla="*/ 556 w 1988"/>
                <a:gd name="T27" fmla="*/ 573 h 1842"/>
                <a:gd name="T28" fmla="*/ 494 w 1988"/>
                <a:gd name="T29" fmla="*/ 942 h 1842"/>
                <a:gd name="T30" fmla="*/ 539 w 1988"/>
                <a:gd name="T31" fmla="*/ 1249 h 1842"/>
                <a:gd name="T32" fmla="*/ 792 w 1988"/>
                <a:gd name="T33" fmla="*/ 1527 h 1842"/>
                <a:gd name="T34" fmla="*/ 1041 w 1988"/>
                <a:gd name="T35" fmla="*/ 1572 h 1842"/>
                <a:gd name="T36" fmla="*/ 1257 w 1988"/>
                <a:gd name="T37" fmla="*/ 1539 h 1842"/>
                <a:gd name="T38" fmla="*/ 1460 w 1988"/>
                <a:gd name="T39" fmla="*/ 1356 h 1842"/>
                <a:gd name="T40" fmla="*/ 1497 w 1988"/>
                <a:gd name="T41" fmla="*/ 1170 h 1842"/>
                <a:gd name="T42" fmla="*/ 1987 w 1988"/>
                <a:gd name="T43" fmla="*/ 1170 h 1842"/>
                <a:gd name="T44" fmla="*/ 1962 w 1988"/>
                <a:gd name="T45" fmla="*/ 1336 h 1842"/>
                <a:gd name="T46" fmla="*/ 1638 w 1988"/>
                <a:gd name="T47" fmla="*/ 1721 h 1842"/>
                <a:gd name="T48" fmla="*/ 1041 w 1988"/>
                <a:gd name="T49" fmla="*/ 1841 h 1842"/>
                <a:gd name="T50" fmla="*/ 568 w 1988"/>
                <a:gd name="T51" fmla="*/ 1771 h 1842"/>
                <a:gd name="T52" fmla="*/ 62 w 1988"/>
                <a:gd name="T53" fmla="*/ 1307 h 1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988" h="1842">
                  <a:moveTo>
                    <a:pt x="62" y="1307"/>
                  </a:moveTo>
                  <a:cubicBezTo>
                    <a:pt x="21" y="1191"/>
                    <a:pt x="0" y="1066"/>
                    <a:pt x="0" y="933"/>
                  </a:cubicBezTo>
                  <a:cubicBezTo>
                    <a:pt x="0" y="751"/>
                    <a:pt x="33" y="573"/>
                    <a:pt x="120" y="423"/>
                  </a:cubicBezTo>
                  <a:cubicBezTo>
                    <a:pt x="211" y="270"/>
                    <a:pt x="348" y="154"/>
                    <a:pt x="518" y="91"/>
                  </a:cubicBezTo>
                  <a:cubicBezTo>
                    <a:pt x="680" y="33"/>
                    <a:pt x="850" y="0"/>
                    <a:pt x="1033" y="0"/>
                  </a:cubicBezTo>
                  <a:cubicBezTo>
                    <a:pt x="1240" y="0"/>
                    <a:pt x="1439" y="46"/>
                    <a:pt x="1618" y="125"/>
                  </a:cubicBezTo>
                  <a:cubicBezTo>
                    <a:pt x="1784" y="195"/>
                    <a:pt x="1912" y="349"/>
                    <a:pt x="1950" y="531"/>
                  </a:cubicBezTo>
                  <a:cubicBezTo>
                    <a:pt x="1958" y="568"/>
                    <a:pt x="1962" y="606"/>
                    <a:pt x="1966" y="643"/>
                  </a:cubicBezTo>
                  <a:lnTo>
                    <a:pt x="1481" y="643"/>
                  </a:lnTo>
                  <a:cubicBezTo>
                    <a:pt x="1481" y="597"/>
                    <a:pt x="1472" y="552"/>
                    <a:pt x="1456" y="506"/>
                  </a:cubicBezTo>
                  <a:cubicBezTo>
                    <a:pt x="1419" y="411"/>
                    <a:pt x="1340" y="332"/>
                    <a:pt x="1240" y="303"/>
                  </a:cubicBezTo>
                  <a:cubicBezTo>
                    <a:pt x="1174" y="282"/>
                    <a:pt x="1107" y="274"/>
                    <a:pt x="1037" y="274"/>
                  </a:cubicBezTo>
                  <a:cubicBezTo>
                    <a:pt x="958" y="274"/>
                    <a:pt x="879" y="286"/>
                    <a:pt x="809" y="315"/>
                  </a:cubicBezTo>
                  <a:cubicBezTo>
                    <a:pt x="688" y="357"/>
                    <a:pt x="597" y="452"/>
                    <a:pt x="556" y="573"/>
                  </a:cubicBezTo>
                  <a:cubicBezTo>
                    <a:pt x="514" y="689"/>
                    <a:pt x="494" y="813"/>
                    <a:pt x="494" y="942"/>
                  </a:cubicBezTo>
                  <a:cubicBezTo>
                    <a:pt x="494" y="1050"/>
                    <a:pt x="510" y="1153"/>
                    <a:pt x="539" y="1249"/>
                  </a:cubicBezTo>
                  <a:cubicBezTo>
                    <a:pt x="572" y="1377"/>
                    <a:pt x="672" y="1481"/>
                    <a:pt x="792" y="1527"/>
                  </a:cubicBezTo>
                  <a:cubicBezTo>
                    <a:pt x="871" y="1556"/>
                    <a:pt x="954" y="1572"/>
                    <a:pt x="1041" y="1572"/>
                  </a:cubicBezTo>
                  <a:cubicBezTo>
                    <a:pt x="1116" y="1572"/>
                    <a:pt x="1186" y="1560"/>
                    <a:pt x="1257" y="1539"/>
                  </a:cubicBezTo>
                  <a:cubicBezTo>
                    <a:pt x="1348" y="1510"/>
                    <a:pt x="1423" y="1444"/>
                    <a:pt x="1460" y="1356"/>
                  </a:cubicBezTo>
                  <a:cubicBezTo>
                    <a:pt x="1485" y="1298"/>
                    <a:pt x="1497" y="1236"/>
                    <a:pt x="1497" y="1170"/>
                  </a:cubicBezTo>
                  <a:lnTo>
                    <a:pt x="1987" y="1170"/>
                  </a:lnTo>
                  <a:cubicBezTo>
                    <a:pt x="1983" y="1228"/>
                    <a:pt x="1974" y="1282"/>
                    <a:pt x="1962" y="1336"/>
                  </a:cubicBezTo>
                  <a:cubicBezTo>
                    <a:pt x="1920" y="1510"/>
                    <a:pt x="1800" y="1655"/>
                    <a:pt x="1638" y="1721"/>
                  </a:cubicBezTo>
                  <a:cubicBezTo>
                    <a:pt x="1456" y="1800"/>
                    <a:pt x="1253" y="1841"/>
                    <a:pt x="1041" y="1841"/>
                  </a:cubicBezTo>
                  <a:cubicBezTo>
                    <a:pt x="875" y="1841"/>
                    <a:pt x="718" y="1817"/>
                    <a:pt x="568" y="1771"/>
                  </a:cubicBezTo>
                  <a:cubicBezTo>
                    <a:pt x="336" y="1692"/>
                    <a:pt x="137" y="1527"/>
                    <a:pt x="62" y="1307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139" name="Freeform 8">
              <a:extLst>
                <a:ext uri="{FF2B5EF4-FFF2-40B4-BE49-F238E27FC236}">
                  <a16:creationId xmlns:a16="http://schemas.microsoft.com/office/drawing/2014/main" id="{336DE49E-68F1-8549-91BE-AC973FAF8B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1138" y="4083050"/>
              <a:ext cx="153987" cy="398463"/>
            </a:xfrm>
            <a:custGeom>
              <a:avLst/>
              <a:gdLst>
                <a:gd name="T0" fmla="*/ 415 w 428"/>
                <a:gd name="T1" fmla="*/ 0 h 1109"/>
                <a:gd name="T2" fmla="*/ 0 w 428"/>
                <a:gd name="T3" fmla="*/ 38 h 1109"/>
                <a:gd name="T4" fmla="*/ 0 w 428"/>
                <a:gd name="T5" fmla="*/ 100 h 1109"/>
                <a:gd name="T6" fmla="*/ 12 w 428"/>
                <a:gd name="T7" fmla="*/ 100 h 1109"/>
                <a:gd name="T8" fmla="*/ 178 w 428"/>
                <a:gd name="T9" fmla="*/ 241 h 1109"/>
                <a:gd name="T10" fmla="*/ 178 w 428"/>
                <a:gd name="T11" fmla="*/ 1108 h 1109"/>
                <a:gd name="T12" fmla="*/ 427 w 428"/>
                <a:gd name="T13" fmla="*/ 1108 h 1109"/>
                <a:gd name="T14" fmla="*/ 427 w 428"/>
                <a:gd name="T15" fmla="*/ 0 h 1109"/>
                <a:gd name="T16" fmla="*/ 415 w 428"/>
                <a:gd name="T17" fmla="*/ 0 h 1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8" h="1109">
                  <a:moveTo>
                    <a:pt x="415" y="0"/>
                  </a:moveTo>
                  <a:lnTo>
                    <a:pt x="0" y="38"/>
                  </a:lnTo>
                  <a:lnTo>
                    <a:pt x="0" y="100"/>
                  </a:lnTo>
                  <a:lnTo>
                    <a:pt x="12" y="100"/>
                  </a:lnTo>
                  <a:cubicBezTo>
                    <a:pt x="178" y="121"/>
                    <a:pt x="178" y="121"/>
                    <a:pt x="178" y="241"/>
                  </a:cubicBezTo>
                  <a:lnTo>
                    <a:pt x="178" y="1108"/>
                  </a:lnTo>
                  <a:lnTo>
                    <a:pt x="427" y="1108"/>
                  </a:lnTo>
                  <a:lnTo>
                    <a:pt x="427" y="0"/>
                  </a:lnTo>
                  <a:lnTo>
                    <a:pt x="41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140" name="Freeform 9">
              <a:extLst>
                <a:ext uri="{FF2B5EF4-FFF2-40B4-BE49-F238E27FC236}">
                  <a16:creationId xmlns:a16="http://schemas.microsoft.com/office/drawing/2014/main" id="{946BEEF0-5EDD-1F44-97F7-0D47AD199D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6088" y="4198938"/>
              <a:ext cx="315912" cy="282575"/>
            </a:xfrm>
            <a:custGeom>
              <a:avLst/>
              <a:gdLst>
                <a:gd name="T0" fmla="*/ 643 w 876"/>
                <a:gd name="T1" fmla="*/ 4 h 785"/>
                <a:gd name="T2" fmla="*/ 353 w 876"/>
                <a:gd name="T3" fmla="*/ 170 h 785"/>
                <a:gd name="T4" fmla="*/ 353 w 876"/>
                <a:gd name="T5" fmla="*/ 0 h 785"/>
                <a:gd name="T6" fmla="*/ 336 w 876"/>
                <a:gd name="T7" fmla="*/ 4 h 785"/>
                <a:gd name="T8" fmla="*/ 0 w 876"/>
                <a:gd name="T9" fmla="*/ 58 h 785"/>
                <a:gd name="T10" fmla="*/ 0 w 876"/>
                <a:gd name="T11" fmla="*/ 116 h 785"/>
                <a:gd name="T12" fmla="*/ 17 w 876"/>
                <a:gd name="T13" fmla="*/ 116 h 785"/>
                <a:gd name="T14" fmla="*/ 145 w 876"/>
                <a:gd name="T15" fmla="*/ 240 h 785"/>
                <a:gd name="T16" fmla="*/ 145 w 876"/>
                <a:gd name="T17" fmla="*/ 784 h 785"/>
                <a:gd name="T18" fmla="*/ 353 w 876"/>
                <a:gd name="T19" fmla="*/ 784 h 785"/>
                <a:gd name="T20" fmla="*/ 353 w 876"/>
                <a:gd name="T21" fmla="*/ 386 h 785"/>
                <a:gd name="T22" fmla="*/ 560 w 876"/>
                <a:gd name="T23" fmla="*/ 141 h 785"/>
                <a:gd name="T24" fmla="*/ 664 w 876"/>
                <a:gd name="T25" fmla="*/ 361 h 785"/>
                <a:gd name="T26" fmla="*/ 664 w 876"/>
                <a:gd name="T27" fmla="*/ 784 h 785"/>
                <a:gd name="T28" fmla="*/ 871 w 876"/>
                <a:gd name="T29" fmla="*/ 784 h 785"/>
                <a:gd name="T30" fmla="*/ 871 w 876"/>
                <a:gd name="T31" fmla="*/ 240 h 785"/>
                <a:gd name="T32" fmla="*/ 643 w 876"/>
                <a:gd name="T33" fmla="*/ 4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6" h="785">
                  <a:moveTo>
                    <a:pt x="643" y="4"/>
                  </a:moveTo>
                  <a:cubicBezTo>
                    <a:pt x="490" y="4"/>
                    <a:pt x="398" y="108"/>
                    <a:pt x="353" y="170"/>
                  </a:cubicBezTo>
                  <a:cubicBezTo>
                    <a:pt x="353" y="112"/>
                    <a:pt x="353" y="0"/>
                    <a:pt x="353" y="0"/>
                  </a:cubicBezTo>
                  <a:lnTo>
                    <a:pt x="336" y="4"/>
                  </a:lnTo>
                  <a:lnTo>
                    <a:pt x="0" y="58"/>
                  </a:lnTo>
                  <a:lnTo>
                    <a:pt x="0" y="116"/>
                  </a:lnTo>
                  <a:lnTo>
                    <a:pt x="17" y="116"/>
                  </a:lnTo>
                  <a:cubicBezTo>
                    <a:pt x="124" y="120"/>
                    <a:pt x="145" y="141"/>
                    <a:pt x="145" y="240"/>
                  </a:cubicBezTo>
                  <a:lnTo>
                    <a:pt x="145" y="784"/>
                  </a:lnTo>
                  <a:lnTo>
                    <a:pt x="353" y="784"/>
                  </a:lnTo>
                  <a:lnTo>
                    <a:pt x="353" y="386"/>
                  </a:lnTo>
                  <a:cubicBezTo>
                    <a:pt x="353" y="278"/>
                    <a:pt x="452" y="141"/>
                    <a:pt x="560" y="141"/>
                  </a:cubicBezTo>
                  <a:cubicBezTo>
                    <a:pt x="660" y="141"/>
                    <a:pt x="664" y="224"/>
                    <a:pt x="664" y="361"/>
                  </a:cubicBezTo>
                  <a:lnTo>
                    <a:pt x="664" y="784"/>
                  </a:lnTo>
                  <a:lnTo>
                    <a:pt x="871" y="784"/>
                  </a:lnTo>
                  <a:lnTo>
                    <a:pt x="871" y="240"/>
                  </a:lnTo>
                  <a:cubicBezTo>
                    <a:pt x="875" y="87"/>
                    <a:pt x="792" y="4"/>
                    <a:pt x="643" y="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141" name="Freeform 10">
              <a:extLst>
                <a:ext uri="{FF2B5EF4-FFF2-40B4-BE49-F238E27FC236}">
                  <a16:creationId xmlns:a16="http://schemas.microsoft.com/office/drawing/2014/main" id="{6BCC93B9-5C69-7540-92E1-62CA35E129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6138" y="4200525"/>
              <a:ext cx="212725" cy="288925"/>
            </a:xfrm>
            <a:custGeom>
              <a:avLst/>
              <a:gdLst>
                <a:gd name="T0" fmla="*/ 348 w 590"/>
                <a:gd name="T1" fmla="*/ 303 h 802"/>
                <a:gd name="T2" fmla="*/ 195 w 590"/>
                <a:gd name="T3" fmla="*/ 170 h 802"/>
                <a:gd name="T4" fmla="*/ 307 w 590"/>
                <a:gd name="T5" fmla="*/ 100 h 802"/>
                <a:gd name="T6" fmla="*/ 502 w 590"/>
                <a:gd name="T7" fmla="*/ 166 h 802"/>
                <a:gd name="T8" fmla="*/ 535 w 590"/>
                <a:gd name="T9" fmla="*/ 187 h 802"/>
                <a:gd name="T10" fmla="*/ 535 w 590"/>
                <a:gd name="T11" fmla="*/ 162 h 802"/>
                <a:gd name="T12" fmla="*/ 535 w 590"/>
                <a:gd name="T13" fmla="*/ 33 h 802"/>
                <a:gd name="T14" fmla="*/ 506 w 590"/>
                <a:gd name="T15" fmla="*/ 25 h 802"/>
                <a:gd name="T16" fmla="*/ 315 w 590"/>
                <a:gd name="T17" fmla="*/ 0 h 802"/>
                <a:gd name="T18" fmla="*/ 0 w 590"/>
                <a:gd name="T19" fmla="*/ 224 h 802"/>
                <a:gd name="T20" fmla="*/ 228 w 590"/>
                <a:gd name="T21" fmla="*/ 465 h 802"/>
                <a:gd name="T22" fmla="*/ 390 w 590"/>
                <a:gd name="T23" fmla="*/ 606 h 802"/>
                <a:gd name="T24" fmla="*/ 249 w 590"/>
                <a:gd name="T25" fmla="*/ 697 h 802"/>
                <a:gd name="T26" fmla="*/ 20 w 590"/>
                <a:gd name="T27" fmla="*/ 618 h 802"/>
                <a:gd name="T28" fmla="*/ 0 w 590"/>
                <a:gd name="T29" fmla="*/ 606 h 802"/>
                <a:gd name="T30" fmla="*/ 0 w 590"/>
                <a:gd name="T31" fmla="*/ 767 h 802"/>
                <a:gd name="T32" fmla="*/ 16 w 590"/>
                <a:gd name="T33" fmla="*/ 771 h 802"/>
                <a:gd name="T34" fmla="*/ 244 w 590"/>
                <a:gd name="T35" fmla="*/ 801 h 802"/>
                <a:gd name="T36" fmla="*/ 580 w 590"/>
                <a:gd name="T37" fmla="*/ 568 h 802"/>
                <a:gd name="T38" fmla="*/ 348 w 590"/>
                <a:gd name="T39" fmla="*/ 303 h 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90" h="802">
                  <a:moveTo>
                    <a:pt x="348" y="303"/>
                  </a:moveTo>
                  <a:cubicBezTo>
                    <a:pt x="265" y="261"/>
                    <a:pt x="195" y="228"/>
                    <a:pt x="195" y="170"/>
                  </a:cubicBezTo>
                  <a:cubicBezTo>
                    <a:pt x="195" y="104"/>
                    <a:pt x="274" y="100"/>
                    <a:pt x="307" y="100"/>
                  </a:cubicBezTo>
                  <a:cubicBezTo>
                    <a:pt x="394" y="100"/>
                    <a:pt x="468" y="145"/>
                    <a:pt x="502" y="166"/>
                  </a:cubicBezTo>
                  <a:lnTo>
                    <a:pt x="535" y="187"/>
                  </a:lnTo>
                  <a:lnTo>
                    <a:pt x="535" y="162"/>
                  </a:lnTo>
                  <a:lnTo>
                    <a:pt x="535" y="33"/>
                  </a:lnTo>
                  <a:lnTo>
                    <a:pt x="506" y="25"/>
                  </a:lnTo>
                  <a:cubicBezTo>
                    <a:pt x="468" y="17"/>
                    <a:pt x="398" y="0"/>
                    <a:pt x="315" y="0"/>
                  </a:cubicBezTo>
                  <a:cubicBezTo>
                    <a:pt x="120" y="0"/>
                    <a:pt x="0" y="83"/>
                    <a:pt x="0" y="224"/>
                  </a:cubicBezTo>
                  <a:cubicBezTo>
                    <a:pt x="0" y="353"/>
                    <a:pt x="124" y="411"/>
                    <a:pt x="228" y="465"/>
                  </a:cubicBezTo>
                  <a:cubicBezTo>
                    <a:pt x="311" y="506"/>
                    <a:pt x="390" y="543"/>
                    <a:pt x="390" y="606"/>
                  </a:cubicBezTo>
                  <a:cubicBezTo>
                    <a:pt x="390" y="664"/>
                    <a:pt x="340" y="697"/>
                    <a:pt x="249" y="697"/>
                  </a:cubicBezTo>
                  <a:cubicBezTo>
                    <a:pt x="149" y="697"/>
                    <a:pt x="70" y="647"/>
                    <a:pt x="20" y="618"/>
                  </a:cubicBezTo>
                  <a:lnTo>
                    <a:pt x="0" y="606"/>
                  </a:lnTo>
                  <a:lnTo>
                    <a:pt x="0" y="767"/>
                  </a:lnTo>
                  <a:lnTo>
                    <a:pt x="16" y="771"/>
                  </a:lnTo>
                  <a:cubicBezTo>
                    <a:pt x="58" y="780"/>
                    <a:pt x="137" y="801"/>
                    <a:pt x="244" y="801"/>
                  </a:cubicBezTo>
                  <a:cubicBezTo>
                    <a:pt x="456" y="801"/>
                    <a:pt x="580" y="713"/>
                    <a:pt x="580" y="568"/>
                  </a:cubicBezTo>
                  <a:cubicBezTo>
                    <a:pt x="589" y="419"/>
                    <a:pt x="460" y="357"/>
                    <a:pt x="348" y="303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142" name="Freeform 11">
              <a:extLst>
                <a:ext uri="{FF2B5EF4-FFF2-40B4-BE49-F238E27FC236}">
                  <a16:creationId xmlns:a16="http://schemas.microsoft.com/office/drawing/2014/main" id="{B00B7E1B-6CE5-1748-B4EB-9743388496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5375" y="4198938"/>
              <a:ext cx="325438" cy="396875"/>
            </a:xfrm>
            <a:custGeom>
              <a:avLst/>
              <a:gdLst>
                <a:gd name="T0" fmla="*/ 577 w 906"/>
                <a:gd name="T1" fmla="*/ 4 h 1104"/>
                <a:gd name="T2" fmla="*/ 357 w 906"/>
                <a:gd name="T3" fmla="*/ 112 h 1104"/>
                <a:gd name="T4" fmla="*/ 357 w 906"/>
                <a:gd name="T5" fmla="*/ 0 h 1104"/>
                <a:gd name="T6" fmla="*/ 336 w 906"/>
                <a:gd name="T7" fmla="*/ 4 h 1104"/>
                <a:gd name="T8" fmla="*/ 0 w 906"/>
                <a:gd name="T9" fmla="*/ 58 h 1104"/>
                <a:gd name="T10" fmla="*/ 0 w 906"/>
                <a:gd name="T11" fmla="*/ 116 h 1104"/>
                <a:gd name="T12" fmla="*/ 13 w 906"/>
                <a:gd name="T13" fmla="*/ 116 h 1104"/>
                <a:gd name="T14" fmla="*/ 137 w 906"/>
                <a:gd name="T15" fmla="*/ 240 h 1104"/>
                <a:gd name="T16" fmla="*/ 137 w 906"/>
                <a:gd name="T17" fmla="*/ 1103 h 1104"/>
                <a:gd name="T18" fmla="*/ 345 w 906"/>
                <a:gd name="T19" fmla="*/ 1103 h 1104"/>
                <a:gd name="T20" fmla="*/ 345 w 906"/>
                <a:gd name="T21" fmla="*/ 709 h 1104"/>
                <a:gd name="T22" fmla="*/ 560 w 906"/>
                <a:gd name="T23" fmla="*/ 800 h 1104"/>
                <a:gd name="T24" fmla="*/ 896 w 906"/>
                <a:gd name="T25" fmla="*/ 390 h 1104"/>
                <a:gd name="T26" fmla="*/ 577 w 906"/>
                <a:gd name="T27" fmla="*/ 4 h 1104"/>
                <a:gd name="T28" fmla="*/ 515 w 906"/>
                <a:gd name="T29" fmla="*/ 120 h 1104"/>
                <a:gd name="T30" fmla="*/ 672 w 906"/>
                <a:gd name="T31" fmla="*/ 394 h 1104"/>
                <a:gd name="T32" fmla="*/ 515 w 906"/>
                <a:gd name="T33" fmla="*/ 688 h 1104"/>
                <a:gd name="T34" fmla="*/ 349 w 906"/>
                <a:gd name="T35" fmla="*/ 456 h 1104"/>
                <a:gd name="T36" fmla="*/ 349 w 906"/>
                <a:gd name="T37" fmla="*/ 390 h 1104"/>
                <a:gd name="T38" fmla="*/ 515 w 906"/>
                <a:gd name="T39" fmla="*/ 120 h 1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06" h="1104">
                  <a:moveTo>
                    <a:pt x="577" y="4"/>
                  </a:moveTo>
                  <a:cubicBezTo>
                    <a:pt x="498" y="4"/>
                    <a:pt x="424" y="41"/>
                    <a:pt x="357" y="112"/>
                  </a:cubicBezTo>
                  <a:cubicBezTo>
                    <a:pt x="357" y="75"/>
                    <a:pt x="357" y="0"/>
                    <a:pt x="357" y="0"/>
                  </a:cubicBezTo>
                  <a:lnTo>
                    <a:pt x="336" y="4"/>
                  </a:lnTo>
                  <a:lnTo>
                    <a:pt x="0" y="58"/>
                  </a:lnTo>
                  <a:lnTo>
                    <a:pt x="0" y="116"/>
                  </a:lnTo>
                  <a:lnTo>
                    <a:pt x="13" y="116"/>
                  </a:lnTo>
                  <a:cubicBezTo>
                    <a:pt x="117" y="120"/>
                    <a:pt x="137" y="141"/>
                    <a:pt x="137" y="240"/>
                  </a:cubicBezTo>
                  <a:lnTo>
                    <a:pt x="137" y="1103"/>
                  </a:lnTo>
                  <a:lnTo>
                    <a:pt x="345" y="1103"/>
                  </a:lnTo>
                  <a:cubicBezTo>
                    <a:pt x="345" y="1103"/>
                    <a:pt x="345" y="775"/>
                    <a:pt x="345" y="709"/>
                  </a:cubicBezTo>
                  <a:cubicBezTo>
                    <a:pt x="382" y="755"/>
                    <a:pt x="444" y="800"/>
                    <a:pt x="560" y="800"/>
                  </a:cubicBezTo>
                  <a:cubicBezTo>
                    <a:pt x="780" y="800"/>
                    <a:pt x="896" y="659"/>
                    <a:pt x="896" y="390"/>
                  </a:cubicBezTo>
                  <a:cubicBezTo>
                    <a:pt x="905" y="145"/>
                    <a:pt x="784" y="4"/>
                    <a:pt x="577" y="4"/>
                  </a:cubicBezTo>
                  <a:close/>
                  <a:moveTo>
                    <a:pt x="515" y="120"/>
                  </a:moveTo>
                  <a:cubicBezTo>
                    <a:pt x="656" y="120"/>
                    <a:pt x="672" y="274"/>
                    <a:pt x="672" y="394"/>
                  </a:cubicBezTo>
                  <a:cubicBezTo>
                    <a:pt x="672" y="593"/>
                    <a:pt x="623" y="688"/>
                    <a:pt x="515" y="688"/>
                  </a:cubicBezTo>
                  <a:cubicBezTo>
                    <a:pt x="378" y="688"/>
                    <a:pt x="349" y="560"/>
                    <a:pt x="349" y="456"/>
                  </a:cubicBezTo>
                  <a:lnTo>
                    <a:pt x="349" y="390"/>
                  </a:lnTo>
                  <a:cubicBezTo>
                    <a:pt x="353" y="307"/>
                    <a:pt x="370" y="120"/>
                    <a:pt x="515" y="120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143" name="Freeform 12">
              <a:extLst>
                <a:ext uri="{FF2B5EF4-FFF2-40B4-BE49-F238E27FC236}">
                  <a16:creationId xmlns:a16="http://schemas.microsoft.com/office/drawing/2014/main" id="{CC52DD48-303E-944A-A392-506BEE8530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3200" y="4198938"/>
              <a:ext cx="123825" cy="282575"/>
            </a:xfrm>
            <a:custGeom>
              <a:avLst/>
              <a:gdLst>
                <a:gd name="T0" fmla="*/ 0 w 345"/>
                <a:gd name="T1" fmla="*/ 58 h 785"/>
                <a:gd name="T2" fmla="*/ 0 w 345"/>
                <a:gd name="T3" fmla="*/ 116 h 785"/>
                <a:gd name="T4" fmla="*/ 12 w 345"/>
                <a:gd name="T5" fmla="*/ 116 h 785"/>
                <a:gd name="T6" fmla="*/ 137 w 345"/>
                <a:gd name="T7" fmla="*/ 240 h 785"/>
                <a:gd name="T8" fmla="*/ 137 w 345"/>
                <a:gd name="T9" fmla="*/ 784 h 785"/>
                <a:gd name="T10" fmla="*/ 344 w 345"/>
                <a:gd name="T11" fmla="*/ 784 h 785"/>
                <a:gd name="T12" fmla="*/ 344 w 345"/>
                <a:gd name="T13" fmla="*/ 0 h 785"/>
                <a:gd name="T14" fmla="*/ 328 w 345"/>
                <a:gd name="T15" fmla="*/ 4 h 785"/>
                <a:gd name="T16" fmla="*/ 0 w 345"/>
                <a:gd name="T17" fmla="*/ 58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5" h="785">
                  <a:moveTo>
                    <a:pt x="0" y="58"/>
                  </a:moveTo>
                  <a:lnTo>
                    <a:pt x="0" y="116"/>
                  </a:lnTo>
                  <a:lnTo>
                    <a:pt x="12" y="116"/>
                  </a:lnTo>
                  <a:cubicBezTo>
                    <a:pt x="116" y="120"/>
                    <a:pt x="137" y="141"/>
                    <a:pt x="137" y="240"/>
                  </a:cubicBezTo>
                  <a:lnTo>
                    <a:pt x="137" y="784"/>
                  </a:lnTo>
                  <a:lnTo>
                    <a:pt x="344" y="784"/>
                  </a:lnTo>
                  <a:lnTo>
                    <a:pt x="344" y="0"/>
                  </a:lnTo>
                  <a:lnTo>
                    <a:pt x="328" y="4"/>
                  </a:lnTo>
                  <a:lnTo>
                    <a:pt x="0" y="5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144" name="Freeform 13">
              <a:extLst>
                <a:ext uri="{FF2B5EF4-FFF2-40B4-BE49-F238E27FC236}">
                  <a16:creationId xmlns:a16="http://schemas.microsoft.com/office/drawing/2014/main" id="{74086DCD-2118-3142-A253-43AC6DB4DA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6063" y="4084638"/>
              <a:ext cx="93662" cy="82550"/>
            </a:xfrm>
            <a:custGeom>
              <a:avLst/>
              <a:gdLst>
                <a:gd name="T0" fmla="*/ 129 w 262"/>
                <a:gd name="T1" fmla="*/ 228 h 229"/>
                <a:gd name="T2" fmla="*/ 261 w 262"/>
                <a:gd name="T3" fmla="*/ 112 h 229"/>
                <a:gd name="T4" fmla="*/ 133 w 262"/>
                <a:gd name="T5" fmla="*/ 0 h 229"/>
                <a:gd name="T6" fmla="*/ 4 w 262"/>
                <a:gd name="T7" fmla="*/ 112 h 229"/>
                <a:gd name="T8" fmla="*/ 129 w 262"/>
                <a:gd name="T9" fmla="*/ 228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2" h="229">
                  <a:moveTo>
                    <a:pt x="129" y="228"/>
                  </a:moveTo>
                  <a:cubicBezTo>
                    <a:pt x="199" y="228"/>
                    <a:pt x="261" y="178"/>
                    <a:pt x="261" y="112"/>
                  </a:cubicBezTo>
                  <a:cubicBezTo>
                    <a:pt x="261" y="49"/>
                    <a:pt x="203" y="0"/>
                    <a:pt x="133" y="0"/>
                  </a:cubicBezTo>
                  <a:cubicBezTo>
                    <a:pt x="62" y="0"/>
                    <a:pt x="4" y="49"/>
                    <a:pt x="4" y="112"/>
                  </a:cubicBezTo>
                  <a:cubicBezTo>
                    <a:pt x="0" y="178"/>
                    <a:pt x="58" y="228"/>
                    <a:pt x="129" y="22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145" name="Freeform 14">
              <a:extLst>
                <a:ext uri="{FF2B5EF4-FFF2-40B4-BE49-F238E27FC236}">
                  <a16:creationId xmlns:a16="http://schemas.microsoft.com/office/drawing/2014/main" id="{0358747B-B105-FB4E-AAFF-1A4D77BBFD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638" y="4200525"/>
              <a:ext cx="244475" cy="280988"/>
            </a:xfrm>
            <a:custGeom>
              <a:avLst/>
              <a:gdLst>
                <a:gd name="T0" fmla="*/ 676 w 677"/>
                <a:gd name="T1" fmla="*/ 174 h 781"/>
                <a:gd name="T2" fmla="*/ 676 w 677"/>
                <a:gd name="T3" fmla="*/ 12 h 781"/>
                <a:gd name="T4" fmla="*/ 663 w 677"/>
                <a:gd name="T5" fmla="*/ 12 h 781"/>
                <a:gd name="T6" fmla="*/ 564 w 677"/>
                <a:gd name="T7" fmla="*/ 4 h 781"/>
                <a:gd name="T8" fmla="*/ 348 w 677"/>
                <a:gd name="T9" fmla="*/ 158 h 781"/>
                <a:gd name="T10" fmla="*/ 348 w 677"/>
                <a:gd name="T11" fmla="*/ 0 h 781"/>
                <a:gd name="T12" fmla="*/ 331 w 677"/>
                <a:gd name="T13" fmla="*/ 0 h 781"/>
                <a:gd name="T14" fmla="*/ 0 w 677"/>
                <a:gd name="T15" fmla="*/ 54 h 781"/>
                <a:gd name="T16" fmla="*/ 0 w 677"/>
                <a:gd name="T17" fmla="*/ 112 h 781"/>
                <a:gd name="T18" fmla="*/ 12 w 677"/>
                <a:gd name="T19" fmla="*/ 112 h 781"/>
                <a:gd name="T20" fmla="*/ 141 w 677"/>
                <a:gd name="T21" fmla="*/ 236 h 781"/>
                <a:gd name="T22" fmla="*/ 141 w 677"/>
                <a:gd name="T23" fmla="*/ 780 h 781"/>
                <a:gd name="T24" fmla="*/ 348 w 677"/>
                <a:gd name="T25" fmla="*/ 780 h 781"/>
                <a:gd name="T26" fmla="*/ 348 w 677"/>
                <a:gd name="T27" fmla="*/ 390 h 781"/>
                <a:gd name="T28" fmla="*/ 568 w 677"/>
                <a:gd name="T29" fmla="*/ 170 h 781"/>
                <a:gd name="T30" fmla="*/ 643 w 677"/>
                <a:gd name="T31" fmla="*/ 183 h 781"/>
                <a:gd name="T32" fmla="*/ 676 w 677"/>
                <a:gd name="T33" fmla="*/ 191 h 781"/>
                <a:gd name="T34" fmla="*/ 676 w 677"/>
                <a:gd name="T35" fmla="*/ 174 h 7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77" h="781">
                  <a:moveTo>
                    <a:pt x="676" y="174"/>
                  </a:moveTo>
                  <a:lnTo>
                    <a:pt x="676" y="12"/>
                  </a:lnTo>
                  <a:lnTo>
                    <a:pt x="663" y="12"/>
                  </a:lnTo>
                  <a:cubicBezTo>
                    <a:pt x="630" y="8"/>
                    <a:pt x="593" y="4"/>
                    <a:pt x="564" y="4"/>
                  </a:cubicBezTo>
                  <a:cubicBezTo>
                    <a:pt x="443" y="4"/>
                    <a:pt x="381" y="91"/>
                    <a:pt x="348" y="158"/>
                  </a:cubicBezTo>
                  <a:cubicBezTo>
                    <a:pt x="348" y="95"/>
                    <a:pt x="348" y="0"/>
                    <a:pt x="348" y="0"/>
                  </a:cubicBezTo>
                  <a:lnTo>
                    <a:pt x="331" y="0"/>
                  </a:lnTo>
                  <a:lnTo>
                    <a:pt x="0" y="54"/>
                  </a:lnTo>
                  <a:lnTo>
                    <a:pt x="0" y="112"/>
                  </a:lnTo>
                  <a:lnTo>
                    <a:pt x="12" y="112"/>
                  </a:lnTo>
                  <a:cubicBezTo>
                    <a:pt x="116" y="116"/>
                    <a:pt x="141" y="137"/>
                    <a:pt x="141" y="236"/>
                  </a:cubicBezTo>
                  <a:lnTo>
                    <a:pt x="141" y="780"/>
                  </a:lnTo>
                  <a:lnTo>
                    <a:pt x="348" y="780"/>
                  </a:lnTo>
                  <a:lnTo>
                    <a:pt x="348" y="390"/>
                  </a:lnTo>
                  <a:cubicBezTo>
                    <a:pt x="348" y="324"/>
                    <a:pt x="369" y="170"/>
                    <a:pt x="568" y="170"/>
                  </a:cubicBezTo>
                  <a:cubicBezTo>
                    <a:pt x="593" y="170"/>
                    <a:pt x="618" y="178"/>
                    <a:pt x="643" y="183"/>
                  </a:cubicBezTo>
                  <a:lnTo>
                    <a:pt x="676" y="191"/>
                  </a:lnTo>
                  <a:lnTo>
                    <a:pt x="676" y="17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146" name="Freeform 15">
              <a:extLst>
                <a:ext uri="{FF2B5EF4-FFF2-40B4-BE49-F238E27FC236}">
                  <a16:creationId xmlns:a16="http://schemas.microsoft.com/office/drawing/2014/main" id="{41040B9D-1FB0-2A46-85E5-3767615665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275" y="4200525"/>
              <a:ext cx="266700" cy="287338"/>
            </a:xfrm>
            <a:custGeom>
              <a:avLst/>
              <a:gdLst>
                <a:gd name="T0" fmla="*/ 738 w 743"/>
                <a:gd name="T1" fmla="*/ 315 h 797"/>
                <a:gd name="T2" fmla="*/ 390 w 743"/>
                <a:gd name="T3" fmla="*/ 0 h 797"/>
                <a:gd name="T4" fmla="*/ 0 w 743"/>
                <a:gd name="T5" fmla="*/ 373 h 797"/>
                <a:gd name="T6" fmla="*/ 456 w 743"/>
                <a:gd name="T7" fmla="*/ 796 h 797"/>
                <a:gd name="T8" fmla="*/ 713 w 743"/>
                <a:gd name="T9" fmla="*/ 755 h 797"/>
                <a:gd name="T10" fmla="*/ 726 w 743"/>
                <a:gd name="T11" fmla="*/ 751 h 797"/>
                <a:gd name="T12" fmla="*/ 726 w 743"/>
                <a:gd name="T13" fmla="*/ 651 h 797"/>
                <a:gd name="T14" fmla="*/ 705 w 743"/>
                <a:gd name="T15" fmla="*/ 660 h 797"/>
                <a:gd name="T16" fmla="*/ 543 w 743"/>
                <a:gd name="T17" fmla="*/ 684 h 797"/>
                <a:gd name="T18" fmla="*/ 232 w 743"/>
                <a:gd name="T19" fmla="*/ 332 h 797"/>
                <a:gd name="T20" fmla="*/ 742 w 743"/>
                <a:gd name="T21" fmla="*/ 332 h 797"/>
                <a:gd name="T22" fmla="*/ 742 w 743"/>
                <a:gd name="T23" fmla="*/ 315 h 797"/>
                <a:gd name="T24" fmla="*/ 738 w 743"/>
                <a:gd name="T25" fmla="*/ 315 h 797"/>
                <a:gd name="T26" fmla="*/ 386 w 743"/>
                <a:gd name="T27" fmla="*/ 83 h 797"/>
                <a:gd name="T28" fmla="*/ 531 w 743"/>
                <a:gd name="T29" fmla="*/ 236 h 797"/>
                <a:gd name="T30" fmla="*/ 228 w 743"/>
                <a:gd name="T31" fmla="*/ 236 h 797"/>
                <a:gd name="T32" fmla="*/ 386 w 743"/>
                <a:gd name="T33" fmla="*/ 83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43" h="797">
                  <a:moveTo>
                    <a:pt x="738" y="315"/>
                  </a:moveTo>
                  <a:cubicBezTo>
                    <a:pt x="738" y="104"/>
                    <a:pt x="622" y="0"/>
                    <a:pt x="390" y="0"/>
                  </a:cubicBezTo>
                  <a:cubicBezTo>
                    <a:pt x="128" y="0"/>
                    <a:pt x="0" y="124"/>
                    <a:pt x="0" y="373"/>
                  </a:cubicBezTo>
                  <a:cubicBezTo>
                    <a:pt x="0" y="639"/>
                    <a:pt x="170" y="796"/>
                    <a:pt x="456" y="796"/>
                  </a:cubicBezTo>
                  <a:cubicBezTo>
                    <a:pt x="581" y="796"/>
                    <a:pt x="676" y="763"/>
                    <a:pt x="713" y="755"/>
                  </a:cubicBezTo>
                  <a:lnTo>
                    <a:pt x="726" y="751"/>
                  </a:lnTo>
                  <a:lnTo>
                    <a:pt x="726" y="651"/>
                  </a:lnTo>
                  <a:lnTo>
                    <a:pt x="705" y="660"/>
                  </a:lnTo>
                  <a:cubicBezTo>
                    <a:pt x="672" y="672"/>
                    <a:pt x="610" y="684"/>
                    <a:pt x="543" y="684"/>
                  </a:cubicBezTo>
                  <a:cubicBezTo>
                    <a:pt x="319" y="684"/>
                    <a:pt x="236" y="498"/>
                    <a:pt x="232" y="332"/>
                  </a:cubicBezTo>
                  <a:cubicBezTo>
                    <a:pt x="261" y="332"/>
                    <a:pt x="742" y="332"/>
                    <a:pt x="742" y="332"/>
                  </a:cubicBezTo>
                  <a:lnTo>
                    <a:pt x="742" y="315"/>
                  </a:lnTo>
                  <a:lnTo>
                    <a:pt x="738" y="315"/>
                  </a:lnTo>
                  <a:close/>
                  <a:moveTo>
                    <a:pt x="386" y="83"/>
                  </a:moveTo>
                  <a:cubicBezTo>
                    <a:pt x="498" y="83"/>
                    <a:pt x="527" y="166"/>
                    <a:pt x="531" y="236"/>
                  </a:cubicBezTo>
                  <a:cubicBezTo>
                    <a:pt x="506" y="236"/>
                    <a:pt x="257" y="236"/>
                    <a:pt x="228" y="236"/>
                  </a:cubicBezTo>
                  <a:cubicBezTo>
                    <a:pt x="232" y="183"/>
                    <a:pt x="269" y="83"/>
                    <a:pt x="386" y="8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147" name="Freeform 16">
              <a:extLst>
                <a:ext uri="{FF2B5EF4-FFF2-40B4-BE49-F238E27FC236}">
                  <a16:creationId xmlns:a16="http://schemas.microsoft.com/office/drawing/2014/main" id="{75F74FA2-2731-404E-A31B-00933D68D7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0175" y="4071938"/>
              <a:ext cx="314325" cy="409575"/>
            </a:xfrm>
            <a:custGeom>
              <a:avLst/>
              <a:gdLst>
                <a:gd name="T0" fmla="*/ 634 w 872"/>
                <a:gd name="T1" fmla="*/ 357 h 1138"/>
                <a:gd name="T2" fmla="*/ 348 w 872"/>
                <a:gd name="T3" fmla="*/ 523 h 1138"/>
                <a:gd name="T4" fmla="*/ 348 w 872"/>
                <a:gd name="T5" fmla="*/ 0 h 1138"/>
                <a:gd name="T6" fmla="*/ 332 w 872"/>
                <a:gd name="T7" fmla="*/ 4 h 1138"/>
                <a:gd name="T8" fmla="*/ 0 w 872"/>
                <a:gd name="T9" fmla="*/ 46 h 1138"/>
                <a:gd name="T10" fmla="*/ 0 w 872"/>
                <a:gd name="T11" fmla="*/ 104 h 1138"/>
                <a:gd name="T12" fmla="*/ 16 w 872"/>
                <a:gd name="T13" fmla="*/ 104 h 1138"/>
                <a:gd name="T14" fmla="*/ 141 w 872"/>
                <a:gd name="T15" fmla="*/ 233 h 1138"/>
                <a:gd name="T16" fmla="*/ 141 w 872"/>
                <a:gd name="T17" fmla="*/ 1137 h 1138"/>
                <a:gd name="T18" fmla="*/ 348 w 872"/>
                <a:gd name="T19" fmla="*/ 1137 h 1138"/>
                <a:gd name="T20" fmla="*/ 348 w 872"/>
                <a:gd name="T21" fmla="*/ 747 h 1138"/>
                <a:gd name="T22" fmla="*/ 547 w 872"/>
                <a:gd name="T23" fmla="*/ 494 h 1138"/>
                <a:gd name="T24" fmla="*/ 663 w 872"/>
                <a:gd name="T25" fmla="*/ 660 h 1138"/>
                <a:gd name="T26" fmla="*/ 663 w 872"/>
                <a:gd name="T27" fmla="*/ 1137 h 1138"/>
                <a:gd name="T28" fmla="*/ 871 w 872"/>
                <a:gd name="T29" fmla="*/ 1137 h 1138"/>
                <a:gd name="T30" fmla="*/ 871 w 872"/>
                <a:gd name="T31" fmla="*/ 635 h 1138"/>
                <a:gd name="T32" fmla="*/ 634 w 872"/>
                <a:gd name="T33" fmla="*/ 357 h 1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2" h="1138">
                  <a:moveTo>
                    <a:pt x="634" y="357"/>
                  </a:moveTo>
                  <a:cubicBezTo>
                    <a:pt x="481" y="357"/>
                    <a:pt x="394" y="452"/>
                    <a:pt x="348" y="523"/>
                  </a:cubicBezTo>
                  <a:cubicBezTo>
                    <a:pt x="348" y="440"/>
                    <a:pt x="348" y="0"/>
                    <a:pt x="348" y="0"/>
                  </a:cubicBezTo>
                  <a:lnTo>
                    <a:pt x="332" y="4"/>
                  </a:lnTo>
                  <a:lnTo>
                    <a:pt x="0" y="46"/>
                  </a:lnTo>
                  <a:lnTo>
                    <a:pt x="0" y="104"/>
                  </a:lnTo>
                  <a:lnTo>
                    <a:pt x="16" y="104"/>
                  </a:lnTo>
                  <a:cubicBezTo>
                    <a:pt x="120" y="108"/>
                    <a:pt x="141" y="133"/>
                    <a:pt x="141" y="233"/>
                  </a:cubicBezTo>
                  <a:lnTo>
                    <a:pt x="141" y="1137"/>
                  </a:lnTo>
                  <a:lnTo>
                    <a:pt x="348" y="1137"/>
                  </a:lnTo>
                  <a:lnTo>
                    <a:pt x="348" y="747"/>
                  </a:lnTo>
                  <a:cubicBezTo>
                    <a:pt x="348" y="606"/>
                    <a:pt x="456" y="494"/>
                    <a:pt x="547" y="494"/>
                  </a:cubicBezTo>
                  <a:cubicBezTo>
                    <a:pt x="663" y="494"/>
                    <a:pt x="663" y="581"/>
                    <a:pt x="663" y="660"/>
                  </a:cubicBezTo>
                  <a:lnTo>
                    <a:pt x="663" y="1137"/>
                  </a:lnTo>
                  <a:lnTo>
                    <a:pt x="871" y="1137"/>
                  </a:lnTo>
                  <a:lnTo>
                    <a:pt x="871" y="635"/>
                  </a:lnTo>
                  <a:cubicBezTo>
                    <a:pt x="871" y="552"/>
                    <a:pt x="871" y="357"/>
                    <a:pt x="634" y="357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148" name="Freeform 17">
              <a:extLst>
                <a:ext uri="{FF2B5EF4-FFF2-40B4-BE49-F238E27FC236}">
                  <a16:creationId xmlns:a16="http://schemas.microsoft.com/office/drawing/2014/main" id="{9AC29510-6AC9-5B44-9175-CEAD3B93D6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4350" y="4200525"/>
              <a:ext cx="266700" cy="287338"/>
            </a:xfrm>
            <a:custGeom>
              <a:avLst/>
              <a:gdLst>
                <a:gd name="T0" fmla="*/ 742 w 743"/>
                <a:gd name="T1" fmla="*/ 315 h 797"/>
                <a:gd name="T2" fmla="*/ 394 w 743"/>
                <a:gd name="T3" fmla="*/ 0 h 797"/>
                <a:gd name="T4" fmla="*/ 0 w 743"/>
                <a:gd name="T5" fmla="*/ 373 h 797"/>
                <a:gd name="T6" fmla="*/ 456 w 743"/>
                <a:gd name="T7" fmla="*/ 796 h 797"/>
                <a:gd name="T8" fmla="*/ 713 w 743"/>
                <a:gd name="T9" fmla="*/ 755 h 797"/>
                <a:gd name="T10" fmla="*/ 726 w 743"/>
                <a:gd name="T11" fmla="*/ 751 h 797"/>
                <a:gd name="T12" fmla="*/ 726 w 743"/>
                <a:gd name="T13" fmla="*/ 651 h 797"/>
                <a:gd name="T14" fmla="*/ 705 w 743"/>
                <a:gd name="T15" fmla="*/ 660 h 797"/>
                <a:gd name="T16" fmla="*/ 543 w 743"/>
                <a:gd name="T17" fmla="*/ 684 h 797"/>
                <a:gd name="T18" fmla="*/ 232 w 743"/>
                <a:gd name="T19" fmla="*/ 332 h 797"/>
                <a:gd name="T20" fmla="*/ 742 w 743"/>
                <a:gd name="T21" fmla="*/ 332 h 797"/>
                <a:gd name="T22" fmla="*/ 742 w 743"/>
                <a:gd name="T23" fmla="*/ 315 h 797"/>
                <a:gd name="T24" fmla="*/ 386 w 743"/>
                <a:gd name="T25" fmla="*/ 83 h 797"/>
                <a:gd name="T26" fmla="*/ 531 w 743"/>
                <a:gd name="T27" fmla="*/ 236 h 797"/>
                <a:gd name="T28" fmla="*/ 228 w 743"/>
                <a:gd name="T29" fmla="*/ 236 h 797"/>
                <a:gd name="T30" fmla="*/ 386 w 743"/>
                <a:gd name="T31" fmla="*/ 83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43" h="797">
                  <a:moveTo>
                    <a:pt x="742" y="315"/>
                  </a:moveTo>
                  <a:cubicBezTo>
                    <a:pt x="742" y="104"/>
                    <a:pt x="626" y="0"/>
                    <a:pt x="394" y="0"/>
                  </a:cubicBezTo>
                  <a:cubicBezTo>
                    <a:pt x="133" y="0"/>
                    <a:pt x="0" y="124"/>
                    <a:pt x="0" y="373"/>
                  </a:cubicBezTo>
                  <a:cubicBezTo>
                    <a:pt x="0" y="639"/>
                    <a:pt x="170" y="796"/>
                    <a:pt x="456" y="796"/>
                  </a:cubicBezTo>
                  <a:cubicBezTo>
                    <a:pt x="581" y="796"/>
                    <a:pt x="676" y="763"/>
                    <a:pt x="713" y="755"/>
                  </a:cubicBezTo>
                  <a:lnTo>
                    <a:pt x="726" y="751"/>
                  </a:lnTo>
                  <a:lnTo>
                    <a:pt x="726" y="651"/>
                  </a:lnTo>
                  <a:lnTo>
                    <a:pt x="705" y="660"/>
                  </a:lnTo>
                  <a:cubicBezTo>
                    <a:pt x="672" y="672"/>
                    <a:pt x="610" y="684"/>
                    <a:pt x="543" y="684"/>
                  </a:cubicBezTo>
                  <a:cubicBezTo>
                    <a:pt x="319" y="684"/>
                    <a:pt x="236" y="498"/>
                    <a:pt x="232" y="332"/>
                  </a:cubicBezTo>
                  <a:cubicBezTo>
                    <a:pt x="261" y="332"/>
                    <a:pt x="742" y="332"/>
                    <a:pt x="742" y="332"/>
                  </a:cubicBezTo>
                  <a:lnTo>
                    <a:pt x="742" y="315"/>
                  </a:lnTo>
                  <a:close/>
                  <a:moveTo>
                    <a:pt x="386" y="83"/>
                  </a:moveTo>
                  <a:cubicBezTo>
                    <a:pt x="498" y="83"/>
                    <a:pt x="527" y="166"/>
                    <a:pt x="531" y="236"/>
                  </a:cubicBezTo>
                  <a:cubicBezTo>
                    <a:pt x="506" y="236"/>
                    <a:pt x="257" y="236"/>
                    <a:pt x="228" y="236"/>
                  </a:cubicBezTo>
                  <a:cubicBezTo>
                    <a:pt x="236" y="183"/>
                    <a:pt x="270" y="83"/>
                    <a:pt x="386" y="8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149" name="Freeform 18">
              <a:extLst>
                <a:ext uri="{FF2B5EF4-FFF2-40B4-BE49-F238E27FC236}">
                  <a16:creationId xmlns:a16="http://schemas.microsoft.com/office/drawing/2014/main" id="{3964BCF4-878F-9844-B9B3-018E40ED38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4113" y="4121150"/>
              <a:ext cx="212725" cy="366713"/>
            </a:xfrm>
            <a:custGeom>
              <a:avLst/>
              <a:gdLst>
                <a:gd name="T0" fmla="*/ 141 w 589"/>
                <a:gd name="T1" fmla="*/ 237 h 1017"/>
                <a:gd name="T2" fmla="*/ 0 w 589"/>
                <a:gd name="T3" fmla="*/ 237 h 1017"/>
                <a:gd name="T4" fmla="*/ 0 w 589"/>
                <a:gd name="T5" fmla="*/ 328 h 1017"/>
                <a:gd name="T6" fmla="*/ 141 w 589"/>
                <a:gd name="T7" fmla="*/ 328 h 1017"/>
                <a:gd name="T8" fmla="*/ 141 w 589"/>
                <a:gd name="T9" fmla="*/ 797 h 1017"/>
                <a:gd name="T10" fmla="*/ 427 w 589"/>
                <a:gd name="T11" fmla="*/ 1016 h 1017"/>
                <a:gd name="T12" fmla="*/ 551 w 589"/>
                <a:gd name="T13" fmla="*/ 1004 h 1017"/>
                <a:gd name="T14" fmla="*/ 564 w 589"/>
                <a:gd name="T15" fmla="*/ 1004 h 1017"/>
                <a:gd name="T16" fmla="*/ 564 w 589"/>
                <a:gd name="T17" fmla="*/ 909 h 1017"/>
                <a:gd name="T18" fmla="*/ 547 w 589"/>
                <a:gd name="T19" fmla="*/ 913 h 1017"/>
                <a:gd name="T20" fmla="*/ 485 w 589"/>
                <a:gd name="T21" fmla="*/ 917 h 1017"/>
                <a:gd name="T22" fmla="*/ 352 w 589"/>
                <a:gd name="T23" fmla="*/ 772 h 1017"/>
                <a:gd name="T24" fmla="*/ 352 w 589"/>
                <a:gd name="T25" fmla="*/ 328 h 1017"/>
                <a:gd name="T26" fmla="*/ 588 w 589"/>
                <a:gd name="T27" fmla="*/ 328 h 1017"/>
                <a:gd name="T28" fmla="*/ 588 w 589"/>
                <a:gd name="T29" fmla="*/ 237 h 1017"/>
                <a:gd name="T30" fmla="*/ 352 w 589"/>
                <a:gd name="T31" fmla="*/ 237 h 1017"/>
                <a:gd name="T32" fmla="*/ 352 w 589"/>
                <a:gd name="T33" fmla="*/ 0 h 1017"/>
                <a:gd name="T34" fmla="*/ 141 w 589"/>
                <a:gd name="T35" fmla="*/ 0 h 1017"/>
                <a:gd name="T36" fmla="*/ 141 w 589"/>
                <a:gd name="T37" fmla="*/ 237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89" h="1017">
                  <a:moveTo>
                    <a:pt x="141" y="237"/>
                  </a:moveTo>
                  <a:lnTo>
                    <a:pt x="0" y="237"/>
                  </a:lnTo>
                  <a:lnTo>
                    <a:pt x="0" y="328"/>
                  </a:lnTo>
                  <a:lnTo>
                    <a:pt x="141" y="328"/>
                  </a:lnTo>
                  <a:lnTo>
                    <a:pt x="141" y="797"/>
                  </a:lnTo>
                  <a:cubicBezTo>
                    <a:pt x="141" y="1000"/>
                    <a:pt x="270" y="1016"/>
                    <a:pt x="427" y="1016"/>
                  </a:cubicBezTo>
                  <a:cubicBezTo>
                    <a:pt x="464" y="1016"/>
                    <a:pt x="505" y="1012"/>
                    <a:pt x="551" y="1004"/>
                  </a:cubicBezTo>
                  <a:lnTo>
                    <a:pt x="564" y="1004"/>
                  </a:lnTo>
                  <a:lnTo>
                    <a:pt x="564" y="909"/>
                  </a:lnTo>
                  <a:lnTo>
                    <a:pt x="547" y="913"/>
                  </a:lnTo>
                  <a:cubicBezTo>
                    <a:pt x="530" y="917"/>
                    <a:pt x="510" y="917"/>
                    <a:pt x="485" y="917"/>
                  </a:cubicBezTo>
                  <a:cubicBezTo>
                    <a:pt x="360" y="917"/>
                    <a:pt x="352" y="880"/>
                    <a:pt x="352" y="772"/>
                  </a:cubicBezTo>
                  <a:lnTo>
                    <a:pt x="352" y="328"/>
                  </a:lnTo>
                  <a:lnTo>
                    <a:pt x="588" y="328"/>
                  </a:lnTo>
                  <a:lnTo>
                    <a:pt x="588" y="237"/>
                  </a:lnTo>
                  <a:lnTo>
                    <a:pt x="352" y="237"/>
                  </a:lnTo>
                  <a:lnTo>
                    <a:pt x="352" y="0"/>
                  </a:lnTo>
                  <a:lnTo>
                    <a:pt x="141" y="0"/>
                  </a:lnTo>
                  <a:lnTo>
                    <a:pt x="141" y="237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150" name="Freeform 19">
              <a:extLst>
                <a:ext uri="{FF2B5EF4-FFF2-40B4-BE49-F238E27FC236}">
                  <a16:creationId xmlns:a16="http://schemas.microsoft.com/office/drawing/2014/main" id="{D0C57BF4-DD07-5647-9273-921A6C4149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49963" y="4087813"/>
              <a:ext cx="450850" cy="395287"/>
            </a:xfrm>
            <a:custGeom>
              <a:avLst/>
              <a:gdLst>
                <a:gd name="T0" fmla="*/ 1245 w 1254"/>
                <a:gd name="T1" fmla="*/ 0 h 1096"/>
                <a:gd name="T2" fmla="*/ 1033 w 1254"/>
                <a:gd name="T3" fmla="*/ 0 h 1096"/>
                <a:gd name="T4" fmla="*/ 1033 w 1254"/>
                <a:gd name="T5" fmla="*/ 829 h 1096"/>
                <a:gd name="T6" fmla="*/ 485 w 1254"/>
                <a:gd name="T7" fmla="*/ 0 h 1096"/>
                <a:gd name="T8" fmla="*/ 0 w 1254"/>
                <a:gd name="T9" fmla="*/ 0 h 1096"/>
                <a:gd name="T10" fmla="*/ 0 w 1254"/>
                <a:gd name="T11" fmla="*/ 62 h 1096"/>
                <a:gd name="T12" fmla="*/ 42 w 1254"/>
                <a:gd name="T13" fmla="*/ 70 h 1096"/>
                <a:gd name="T14" fmla="*/ 178 w 1254"/>
                <a:gd name="T15" fmla="*/ 220 h 1096"/>
                <a:gd name="T16" fmla="*/ 178 w 1254"/>
                <a:gd name="T17" fmla="*/ 1095 h 1096"/>
                <a:gd name="T18" fmla="*/ 403 w 1254"/>
                <a:gd name="T19" fmla="*/ 1095 h 1096"/>
                <a:gd name="T20" fmla="*/ 403 w 1254"/>
                <a:gd name="T21" fmla="*/ 228 h 1096"/>
                <a:gd name="T22" fmla="*/ 975 w 1254"/>
                <a:gd name="T23" fmla="*/ 1095 h 1096"/>
                <a:gd name="T24" fmla="*/ 1253 w 1254"/>
                <a:gd name="T25" fmla="*/ 1095 h 1096"/>
                <a:gd name="T26" fmla="*/ 1253 w 1254"/>
                <a:gd name="T27" fmla="*/ 0 h 1096"/>
                <a:gd name="T28" fmla="*/ 1245 w 1254"/>
                <a:gd name="T29" fmla="*/ 0 h 10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54" h="1096">
                  <a:moveTo>
                    <a:pt x="1245" y="0"/>
                  </a:moveTo>
                  <a:lnTo>
                    <a:pt x="1033" y="0"/>
                  </a:lnTo>
                  <a:cubicBezTo>
                    <a:pt x="1033" y="0"/>
                    <a:pt x="1033" y="751"/>
                    <a:pt x="1033" y="829"/>
                  </a:cubicBezTo>
                  <a:cubicBezTo>
                    <a:pt x="992" y="763"/>
                    <a:pt x="485" y="0"/>
                    <a:pt x="485" y="0"/>
                  </a:cubicBezTo>
                  <a:lnTo>
                    <a:pt x="0" y="0"/>
                  </a:lnTo>
                  <a:lnTo>
                    <a:pt x="0" y="62"/>
                  </a:lnTo>
                  <a:lnTo>
                    <a:pt x="42" y="70"/>
                  </a:lnTo>
                  <a:cubicBezTo>
                    <a:pt x="170" y="91"/>
                    <a:pt x="178" y="95"/>
                    <a:pt x="178" y="220"/>
                  </a:cubicBezTo>
                  <a:lnTo>
                    <a:pt x="178" y="1095"/>
                  </a:lnTo>
                  <a:lnTo>
                    <a:pt x="403" y="1095"/>
                  </a:lnTo>
                  <a:cubicBezTo>
                    <a:pt x="403" y="1095"/>
                    <a:pt x="403" y="307"/>
                    <a:pt x="403" y="228"/>
                  </a:cubicBezTo>
                  <a:cubicBezTo>
                    <a:pt x="448" y="294"/>
                    <a:pt x="975" y="1095"/>
                    <a:pt x="975" y="1095"/>
                  </a:cubicBezTo>
                  <a:lnTo>
                    <a:pt x="1253" y="1095"/>
                  </a:lnTo>
                  <a:lnTo>
                    <a:pt x="1253" y="0"/>
                  </a:lnTo>
                  <a:lnTo>
                    <a:pt x="124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151" name="Freeform 20">
              <a:extLst>
                <a:ext uri="{FF2B5EF4-FFF2-40B4-BE49-F238E27FC236}">
                  <a16:creationId xmlns:a16="http://schemas.microsoft.com/office/drawing/2014/main" id="{790B9BC6-D3EE-6341-AE0D-CFC2C12EE5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73838" y="4200525"/>
              <a:ext cx="266700" cy="287338"/>
            </a:xfrm>
            <a:custGeom>
              <a:avLst/>
              <a:gdLst>
                <a:gd name="T0" fmla="*/ 390 w 740"/>
                <a:gd name="T1" fmla="*/ 0 h 797"/>
                <a:gd name="T2" fmla="*/ 0 w 740"/>
                <a:gd name="T3" fmla="*/ 373 h 797"/>
                <a:gd name="T4" fmla="*/ 456 w 740"/>
                <a:gd name="T5" fmla="*/ 796 h 797"/>
                <a:gd name="T6" fmla="*/ 714 w 740"/>
                <a:gd name="T7" fmla="*/ 755 h 797"/>
                <a:gd name="T8" fmla="*/ 726 w 740"/>
                <a:gd name="T9" fmla="*/ 751 h 797"/>
                <a:gd name="T10" fmla="*/ 726 w 740"/>
                <a:gd name="T11" fmla="*/ 651 h 797"/>
                <a:gd name="T12" fmla="*/ 705 w 740"/>
                <a:gd name="T13" fmla="*/ 660 h 797"/>
                <a:gd name="T14" fmla="*/ 539 w 740"/>
                <a:gd name="T15" fmla="*/ 684 h 797"/>
                <a:gd name="T16" fmla="*/ 228 w 740"/>
                <a:gd name="T17" fmla="*/ 332 h 797"/>
                <a:gd name="T18" fmla="*/ 739 w 740"/>
                <a:gd name="T19" fmla="*/ 332 h 797"/>
                <a:gd name="T20" fmla="*/ 739 w 740"/>
                <a:gd name="T21" fmla="*/ 315 h 797"/>
                <a:gd name="T22" fmla="*/ 390 w 740"/>
                <a:gd name="T23" fmla="*/ 0 h 797"/>
                <a:gd name="T24" fmla="*/ 386 w 740"/>
                <a:gd name="T25" fmla="*/ 83 h 797"/>
                <a:gd name="T26" fmla="*/ 531 w 740"/>
                <a:gd name="T27" fmla="*/ 236 h 797"/>
                <a:gd name="T28" fmla="*/ 228 w 740"/>
                <a:gd name="T29" fmla="*/ 236 h 797"/>
                <a:gd name="T30" fmla="*/ 386 w 740"/>
                <a:gd name="T31" fmla="*/ 83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40" h="797">
                  <a:moveTo>
                    <a:pt x="390" y="0"/>
                  </a:moveTo>
                  <a:cubicBezTo>
                    <a:pt x="129" y="0"/>
                    <a:pt x="0" y="124"/>
                    <a:pt x="0" y="373"/>
                  </a:cubicBezTo>
                  <a:cubicBezTo>
                    <a:pt x="0" y="639"/>
                    <a:pt x="170" y="796"/>
                    <a:pt x="456" y="796"/>
                  </a:cubicBezTo>
                  <a:cubicBezTo>
                    <a:pt x="581" y="796"/>
                    <a:pt x="676" y="767"/>
                    <a:pt x="714" y="755"/>
                  </a:cubicBezTo>
                  <a:lnTo>
                    <a:pt x="726" y="751"/>
                  </a:lnTo>
                  <a:lnTo>
                    <a:pt x="726" y="651"/>
                  </a:lnTo>
                  <a:lnTo>
                    <a:pt x="705" y="660"/>
                  </a:lnTo>
                  <a:cubicBezTo>
                    <a:pt x="672" y="672"/>
                    <a:pt x="610" y="684"/>
                    <a:pt x="539" y="684"/>
                  </a:cubicBezTo>
                  <a:cubicBezTo>
                    <a:pt x="315" y="684"/>
                    <a:pt x="232" y="498"/>
                    <a:pt x="228" y="332"/>
                  </a:cubicBezTo>
                  <a:lnTo>
                    <a:pt x="739" y="332"/>
                  </a:lnTo>
                  <a:lnTo>
                    <a:pt x="739" y="315"/>
                  </a:lnTo>
                  <a:cubicBezTo>
                    <a:pt x="739" y="104"/>
                    <a:pt x="622" y="0"/>
                    <a:pt x="390" y="0"/>
                  </a:cubicBezTo>
                  <a:close/>
                  <a:moveTo>
                    <a:pt x="386" y="83"/>
                  </a:moveTo>
                  <a:cubicBezTo>
                    <a:pt x="498" y="83"/>
                    <a:pt x="527" y="162"/>
                    <a:pt x="531" y="236"/>
                  </a:cubicBezTo>
                  <a:lnTo>
                    <a:pt x="228" y="236"/>
                  </a:lnTo>
                  <a:cubicBezTo>
                    <a:pt x="232" y="187"/>
                    <a:pt x="270" y="83"/>
                    <a:pt x="386" y="8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152" name="Freeform 21">
              <a:extLst>
                <a:ext uri="{FF2B5EF4-FFF2-40B4-BE49-F238E27FC236}">
                  <a16:creationId xmlns:a16="http://schemas.microsoft.com/office/drawing/2014/main" id="{0E0067EE-9DBA-6C43-BC4C-9D883F90ED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4075" y="4121150"/>
              <a:ext cx="212725" cy="366713"/>
            </a:xfrm>
            <a:custGeom>
              <a:avLst/>
              <a:gdLst>
                <a:gd name="T0" fmla="*/ 141 w 590"/>
                <a:gd name="T1" fmla="*/ 237 h 1017"/>
                <a:gd name="T2" fmla="*/ 0 w 590"/>
                <a:gd name="T3" fmla="*/ 237 h 1017"/>
                <a:gd name="T4" fmla="*/ 0 w 590"/>
                <a:gd name="T5" fmla="*/ 328 h 1017"/>
                <a:gd name="T6" fmla="*/ 141 w 590"/>
                <a:gd name="T7" fmla="*/ 328 h 1017"/>
                <a:gd name="T8" fmla="*/ 141 w 590"/>
                <a:gd name="T9" fmla="*/ 797 h 1017"/>
                <a:gd name="T10" fmla="*/ 427 w 590"/>
                <a:gd name="T11" fmla="*/ 1016 h 1017"/>
                <a:gd name="T12" fmla="*/ 551 w 590"/>
                <a:gd name="T13" fmla="*/ 1004 h 1017"/>
                <a:gd name="T14" fmla="*/ 564 w 590"/>
                <a:gd name="T15" fmla="*/ 1004 h 1017"/>
                <a:gd name="T16" fmla="*/ 564 w 590"/>
                <a:gd name="T17" fmla="*/ 909 h 1017"/>
                <a:gd name="T18" fmla="*/ 547 w 590"/>
                <a:gd name="T19" fmla="*/ 913 h 1017"/>
                <a:gd name="T20" fmla="*/ 485 w 590"/>
                <a:gd name="T21" fmla="*/ 917 h 1017"/>
                <a:gd name="T22" fmla="*/ 352 w 590"/>
                <a:gd name="T23" fmla="*/ 772 h 1017"/>
                <a:gd name="T24" fmla="*/ 352 w 590"/>
                <a:gd name="T25" fmla="*/ 328 h 1017"/>
                <a:gd name="T26" fmla="*/ 589 w 590"/>
                <a:gd name="T27" fmla="*/ 328 h 1017"/>
                <a:gd name="T28" fmla="*/ 589 w 590"/>
                <a:gd name="T29" fmla="*/ 237 h 1017"/>
                <a:gd name="T30" fmla="*/ 352 w 590"/>
                <a:gd name="T31" fmla="*/ 237 h 1017"/>
                <a:gd name="T32" fmla="*/ 352 w 590"/>
                <a:gd name="T33" fmla="*/ 0 h 1017"/>
                <a:gd name="T34" fmla="*/ 141 w 590"/>
                <a:gd name="T35" fmla="*/ 0 h 1017"/>
                <a:gd name="T36" fmla="*/ 141 w 590"/>
                <a:gd name="T37" fmla="*/ 237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0" h="1017">
                  <a:moveTo>
                    <a:pt x="141" y="237"/>
                  </a:moveTo>
                  <a:lnTo>
                    <a:pt x="0" y="237"/>
                  </a:lnTo>
                  <a:lnTo>
                    <a:pt x="0" y="328"/>
                  </a:lnTo>
                  <a:lnTo>
                    <a:pt x="141" y="328"/>
                  </a:lnTo>
                  <a:lnTo>
                    <a:pt x="141" y="797"/>
                  </a:lnTo>
                  <a:cubicBezTo>
                    <a:pt x="141" y="1000"/>
                    <a:pt x="269" y="1016"/>
                    <a:pt x="427" y="1016"/>
                  </a:cubicBezTo>
                  <a:cubicBezTo>
                    <a:pt x="464" y="1016"/>
                    <a:pt x="506" y="1012"/>
                    <a:pt x="551" y="1004"/>
                  </a:cubicBezTo>
                  <a:lnTo>
                    <a:pt x="564" y="1004"/>
                  </a:lnTo>
                  <a:lnTo>
                    <a:pt x="564" y="909"/>
                  </a:lnTo>
                  <a:lnTo>
                    <a:pt x="547" y="913"/>
                  </a:lnTo>
                  <a:cubicBezTo>
                    <a:pt x="531" y="917"/>
                    <a:pt x="510" y="917"/>
                    <a:pt x="485" y="917"/>
                  </a:cubicBezTo>
                  <a:cubicBezTo>
                    <a:pt x="361" y="917"/>
                    <a:pt x="352" y="880"/>
                    <a:pt x="352" y="772"/>
                  </a:cubicBezTo>
                  <a:lnTo>
                    <a:pt x="352" y="328"/>
                  </a:lnTo>
                  <a:lnTo>
                    <a:pt x="589" y="328"/>
                  </a:lnTo>
                  <a:lnTo>
                    <a:pt x="589" y="237"/>
                  </a:lnTo>
                  <a:lnTo>
                    <a:pt x="352" y="237"/>
                  </a:lnTo>
                  <a:lnTo>
                    <a:pt x="352" y="0"/>
                  </a:lnTo>
                  <a:lnTo>
                    <a:pt x="141" y="0"/>
                  </a:lnTo>
                  <a:lnTo>
                    <a:pt x="141" y="237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153" name="Freeform 22">
              <a:extLst>
                <a:ext uri="{FF2B5EF4-FFF2-40B4-BE49-F238E27FC236}">
                  <a16:creationId xmlns:a16="http://schemas.microsoft.com/office/drawing/2014/main" id="{1FABA0D0-B46E-9F49-B3E1-4F32C61F0F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0063" y="4206875"/>
              <a:ext cx="331787" cy="274638"/>
            </a:xfrm>
            <a:custGeom>
              <a:avLst/>
              <a:gdLst>
                <a:gd name="T0" fmla="*/ 705 w 921"/>
                <a:gd name="T1" fmla="*/ 248 h 764"/>
                <a:gd name="T2" fmla="*/ 920 w 921"/>
                <a:gd name="T3" fmla="*/ 0 h 764"/>
                <a:gd name="T4" fmla="*/ 701 w 921"/>
                <a:gd name="T5" fmla="*/ 0 h 764"/>
                <a:gd name="T6" fmla="*/ 497 w 921"/>
                <a:gd name="T7" fmla="*/ 236 h 764"/>
                <a:gd name="T8" fmla="*/ 319 w 921"/>
                <a:gd name="T9" fmla="*/ 0 h 764"/>
                <a:gd name="T10" fmla="*/ 0 w 921"/>
                <a:gd name="T11" fmla="*/ 0 h 764"/>
                <a:gd name="T12" fmla="*/ 0 w 921"/>
                <a:gd name="T13" fmla="*/ 62 h 764"/>
                <a:gd name="T14" fmla="*/ 12 w 921"/>
                <a:gd name="T15" fmla="*/ 62 h 764"/>
                <a:gd name="T16" fmla="*/ 211 w 921"/>
                <a:gd name="T17" fmla="*/ 178 h 764"/>
                <a:gd name="T18" fmla="*/ 344 w 921"/>
                <a:gd name="T19" fmla="*/ 352 h 764"/>
                <a:gd name="T20" fmla="*/ 128 w 921"/>
                <a:gd name="T21" fmla="*/ 601 h 764"/>
                <a:gd name="T22" fmla="*/ 348 w 921"/>
                <a:gd name="T23" fmla="*/ 601 h 764"/>
                <a:gd name="T24" fmla="*/ 443 w 921"/>
                <a:gd name="T25" fmla="*/ 489 h 764"/>
                <a:gd name="T26" fmla="*/ 651 w 921"/>
                <a:gd name="T27" fmla="*/ 763 h 764"/>
                <a:gd name="T28" fmla="*/ 900 w 921"/>
                <a:gd name="T29" fmla="*/ 763 h 764"/>
                <a:gd name="T30" fmla="*/ 506 w 921"/>
                <a:gd name="T31" fmla="*/ 248 h 764"/>
                <a:gd name="T32" fmla="*/ 705 w 921"/>
                <a:gd name="T33" fmla="*/ 248 h 7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21" h="764">
                  <a:moveTo>
                    <a:pt x="705" y="248"/>
                  </a:moveTo>
                  <a:lnTo>
                    <a:pt x="920" y="0"/>
                  </a:lnTo>
                  <a:lnTo>
                    <a:pt x="701" y="0"/>
                  </a:lnTo>
                  <a:lnTo>
                    <a:pt x="497" y="236"/>
                  </a:lnTo>
                  <a:lnTo>
                    <a:pt x="319" y="0"/>
                  </a:lnTo>
                  <a:lnTo>
                    <a:pt x="0" y="0"/>
                  </a:lnTo>
                  <a:lnTo>
                    <a:pt x="0" y="62"/>
                  </a:lnTo>
                  <a:lnTo>
                    <a:pt x="12" y="62"/>
                  </a:lnTo>
                  <a:cubicBezTo>
                    <a:pt x="120" y="70"/>
                    <a:pt x="145" y="87"/>
                    <a:pt x="211" y="178"/>
                  </a:cubicBezTo>
                  <a:lnTo>
                    <a:pt x="344" y="352"/>
                  </a:lnTo>
                  <a:lnTo>
                    <a:pt x="128" y="601"/>
                  </a:lnTo>
                  <a:lnTo>
                    <a:pt x="348" y="601"/>
                  </a:lnTo>
                  <a:lnTo>
                    <a:pt x="443" y="489"/>
                  </a:lnTo>
                  <a:lnTo>
                    <a:pt x="651" y="763"/>
                  </a:lnTo>
                  <a:lnTo>
                    <a:pt x="900" y="763"/>
                  </a:lnTo>
                  <a:lnTo>
                    <a:pt x="506" y="248"/>
                  </a:lnTo>
                  <a:lnTo>
                    <a:pt x="705" y="24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154" name="Freeform 23">
              <a:extLst>
                <a:ext uri="{FF2B5EF4-FFF2-40B4-BE49-F238E27FC236}">
                  <a16:creationId xmlns:a16="http://schemas.microsoft.com/office/drawing/2014/main" id="{899D140E-B924-5B44-BB29-F561A80BF5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5500" y="4010025"/>
              <a:ext cx="176213" cy="111125"/>
            </a:xfrm>
            <a:custGeom>
              <a:avLst/>
              <a:gdLst>
                <a:gd name="T0" fmla="*/ 224 w 490"/>
                <a:gd name="T1" fmla="*/ 307 h 308"/>
                <a:gd name="T2" fmla="*/ 0 w 490"/>
                <a:gd name="T3" fmla="*/ 307 h 308"/>
                <a:gd name="T4" fmla="*/ 269 w 490"/>
                <a:gd name="T5" fmla="*/ 0 h 308"/>
                <a:gd name="T6" fmla="*/ 489 w 490"/>
                <a:gd name="T7" fmla="*/ 0 h 308"/>
                <a:gd name="T8" fmla="*/ 224 w 490"/>
                <a:gd name="T9" fmla="*/ 307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0" h="308">
                  <a:moveTo>
                    <a:pt x="224" y="307"/>
                  </a:moveTo>
                  <a:lnTo>
                    <a:pt x="0" y="307"/>
                  </a:lnTo>
                  <a:lnTo>
                    <a:pt x="269" y="0"/>
                  </a:lnTo>
                  <a:lnTo>
                    <a:pt x="489" y="0"/>
                  </a:lnTo>
                  <a:lnTo>
                    <a:pt x="224" y="307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</p:grpSp>
      <p:sp>
        <p:nvSpPr>
          <p:cNvPr id="155" name="Footer">
            <a:extLst>
              <a:ext uri="{FF2B5EF4-FFF2-40B4-BE49-F238E27FC236}">
                <a16:creationId xmlns:a16="http://schemas.microsoft.com/office/drawing/2014/main" id="{3BE35FD3-EDD6-4049-A9F2-80BB2210BFE0}"/>
              </a:ext>
            </a:extLst>
          </p:cNvPr>
          <p:cNvSpPr txBox="1"/>
          <p:nvPr userDrawn="1"/>
        </p:nvSpPr>
        <p:spPr>
          <a:xfrm>
            <a:off x="6641794" y="4911221"/>
            <a:ext cx="24625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rPr>
              <a:t>© Hitachi Vantara LLC 2021.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017766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67">
            <a:extLst>
              <a:ext uri="{FF2B5EF4-FFF2-40B4-BE49-F238E27FC236}">
                <a16:creationId xmlns:a16="http://schemas.microsoft.com/office/drawing/2014/main" id="{E7EADFDC-3E4E-4F4C-A7A9-CF8DD7D900B7}"/>
              </a:ext>
            </a:extLst>
          </p:cNvPr>
          <p:cNvSpPr/>
          <p:nvPr userDrawn="1"/>
        </p:nvSpPr>
        <p:spPr>
          <a:xfrm>
            <a:off x="0" y="0"/>
            <a:ext cx="5943600" cy="5157216"/>
          </a:xfrm>
          <a:prstGeom prst="rect">
            <a:avLst/>
          </a:prstGeom>
          <a:gradFill>
            <a:gsLst>
              <a:gs pos="0">
                <a:schemeClr val="tx1">
                  <a:lumMod val="60000"/>
                  <a:lumOff val="40000"/>
                  <a:alpha val="25000"/>
                </a:schemeClr>
              </a:gs>
              <a:gs pos="98000">
                <a:schemeClr val="bg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5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1348" y="2803117"/>
            <a:ext cx="4286425" cy="830997"/>
          </a:xfrm>
          <a:prstGeom prst="rect">
            <a:avLst/>
          </a:prstGeom>
          <a:effectLst/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charset="2"/>
              <a:buNone/>
              <a:tabLst/>
              <a:defRPr sz="2400" cap="none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Subtitle placeholder</a:t>
            </a:r>
          </a:p>
          <a:p>
            <a:r>
              <a:rPr lang="en-US" dirty="0"/>
              <a:t>Subtitle placeholder</a:t>
            </a:r>
          </a:p>
        </p:txBody>
      </p:sp>
      <p:sp>
        <p:nvSpPr>
          <p:cNvPr id="57" name="Title 1"/>
          <p:cNvSpPr>
            <a:spLocks noGrp="1"/>
          </p:cNvSpPr>
          <p:nvPr>
            <p:ph type="ctrTitle" hasCustomPrompt="1"/>
          </p:nvPr>
        </p:nvSpPr>
        <p:spPr>
          <a:xfrm>
            <a:off x="681348" y="725773"/>
            <a:ext cx="5148359" cy="2071294"/>
          </a:xfrm>
          <a:prstGeom prst="rect">
            <a:avLst/>
          </a:prstGeom>
          <a:effectLst/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4400" b="1" cap="none" baseline="0"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2 Line Hitachi Title Slide Placeholder </a:t>
            </a:r>
            <a:br>
              <a:rPr lang="en-US" dirty="0"/>
            </a:br>
            <a:r>
              <a:rPr lang="en-US" dirty="0"/>
              <a:t>2 Line Hitachi </a:t>
            </a:r>
          </a:p>
        </p:txBody>
      </p:sp>
      <p:sp>
        <p:nvSpPr>
          <p:cNvPr id="58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681349" y="3905309"/>
            <a:ext cx="3544411" cy="307777"/>
          </a:xfrm>
        </p:spPr>
        <p:txBody>
          <a:bodyPr anchor="t"/>
          <a:lstStyle>
            <a:lvl1pPr marL="0" indent="0">
              <a:spcBef>
                <a:spcPts val="0"/>
              </a:spcBef>
              <a:spcAft>
                <a:spcPts val="300"/>
              </a:spcAft>
              <a:buNone/>
              <a:defRPr sz="1400" b="1" baseline="0">
                <a:solidFill>
                  <a:schemeClr val="tx1"/>
                </a:solidFill>
              </a:defRPr>
            </a:lvl1pPr>
            <a:lvl2pPr marL="280987" indent="0">
              <a:buNone/>
              <a:defRPr/>
            </a:lvl2pPr>
            <a:lvl3pPr marL="574675" indent="0">
              <a:buNone/>
              <a:defRPr/>
            </a:lvl3pPr>
            <a:lvl4pPr marL="855663" indent="0">
              <a:buNone/>
              <a:defRPr/>
            </a:lvl4pPr>
            <a:lvl5pPr marL="1090613" indent="0">
              <a:buNone/>
              <a:defRPr/>
            </a:lvl5pPr>
          </a:lstStyle>
          <a:p>
            <a:pPr lvl="0"/>
            <a:r>
              <a:rPr lang="en-US" dirty="0"/>
              <a:t>Name Here</a:t>
            </a:r>
          </a:p>
        </p:txBody>
      </p:sp>
      <p:sp>
        <p:nvSpPr>
          <p:cNvPr id="7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681349" y="4134651"/>
            <a:ext cx="3544411" cy="461665"/>
          </a:xfrm>
        </p:spPr>
        <p:txBody>
          <a:bodyPr anchor="t"/>
          <a:lstStyle>
            <a:lvl1pPr marL="0" indent="0">
              <a:spcBef>
                <a:spcPts val="0"/>
              </a:spcBef>
              <a:spcAft>
                <a:spcPts val="300"/>
              </a:spcAft>
              <a:buNone/>
              <a:defRPr sz="1200">
                <a:solidFill>
                  <a:schemeClr val="tx1"/>
                </a:solidFill>
              </a:defRPr>
            </a:lvl1pPr>
            <a:lvl2pPr marL="280987" indent="0">
              <a:buNone/>
              <a:defRPr/>
            </a:lvl2pPr>
            <a:lvl3pPr marL="574675" indent="0">
              <a:buNone/>
              <a:defRPr/>
            </a:lvl3pPr>
            <a:lvl4pPr marL="855663" indent="0">
              <a:buNone/>
              <a:defRPr/>
            </a:lvl4pPr>
            <a:lvl5pPr marL="1090613" indent="0">
              <a:buNone/>
              <a:defRPr/>
            </a:lvl5pPr>
          </a:lstStyle>
          <a:p>
            <a:pPr lvl="0"/>
            <a:r>
              <a:rPr lang="en-US" dirty="0"/>
              <a:t>Title/Department</a:t>
            </a:r>
            <a:br>
              <a:rPr lang="en-US" dirty="0"/>
            </a:br>
            <a:r>
              <a:rPr lang="en-US" dirty="0"/>
              <a:t>Date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11" y="4915450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111F478C-84AE-4601-9BE4-60468A3A6C06}" type="slidenum">
              <a:rPr lang="en-US" sz="800" smtClean="0">
                <a:solidFill>
                  <a:prstClr val="white">
                    <a:alpha val="50000"/>
                  </a:prstClr>
                </a:solidFill>
                <a:latin typeface="Arial"/>
              </a:rPr>
              <a:pPr/>
              <a:t>‹#›</a:t>
            </a:fld>
            <a:endParaRPr lang="en-US" sz="800" dirty="0">
              <a:solidFill>
                <a:prstClr val="white">
                  <a:alpha val="50000"/>
                </a:prstClr>
              </a:solidFill>
              <a:latin typeface="Arial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F6F85EA-1CAA-F34C-8631-AB308554EFA3}"/>
              </a:ext>
            </a:extLst>
          </p:cNvPr>
          <p:cNvSpPr txBox="1"/>
          <p:nvPr userDrawn="1"/>
        </p:nvSpPr>
        <p:spPr>
          <a:xfrm>
            <a:off x="1611" y="4915450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111F478C-84AE-4601-9BE4-60468A3A6C06}" type="slidenum">
              <a:rPr lang="en-US" sz="800" smtClean="0">
                <a:solidFill>
                  <a:prstClr val="white">
                    <a:alpha val="50000"/>
                  </a:prstClr>
                </a:solidFill>
                <a:latin typeface="Arial"/>
              </a:rPr>
              <a:pPr/>
              <a:t>‹#›</a:t>
            </a:fld>
            <a:endParaRPr lang="en-US" sz="800" dirty="0">
              <a:solidFill>
                <a:prstClr val="white">
                  <a:alpha val="50000"/>
                </a:prstClr>
              </a:solidFill>
              <a:latin typeface="Arial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3D34347-5503-CF42-98BC-54772FA6C03C}"/>
              </a:ext>
            </a:extLst>
          </p:cNvPr>
          <p:cNvSpPr/>
          <p:nvPr userDrawn="1"/>
        </p:nvSpPr>
        <p:spPr>
          <a:xfrm>
            <a:off x="695091" y="4911122"/>
            <a:ext cx="542544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CONFIDENTIAL – For use by Hitachi Vantara employees and other audiences under NDA only.</a:t>
            </a:r>
          </a:p>
        </p:txBody>
      </p:sp>
      <p:pic>
        <p:nvPicPr>
          <p:cNvPr id="70" name="Graphic 69">
            <a:extLst>
              <a:ext uri="{FF2B5EF4-FFF2-40B4-BE49-F238E27FC236}">
                <a16:creationId xmlns:a16="http://schemas.microsoft.com/office/drawing/2014/main" id="{77635230-F3E7-A540-BBEE-66DC1E31C3A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12" y="812800"/>
            <a:ext cx="570117" cy="4330700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DD287A30-4187-9348-B19C-5DD2850449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37908" y="-1"/>
            <a:ext cx="3218475" cy="5157217"/>
          </a:xfrm>
          <a:prstGeom prst="rect">
            <a:avLst/>
          </a:prstGeom>
        </p:spPr>
      </p:pic>
      <p:sp>
        <p:nvSpPr>
          <p:cNvPr id="74" name="Rectangle 73">
            <a:extLst>
              <a:ext uri="{FF2B5EF4-FFF2-40B4-BE49-F238E27FC236}">
                <a16:creationId xmlns:a16="http://schemas.microsoft.com/office/drawing/2014/main" id="{4B15973D-08B4-314C-87E6-15A6895B7CBF}"/>
              </a:ext>
            </a:extLst>
          </p:cNvPr>
          <p:cNvSpPr/>
          <p:nvPr userDrawn="1"/>
        </p:nvSpPr>
        <p:spPr>
          <a:xfrm>
            <a:off x="5942892" y="0"/>
            <a:ext cx="3201108" cy="5157216"/>
          </a:xfrm>
          <a:prstGeom prst="rect">
            <a:avLst/>
          </a:prstGeom>
          <a:gradFill flip="none" rotWithShape="1">
            <a:gsLst>
              <a:gs pos="71000">
                <a:schemeClr val="tx2">
                  <a:alpha val="0"/>
                </a:schemeClr>
              </a:gs>
              <a:gs pos="100000">
                <a:schemeClr val="tx2">
                  <a:alpha val="65000"/>
                </a:schemeClr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grpSp>
        <p:nvGrpSpPr>
          <p:cNvPr id="75" name="Hitachi CS Logo">
            <a:extLst>
              <a:ext uri="{FF2B5EF4-FFF2-40B4-BE49-F238E27FC236}">
                <a16:creationId xmlns:a16="http://schemas.microsoft.com/office/drawing/2014/main" id="{27B72DF8-7FDB-D04B-9A18-6C44A64C10A3}"/>
              </a:ext>
            </a:extLst>
          </p:cNvPr>
          <p:cNvGrpSpPr/>
          <p:nvPr userDrawn="1"/>
        </p:nvGrpSpPr>
        <p:grpSpPr>
          <a:xfrm>
            <a:off x="7684916" y="225821"/>
            <a:ext cx="1247901" cy="356665"/>
            <a:chOff x="2751138" y="3262313"/>
            <a:chExt cx="4665662" cy="1333500"/>
          </a:xfrm>
          <a:solidFill>
            <a:schemeClr val="bg1"/>
          </a:solidFill>
        </p:grpSpPr>
        <p:sp>
          <p:nvSpPr>
            <p:cNvPr id="76" name="Freeform 1">
              <a:extLst>
                <a:ext uri="{FF2B5EF4-FFF2-40B4-BE49-F238E27FC236}">
                  <a16:creationId xmlns:a16="http://schemas.microsoft.com/office/drawing/2014/main" id="{1DFDD7A9-8B93-A64F-AA09-01859AC9E0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0138" y="3275013"/>
              <a:ext cx="673100" cy="631825"/>
            </a:xfrm>
            <a:custGeom>
              <a:avLst/>
              <a:gdLst>
                <a:gd name="T0" fmla="*/ 465 w 1868"/>
                <a:gd name="T1" fmla="*/ 0 h 1755"/>
                <a:gd name="T2" fmla="*/ 465 w 1868"/>
                <a:gd name="T3" fmla="*/ 700 h 1755"/>
                <a:gd name="T4" fmla="*/ 1402 w 1868"/>
                <a:gd name="T5" fmla="*/ 700 h 1755"/>
                <a:gd name="T6" fmla="*/ 1402 w 1868"/>
                <a:gd name="T7" fmla="*/ 0 h 1755"/>
                <a:gd name="T8" fmla="*/ 1867 w 1868"/>
                <a:gd name="T9" fmla="*/ 0 h 1755"/>
                <a:gd name="T10" fmla="*/ 1867 w 1868"/>
                <a:gd name="T11" fmla="*/ 1754 h 1755"/>
                <a:gd name="T12" fmla="*/ 1402 w 1868"/>
                <a:gd name="T13" fmla="*/ 1754 h 1755"/>
                <a:gd name="T14" fmla="*/ 1402 w 1868"/>
                <a:gd name="T15" fmla="*/ 983 h 1755"/>
                <a:gd name="T16" fmla="*/ 465 w 1868"/>
                <a:gd name="T17" fmla="*/ 983 h 1755"/>
                <a:gd name="T18" fmla="*/ 465 w 1868"/>
                <a:gd name="T19" fmla="*/ 1754 h 1755"/>
                <a:gd name="T20" fmla="*/ 0 w 1868"/>
                <a:gd name="T21" fmla="*/ 1754 h 1755"/>
                <a:gd name="T22" fmla="*/ 0 w 1868"/>
                <a:gd name="T23" fmla="*/ 0 h 1755"/>
                <a:gd name="T24" fmla="*/ 465 w 1868"/>
                <a:gd name="T25" fmla="*/ 0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68" h="1755">
                  <a:moveTo>
                    <a:pt x="465" y="0"/>
                  </a:moveTo>
                  <a:cubicBezTo>
                    <a:pt x="465" y="0"/>
                    <a:pt x="465" y="705"/>
                    <a:pt x="465" y="700"/>
                  </a:cubicBezTo>
                  <a:lnTo>
                    <a:pt x="1402" y="700"/>
                  </a:lnTo>
                  <a:cubicBezTo>
                    <a:pt x="1402" y="705"/>
                    <a:pt x="1402" y="0"/>
                    <a:pt x="1402" y="0"/>
                  </a:cubicBezTo>
                  <a:cubicBezTo>
                    <a:pt x="1402" y="0"/>
                    <a:pt x="1863" y="0"/>
                    <a:pt x="1867" y="0"/>
                  </a:cubicBezTo>
                  <a:cubicBezTo>
                    <a:pt x="1867" y="0"/>
                    <a:pt x="1867" y="1750"/>
                    <a:pt x="1867" y="1754"/>
                  </a:cubicBezTo>
                  <a:lnTo>
                    <a:pt x="1402" y="1754"/>
                  </a:lnTo>
                  <a:cubicBezTo>
                    <a:pt x="1402" y="1754"/>
                    <a:pt x="1402" y="987"/>
                    <a:pt x="1402" y="983"/>
                  </a:cubicBezTo>
                  <a:cubicBezTo>
                    <a:pt x="1402" y="987"/>
                    <a:pt x="465" y="983"/>
                    <a:pt x="465" y="983"/>
                  </a:cubicBezTo>
                  <a:cubicBezTo>
                    <a:pt x="465" y="987"/>
                    <a:pt x="465" y="1754"/>
                    <a:pt x="465" y="1754"/>
                  </a:cubicBezTo>
                  <a:lnTo>
                    <a:pt x="0" y="1754"/>
                  </a:lnTo>
                  <a:cubicBezTo>
                    <a:pt x="0" y="1754"/>
                    <a:pt x="4" y="0"/>
                    <a:pt x="0" y="0"/>
                  </a:cubicBezTo>
                  <a:lnTo>
                    <a:pt x="46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77" name="Freeform 2">
              <a:extLst>
                <a:ext uri="{FF2B5EF4-FFF2-40B4-BE49-F238E27FC236}">
                  <a16:creationId xmlns:a16="http://schemas.microsoft.com/office/drawing/2014/main" id="{43ABE3C6-6C0F-BB45-88E7-8C34E8DA14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3050" y="3275013"/>
              <a:ext cx="677863" cy="631825"/>
            </a:xfrm>
            <a:custGeom>
              <a:avLst/>
              <a:gdLst>
                <a:gd name="T0" fmla="*/ 1883 w 1884"/>
                <a:gd name="T1" fmla="*/ 0 h 1755"/>
                <a:gd name="T2" fmla="*/ 1883 w 1884"/>
                <a:gd name="T3" fmla="*/ 298 h 1755"/>
                <a:gd name="T4" fmla="*/ 1174 w 1884"/>
                <a:gd name="T5" fmla="*/ 298 h 1755"/>
                <a:gd name="T6" fmla="*/ 1174 w 1884"/>
                <a:gd name="T7" fmla="*/ 1754 h 1755"/>
                <a:gd name="T8" fmla="*/ 709 w 1884"/>
                <a:gd name="T9" fmla="*/ 1754 h 1755"/>
                <a:gd name="T10" fmla="*/ 709 w 1884"/>
                <a:gd name="T11" fmla="*/ 298 h 1755"/>
                <a:gd name="T12" fmla="*/ 0 w 1884"/>
                <a:gd name="T13" fmla="*/ 298 h 1755"/>
                <a:gd name="T14" fmla="*/ 0 w 1884"/>
                <a:gd name="T15" fmla="*/ 0 h 1755"/>
                <a:gd name="T16" fmla="*/ 1883 w 1884"/>
                <a:gd name="T17" fmla="*/ 0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84" h="1755">
                  <a:moveTo>
                    <a:pt x="1883" y="0"/>
                  </a:moveTo>
                  <a:cubicBezTo>
                    <a:pt x="1883" y="4"/>
                    <a:pt x="1883" y="298"/>
                    <a:pt x="1883" y="298"/>
                  </a:cubicBezTo>
                  <a:lnTo>
                    <a:pt x="1174" y="298"/>
                  </a:lnTo>
                  <a:lnTo>
                    <a:pt x="1174" y="1754"/>
                  </a:lnTo>
                  <a:lnTo>
                    <a:pt x="709" y="1754"/>
                  </a:lnTo>
                  <a:lnTo>
                    <a:pt x="709" y="298"/>
                  </a:lnTo>
                  <a:lnTo>
                    <a:pt x="0" y="298"/>
                  </a:lnTo>
                  <a:lnTo>
                    <a:pt x="0" y="0"/>
                  </a:lnTo>
                  <a:lnTo>
                    <a:pt x="1883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78" name="Freeform 3">
              <a:extLst>
                <a:ext uri="{FF2B5EF4-FFF2-40B4-BE49-F238E27FC236}">
                  <a16:creationId xmlns:a16="http://schemas.microsoft.com/office/drawing/2014/main" id="{C90F92A1-AB9F-CE48-9256-E1899A0D62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4863" y="3275013"/>
              <a:ext cx="796925" cy="631825"/>
            </a:xfrm>
            <a:custGeom>
              <a:avLst/>
              <a:gdLst>
                <a:gd name="T0" fmla="*/ 2214 w 2215"/>
                <a:gd name="T1" fmla="*/ 1754 h 1755"/>
                <a:gd name="T2" fmla="*/ 1695 w 2215"/>
                <a:gd name="T3" fmla="*/ 1754 h 1755"/>
                <a:gd name="T4" fmla="*/ 1542 w 2215"/>
                <a:gd name="T5" fmla="*/ 1377 h 1755"/>
                <a:gd name="T6" fmla="*/ 672 w 2215"/>
                <a:gd name="T7" fmla="*/ 1377 h 1755"/>
                <a:gd name="T8" fmla="*/ 518 w 2215"/>
                <a:gd name="T9" fmla="*/ 1754 h 1755"/>
                <a:gd name="T10" fmla="*/ 0 w 2215"/>
                <a:gd name="T11" fmla="*/ 1754 h 1755"/>
                <a:gd name="T12" fmla="*/ 825 w 2215"/>
                <a:gd name="T13" fmla="*/ 0 h 1755"/>
                <a:gd name="T14" fmla="*/ 1392 w 2215"/>
                <a:gd name="T15" fmla="*/ 0 h 1755"/>
                <a:gd name="T16" fmla="*/ 2214 w 2215"/>
                <a:gd name="T17" fmla="*/ 1754 h 1755"/>
                <a:gd name="T18" fmla="*/ 788 w 2215"/>
                <a:gd name="T19" fmla="*/ 1095 h 1755"/>
                <a:gd name="T20" fmla="*/ 1434 w 2215"/>
                <a:gd name="T21" fmla="*/ 1095 h 1755"/>
                <a:gd name="T22" fmla="*/ 1107 w 2215"/>
                <a:gd name="T23" fmla="*/ 298 h 1755"/>
                <a:gd name="T24" fmla="*/ 788 w 2215"/>
                <a:gd name="T25" fmla="*/ 1095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15" h="1755">
                  <a:moveTo>
                    <a:pt x="2214" y="1754"/>
                  </a:moveTo>
                  <a:cubicBezTo>
                    <a:pt x="2214" y="1754"/>
                    <a:pt x="1691" y="1754"/>
                    <a:pt x="1695" y="1754"/>
                  </a:cubicBezTo>
                  <a:lnTo>
                    <a:pt x="1542" y="1377"/>
                  </a:lnTo>
                  <a:lnTo>
                    <a:pt x="672" y="1377"/>
                  </a:lnTo>
                  <a:cubicBezTo>
                    <a:pt x="672" y="1377"/>
                    <a:pt x="522" y="1754"/>
                    <a:pt x="518" y="1754"/>
                  </a:cubicBezTo>
                  <a:lnTo>
                    <a:pt x="0" y="1754"/>
                  </a:lnTo>
                  <a:lnTo>
                    <a:pt x="825" y="0"/>
                  </a:lnTo>
                  <a:lnTo>
                    <a:pt x="1392" y="0"/>
                  </a:lnTo>
                  <a:lnTo>
                    <a:pt x="2214" y="1754"/>
                  </a:lnTo>
                  <a:close/>
                  <a:moveTo>
                    <a:pt x="788" y="1095"/>
                  </a:moveTo>
                  <a:lnTo>
                    <a:pt x="1434" y="1095"/>
                  </a:lnTo>
                  <a:lnTo>
                    <a:pt x="1107" y="298"/>
                  </a:lnTo>
                  <a:lnTo>
                    <a:pt x="788" y="1095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80" name="Freeform 4">
              <a:extLst>
                <a:ext uri="{FF2B5EF4-FFF2-40B4-BE49-F238E27FC236}">
                  <a16:creationId xmlns:a16="http://schemas.microsoft.com/office/drawing/2014/main" id="{AD8EA1B9-F9F3-FD4E-8806-292242D491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85000" y="3275013"/>
              <a:ext cx="166688" cy="631825"/>
            </a:xfrm>
            <a:custGeom>
              <a:avLst/>
              <a:gdLst>
                <a:gd name="T0" fmla="*/ 232 w 465"/>
                <a:gd name="T1" fmla="*/ 1754 h 1755"/>
                <a:gd name="T2" fmla="*/ 0 w 465"/>
                <a:gd name="T3" fmla="*/ 1754 h 1755"/>
                <a:gd name="T4" fmla="*/ 0 w 465"/>
                <a:gd name="T5" fmla="*/ 0 h 1755"/>
                <a:gd name="T6" fmla="*/ 464 w 465"/>
                <a:gd name="T7" fmla="*/ 0 h 1755"/>
                <a:gd name="T8" fmla="*/ 464 w 465"/>
                <a:gd name="T9" fmla="*/ 1754 h 1755"/>
                <a:gd name="T10" fmla="*/ 232 w 465"/>
                <a:gd name="T11" fmla="*/ 1754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5" h="1755">
                  <a:moveTo>
                    <a:pt x="232" y="1754"/>
                  </a:moveTo>
                  <a:lnTo>
                    <a:pt x="0" y="1754"/>
                  </a:lnTo>
                  <a:lnTo>
                    <a:pt x="0" y="0"/>
                  </a:lnTo>
                  <a:lnTo>
                    <a:pt x="464" y="0"/>
                  </a:lnTo>
                  <a:lnTo>
                    <a:pt x="464" y="1754"/>
                  </a:lnTo>
                  <a:lnTo>
                    <a:pt x="232" y="175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81" name="Freeform 5">
              <a:extLst>
                <a:ext uri="{FF2B5EF4-FFF2-40B4-BE49-F238E27FC236}">
                  <a16:creationId xmlns:a16="http://schemas.microsoft.com/office/drawing/2014/main" id="{98246673-1BAA-6245-97C0-09C04C0382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9588" y="3275013"/>
              <a:ext cx="673100" cy="631825"/>
            </a:xfrm>
            <a:custGeom>
              <a:avLst/>
              <a:gdLst>
                <a:gd name="T0" fmla="*/ 465 w 1868"/>
                <a:gd name="T1" fmla="*/ 0 h 1755"/>
                <a:gd name="T2" fmla="*/ 465 w 1868"/>
                <a:gd name="T3" fmla="*/ 700 h 1755"/>
                <a:gd name="T4" fmla="*/ 1402 w 1868"/>
                <a:gd name="T5" fmla="*/ 700 h 1755"/>
                <a:gd name="T6" fmla="*/ 1402 w 1868"/>
                <a:gd name="T7" fmla="*/ 0 h 1755"/>
                <a:gd name="T8" fmla="*/ 1867 w 1868"/>
                <a:gd name="T9" fmla="*/ 0 h 1755"/>
                <a:gd name="T10" fmla="*/ 1867 w 1868"/>
                <a:gd name="T11" fmla="*/ 1754 h 1755"/>
                <a:gd name="T12" fmla="*/ 1402 w 1868"/>
                <a:gd name="T13" fmla="*/ 1754 h 1755"/>
                <a:gd name="T14" fmla="*/ 1402 w 1868"/>
                <a:gd name="T15" fmla="*/ 983 h 1755"/>
                <a:gd name="T16" fmla="*/ 465 w 1868"/>
                <a:gd name="T17" fmla="*/ 983 h 1755"/>
                <a:gd name="T18" fmla="*/ 465 w 1868"/>
                <a:gd name="T19" fmla="*/ 1754 h 1755"/>
                <a:gd name="T20" fmla="*/ 0 w 1868"/>
                <a:gd name="T21" fmla="*/ 1754 h 1755"/>
                <a:gd name="T22" fmla="*/ 0 w 1868"/>
                <a:gd name="T23" fmla="*/ 0 h 1755"/>
                <a:gd name="T24" fmla="*/ 465 w 1868"/>
                <a:gd name="T25" fmla="*/ 0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68" h="1755">
                  <a:moveTo>
                    <a:pt x="465" y="0"/>
                  </a:moveTo>
                  <a:cubicBezTo>
                    <a:pt x="465" y="0"/>
                    <a:pt x="465" y="705"/>
                    <a:pt x="465" y="700"/>
                  </a:cubicBezTo>
                  <a:lnTo>
                    <a:pt x="1402" y="700"/>
                  </a:lnTo>
                  <a:cubicBezTo>
                    <a:pt x="1402" y="705"/>
                    <a:pt x="1402" y="0"/>
                    <a:pt x="1402" y="0"/>
                  </a:cubicBezTo>
                  <a:cubicBezTo>
                    <a:pt x="1402" y="0"/>
                    <a:pt x="1863" y="0"/>
                    <a:pt x="1867" y="0"/>
                  </a:cubicBezTo>
                  <a:cubicBezTo>
                    <a:pt x="1867" y="0"/>
                    <a:pt x="1867" y="1750"/>
                    <a:pt x="1867" y="1754"/>
                  </a:cubicBezTo>
                  <a:lnTo>
                    <a:pt x="1402" y="1754"/>
                  </a:lnTo>
                  <a:cubicBezTo>
                    <a:pt x="1402" y="1754"/>
                    <a:pt x="1402" y="987"/>
                    <a:pt x="1402" y="983"/>
                  </a:cubicBezTo>
                  <a:cubicBezTo>
                    <a:pt x="1402" y="987"/>
                    <a:pt x="465" y="983"/>
                    <a:pt x="465" y="983"/>
                  </a:cubicBezTo>
                  <a:cubicBezTo>
                    <a:pt x="465" y="987"/>
                    <a:pt x="465" y="1754"/>
                    <a:pt x="465" y="1754"/>
                  </a:cubicBezTo>
                  <a:lnTo>
                    <a:pt x="0" y="1754"/>
                  </a:lnTo>
                  <a:cubicBezTo>
                    <a:pt x="0" y="1754"/>
                    <a:pt x="5" y="0"/>
                    <a:pt x="0" y="0"/>
                  </a:cubicBezTo>
                  <a:lnTo>
                    <a:pt x="46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82" name="Freeform 6">
              <a:extLst>
                <a:ext uri="{FF2B5EF4-FFF2-40B4-BE49-F238E27FC236}">
                  <a16:creationId xmlns:a16="http://schemas.microsoft.com/office/drawing/2014/main" id="{DC7A82AA-88EC-7842-A7FE-DE3168FB71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4450" y="3275013"/>
              <a:ext cx="168275" cy="631825"/>
            </a:xfrm>
            <a:custGeom>
              <a:avLst/>
              <a:gdLst>
                <a:gd name="T0" fmla="*/ 233 w 466"/>
                <a:gd name="T1" fmla="*/ 1754 h 1755"/>
                <a:gd name="T2" fmla="*/ 0 w 466"/>
                <a:gd name="T3" fmla="*/ 1754 h 1755"/>
                <a:gd name="T4" fmla="*/ 0 w 466"/>
                <a:gd name="T5" fmla="*/ 0 h 1755"/>
                <a:gd name="T6" fmla="*/ 465 w 466"/>
                <a:gd name="T7" fmla="*/ 0 h 1755"/>
                <a:gd name="T8" fmla="*/ 465 w 466"/>
                <a:gd name="T9" fmla="*/ 1754 h 1755"/>
                <a:gd name="T10" fmla="*/ 233 w 466"/>
                <a:gd name="T11" fmla="*/ 1754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6" h="1755">
                  <a:moveTo>
                    <a:pt x="233" y="1754"/>
                  </a:moveTo>
                  <a:lnTo>
                    <a:pt x="0" y="1754"/>
                  </a:lnTo>
                  <a:lnTo>
                    <a:pt x="0" y="0"/>
                  </a:lnTo>
                  <a:lnTo>
                    <a:pt x="465" y="0"/>
                  </a:lnTo>
                  <a:lnTo>
                    <a:pt x="465" y="1754"/>
                  </a:lnTo>
                  <a:lnTo>
                    <a:pt x="233" y="175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83" name="Freeform 7">
              <a:extLst>
                <a:ext uri="{FF2B5EF4-FFF2-40B4-BE49-F238E27FC236}">
                  <a16:creationId xmlns:a16="http://schemas.microsoft.com/office/drawing/2014/main" id="{9AC2B23D-FD5E-2343-AAE1-FDB4AC770E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3213" y="3262313"/>
              <a:ext cx="715962" cy="663575"/>
            </a:xfrm>
            <a:custGeom>
              <a:avLst/>
              <a:gdLst>
                <a:gd name="T0" fmla="*/ 62 w 1988"/>
                <a:gd name="T1" fmla="*/ 1307 h 1842"/>
                <a:gd name="T2" fmla="*/ 0 w 1988"/>
                <a:gd name="T3" fmla="*/ 933 h 1842"/>
                <a:gd name="T4" fmla="*/ 120 w 1988"/>
                <a:gd name="T5" fmla="*/ 423 h 1842"/>
                <a:gd name="T6" fmla="*/ 518 w 1988"/>
                <a:gd name="T7" fmla="*/ 91 h 1842"/>
                <a:gd name="T8" fmla="*/ 1033 w 1988"/>
                <a:gd name="T9" fmla="*/ 0 h 1842"/>
                <a:gd name="T10" fmla="*/ 1618 w 1988"/>
                <a:gd name="T11" fmla="*/ 125 h 1842"/>
                <a:gd name="T12" fmla="*/ 1950 w 1988"/>
                <a:gd name="T13" fmla="*/ 531 h 1842"/>
                <a:gd name="T14" fmla="*/ 1966 w 1988"/>
                <a:gd name="T15" fmla="*/ 643 h 1842"/>
                <a:gd name="T16" fmla="*/ 1481 w 1988"/>
                <a:gd name="T17" fmla="*/ 643 h 1842"/>
                <a:gd name="T18" fmla="*/ 1456 w 1988"/>
                <a:gd name="T19" fmla="*/ 506 h 1842"/>
                <a:gd name="T20" fmla="*/ 1240 w 1988"/>
                <a:gd name="T21" fmla="*/ 303 h 1842"/>
                <a:gd name="T22" fmla="*/ 1037 w 1988"/>
                <a:gd name="T23" fmla="*/ 274 h 1842"/>
                <a:gd name="T24" fmla="*/ 809 w 1988"/>
                <a:gd name="T25" fmla="*/ 315 h 1842"/>
                <a:gd name="T26" fmla="*/ 556 w 1988"/>
                <a:gd name="T27" fmla="*/ 573 h 1842"/>
                <a:gd name="T28" fmla="*/ 494 w 1988"/>
                <a:gd name="T29" fmla="*/ 942 h 1842"/>
                <a:gd name="T30" fmla="*/ 539 w 1988"/>
                <a:gd name="T31" fmla="*/ 1249 h 1842"/>
                <a:gd name="T32" fmla="*/ 792 w 1988"/>
                <a:gd name="T33" fmla="*/ 1527 h 1842"/>
                <a:gd name="T34" fmla="*/ 1041 w 1988"/>
                <a:gd name="T35" fmla="*/ 1572 h 1842"/>
                <a:gd name="T36" fmla="*/ 1257 w 1988"/>
                <a:gd name="T37" fmla="*/ 1539 h 1842"/>
                <a:gd name="T38" fmla="*/ 1460 w 1988"/>
                <a:gd name="T39" fmla="*/ 1356 h 1842"/>
                <a:gd name="T40" fmla="*/ 1497 w 1988"/>
                <a:gd name="T41" fmla="*/ 1170 h 1842"/>
                <a:gd name="T42" fmla="*/ 1987 w 1988"/>
                <a:gd name="T43" fmla="*/ 1170 h 1842"/>
                <a:gd name="T44" fmla="*/ 1962 w 1988"/>
                <a:gd name="T45" fmla="*/ 1336 h 1842"/>
                <a:gd name="T46" fmla="*/ 1638 w 1988"/>
                <a:gd name="T47" fmla="*/ 1721 h 1842"/>
                <a:gd name="T48" fmla="*/ 1041 w 1988"/>
                <a:gd name="T49" fmla="*/ 1841 h 1842"/>
                <a:gd name="T50" fmla="*/ 568 w 1988"/>
                <a:gd name="T51" fmla="*/ 1771 h 1842"/>
                <a:gd name="T52" fmla="*/ 62 w 1988"/>
                <a:gd name="T53" fmla="*/ 1307 h 1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988" h="1842">
                  <a:moveTo>
                    <a:pt x="62" y="1307"/>
                  </a:moveTo>
                  <a:cubicBezTo>
                    <a:pt x="21" y="1191"/>
                    <a:pt x="0" y="1066"/>
                    <a:pt x="0" y="933"/>
                  </a:cubicBezTo>
                  <a:cubicBezTo>
                    <a:pt x="0" y="751"/>
                    <a:pt x="33" y="573"/>
                    <a:pt x="120" y="423"/>
                  </a:cubicBezTo>
                  <a:cubicBezTo>
                    <a:pt x="211" y="270"/>
                    <a:pt x="348" y="154"/>
                    <a:pt x="518" y="91"/>
                  </a:cubicBezTo>
                  <a:cubicBezTo>
                    <a:pt x="680" y="33"/>
                    <a:pt x="850" y="0"/>
                    <a:pt x="1033" y="0"/>
                  </a:cubicBezTo>
                  <a:cubicBezTo>
                    <a:pt x="1240" y="0"/>
                    <a:pt x="1439" y="46"/>
                    <a:pt x="1618" y="125"/>
                  </a:cubicBezTo>
                  <a:cubicBezTo>
                    <a:pt x="1784" y="195"/>
                    <a:pt x="1912" y="349"/>
                    <a:pt x="1950" y="531"/>
                  </a:cubicBezTo>
                  <a:cubicBezTo>
                    <a:pt x="1958" y="568"/>
                    <a:pt x="1962" y="606"/>
                    <a:pt x="1966" y="643"/>
                  </a:cubicBezTo>
                  <a:lnTo>
                    <a:pt x="1481" y="643"/>
                  </a:lnTo>
                  <a:cubicBezTo>
                    <a:pt x="1481" y="597"/>
                    <a:pt x="1472" y="552"/>
                    <a:pt x="1456" y="506"/>
                  </a:cubicBezTo>
                  <a:cubicBezTo>
                    <a:pt x="1419" y="411"/>
                    <a:pt x="1340" y="332"/>
                    <a:pt x="1240" y="303"/>
                  </a:cubicBezTo>
                  <a:cubicBezTo>
                    <a:pt x="1174" y="282"/>
                    <a:pt x="1107" y="274"/>
                    <a:pt x="1037" y="274"/>
                  </a:cubicBezTo>
                  <a:cubicBezTo>
                    <a:pt x="958" y="274"/>
                    <a:pt x="879" y="286"/>
                    <a:pt x="809" y="315"/>
                  </a:cubicBezTo>
                  <a:cubicBezTo>
                    <a:pt x="688" y="357"/>
                    <a:pt x="597" y="452"/>
                    <a:pt x="556" y="573"/>
                  </a:cubicBezTo>
                  <a:cubicBezTo>
                    <a:pt x="514" y="689"/>
                    <a:pt x="494" y="813"/>
                    <a:pt x="494" y="942"/>
                  </a:cubicBezTo>
                  <a:cubicBezTo>
                    <a:pt x="494" y="1050"/>
                    <a:pt x="510" y="1153"/>
                    <a:pt x="539" y="1249"/>
                  </a:cubicBezTo>
                  <a:cubicBezTo>
                    <a:pt x="572" y="1377"/>
                    <a:pt x="672" y="1481"/>
                    <a:pt x="792" y="1527"/>
                  </a:cubicBezTo>
                  <a:cubicBezTo>
                    <a:pt x="871" y="1556"/>
                    <a:pt x="954" y="1572"/>
                    <a:pt x="1041" y="1572"/>
                  </a:cubicBezTo>
                  <a:cubicBezTo>
                    <a:pt x="1116" y="1572"/>
                    <a:pt x="1186" y="1560"/>
                    <a:pt x="1257" y="1539"/>
                  </a:cubicBezTo>
                  <a:cubicBezTo>
                    <a:pt x="1348" y="1510"/>
                    <a:pt x="1423" y="1444"/>
                    <a:pt x="1460" y="1356"/>
                  </a:cubicBezTo>
                  <a:cubicBezTo>
                    <a:pt x="1485" y="1298"/>
                    <a:pt x="1497" y="1236"/>
                    <a:pt x="1497" y="1170"/>
                  </a:cubicBezTo>
                  <a:lnTo>
                    <a:pt x="1987" y="1170"/>
                  </a:lnTo>
                  <a:cubicBezTo>
                    <a:pt x="1983" y="1228"/>
                    <a:pt x="1974" y="1282"/>
                    <a:pt x="1962" y="1336"/>
                  </a:cubicBezTo>
                  <a:cubicBezTo>
                    <a:pt x="1920" y="1510"/>
                    <a:pt x="1800" y="1655"/>
                    <a:pt x="1638" y="1721"/>
                  </a:cubicBezTo>
                  <a:cubicBezTo>
                    <a:pt x="1456" y="1800"/>
                    <a:pt x="1253" y="1841"/>
                    <a:pt x="1041" y="1841"/>
                  </a:cubicBezTo>
                  <a:cubicBezTo>
                    <a:pt x="875" y="1841"/>
                    <a:pt x="718" y="1817"/>
                    <a:pt x="568" y="1771"/>
                  </a:cubicBezTo>
                  <a:cubicBezTo>
                    <a:pt x="336" y="1692"/>
                    <a:pt x="137" y="1527"/>
                    <a:pt x="62" y="1307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84" name="Freeform 8">
              <a:extLst>
                <a:ext uri="{FF2B5EF4-FFF2-40B4-BE49-F238E27FC236}">
                  <a16:creationId xmlns:a16="http://schemas.microsoft.com/office/drawing/2014/main" id="{31448527-D61A-B844-B469-E923047ECD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1138" y="4083050"/>
              <a:ext cx="153987" cy="398463"/>
            </a:xfrm>
            <a:custGeom>
              <a:avLst/>
              <a:gdLst>
                <a:gd name="T0" fmla="*/ 415 w 428"/>
                <a:gd name="T1" fmla="*/ 0 h 1109"/>
                <a:gd name="T2" fmla="*/ 0 w 428"/>
                <a:gd name="T3" fmla="*/ 38 h 1109"/>
                <a:gd name="T4" fmla="*/ 0 w 428"/>
                <a:gd name="T5" fmla="*/ 100 h 1109"/>
                <a:gd name="T6" fmla="*/ 12 w 428"/>
                <a:gd name="T7" fmla="*/ 100 h 1109"/>
                <a:gd name="T8" fmla="*/ 178 w 428"/>
                <a:gd name="T9" fmla="*/ 241 h 1109"/>
                <a:gd name="T10" fmla="*/ 178 w 428"/>
                <a:gd name="T11" fmla="*/ 1108 h 1109"/>
                <a:gd name="T12" fmla="*/ 427 w 428"/>
                <a:gd name="T13" fmla="*/ 1108 h 1109"/>
                <a:gd name="T14" fmla="*/ 427 w 428"/>
                <a:gd name="T15" fmla="*/ 0 h 1109"/>
                <a:gd name="T16" fmla="*/ 415 w 428"/>
                <a:gd name="T17" fmla="*/ 0 h 1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8" h="1109">
                  <a:moveTo>
                    <a:pt x="415" y="0"/>
                  </a:moveTo>
                  <a:lnTo>
                    <a:pt x="0" y="38"/>
                  </a:lnTo>
                  <a:lnTo>
                    <a:pt x="0" y="100"/>
                  </a:lnTo>
                  <a:lnTo>
                    <a:pt x="12" y="100"/>
                  </a:lnTo>
                  <a:cubicBezTo>
                    <a:pt x="178" y="121"/>
                    <a:pt x="178" y="121"/>
                    <a:pt x="178" y="241"/>
                  </a:cubicBezTo>
                  <a:lnTo>
                    <a:pt x="178" y="1108"/>
                  </a:lnTo>
                  <a:lnTo>
                    <a:pt x="427" y="1108"/>
                  </a:lnTo>
                  <a:lnTo>
                    <a:pt x="427" y="0"/>
                  </a:lnTo>
                  <a:lnTo>
                    <a:pt x="41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85" name="Freeform 9">
              <a:extLst>
                <a:ext uri="{FF2B5EF4-FFF2-40B4-BE49-F238E27FC236}">
                  <a16:creationId xmlns:a16="http://schemas.microsoft.com/office/drawing/2014/main" id="{205DB488-BF13-4647-8E32-91FC5CA0F3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6088" y="4198938"/>
              <a:ext cx="315912" cy="282575"/>
            </a:xfrm>
            <a:custGeom>
              <a:avLst/>
              <a:gdLst>
                <a:gd name="T0" fmla="*/ 643 w 876"/>
                <a:gd name="T1" fmla="*/ 4 h 785"/>
                <a:gd name="T2" fmla="*/ 353 w 876"/>
                <a:gd name="T3" fmla="*/ 170 h 785"/>
                <a:gd name="T4" fmla="*/ 353 w 876"/>
                <a:gd name="T5" fmla="*/ 0 h 785"/>
                <a:gd name="T6" fmla="*/ 336 w 876"/>
                <a:gd name="T7" fmla="*/ 4 h 785"/>
                <a:gd name="T8" fmla="*/ 0 w 876"/>
                <a:gd name="T9" fmla="*/ 58 h 785"/>
                <a:gd name="T10" fmla="*/ 0 w 876"/>
                <a:gd name="T11" fmla="*/ 116 h 785"/>
                <a:gd name="T12" fmla="*/ 17 w 876"/>
                <a:gd name="T13" fmla="*/ 116 h 785"/>
                <a:gd name="T14" fmla="*/ 145 w 876"/>
                <a:gd name="T15" fmla="*/ 240 h 785"/>
                <a:gd name="T16" fmla="*/ 145 w 876"/>
                <a:gd name="T17" fmla="*/ 784 h 785"/>
                <a:gd name="T18" fmla="*/ 353 w 876"/>
                <a:gd name="T19" fmla="*/ 784 h 785"/>
                <a:gd name="T20" fmla="*/ 353 w 876"/>
                <a:gd name="T21" fmla="*/ 386 h 785"/>
                <a:gd name="T22" fmla="*/ 560 w 876"/>
                <a:gd name="T23" fmla="*/ 141 h 785"/>
                <a:gd name="T24" fmla="*/ 664 w 876"/>
                <a:gd name="T25" fmla="*/ 361 h 785"/>
                <a:gd name="T26" fmla="*/ 664 w 876"/>
                <a:gd name="T27" fmla="*/ 784 h 785"/>
                <a:gd name="T28" fmla="*/ 871 w 876"/>
                <a:gd name="T29" fmla="*/ 784 h 785"/>
                <a:gd name="T30" fmla="*/ 871 w 876"/>
                <a:gd name="T31" fmla="*/ 240 h 785"/>
                <a:gd name="T32" fmla="*/ 643 w 876"/>
                <a:gd name="T33" fmla="*/ 4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6" h="785">
                  <a:moveTo>
                    <a:pt x="643" y="4"/>
                  </a:moveTo>
                  <a:cubicBezTo>
                    <a:pt x="490" y="4"/>
                    <a:pt x="398" y="108"/>
                    <a:pt x="353" y="170"/>
                  </a:cubicBezTo>
                  <a:cubicBezTo>
                    <a:pt x="353" y="112"/>
                    <a:pt x="353" y="0"/>
                    <a:pt x="353" y="0"/>
                  </a:cubicBezTo>
                  <a:lnTo>
                    <a:pt x="336" y="4"/>
                  </a:lnTo>
                  <a:lnTo>
                    <a:pt x="0" y="58"/>
                  </a:lnTo>
                  <a:lnTo>
                    <a:pt x="0" y="116"/>
                  </a:lnTo>
                  <a:lnTo>
                    <a:pt x="17" y="116"/>
                  </a:lnTo>
                  <a:cubicBezTo>
                    <a:pt x="124" y="120"/>
                    <a:pt x="145" y="141"/>
                    <a:pt x="145" y="240"/>
                  </a:cubicBezTo>
                  <a:lnTo>
                    <a:pt x="145" y="784"/>
                  </a:lnTo>
                  <a:lnTo>
                    <a:pt x="353" y="784"/>
                  </a:lnTo>
                  <a:lnTo>
                    <a:pt x="353" y="386"/>
                  </a:lnTo>
                  <a:cubicBezTo>
                    <a:pt x="353" y="278"/>
                    <a:pt x="452" y="141"/>
                    <a:pt x="560" y="141"/>
                  </a:cubicBezTo>
                  <a:cubicBezTo>
                    <a:pt x="660" y="141"/>
                    <a:pt x="664" y="224"/>
                    <a:pt x="664" y="361"/>
                  </a:cubicBezTo>
                  <a:lnTo>
                    <a:pt x="664" y="784"/>
                  </a:lnTo>
                  <a:lnTo>
                    <a:pt x="871" y="784"/>
                  </a:lnTo>
                  <a:lnTo>
                    <a:pt x="871" y="240"/>
                  </a:lnTo>
                  <a:cubicBezTo>
                    <a:pt x="875" y="87"/>
                    <a:pt x="792" y="4"/>
                    <a:pt x="643" y="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86" name="Freeform 10">
              <a:extLst>
                <a:ext uri="{FF2B5EF4-FFF2-40B4-BE49-F238E27FC236}">
                  <a16:creationId xmlns:a16="http://schemas.microsoft.com/office/drawing/2014/main" id="{E1B9D0B0-6A02-0547-B8A6-8568083754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6138" y="4200525"/>
              <a:ext cx="212725" cy="288925"/>
            </a:xfrm>
            <a:custGeom>
              <a:avLst/>
              <a:gdLst>
                <a:gd name="T0" fmla="*/ 348 w 590"/>
                <a:gd name="T1" fmla="*/ 303 h 802"/>
                <a:gd name="T2" fmla="*/ 195 w 590"/>
                <a:gd name="T3" fmla="*/ 170 h 802"/>
                <a:gd name="T4" fmla="*/ 307 w 590"/>
                <a:gd name="T5" fmla="*/ 100 h 802"/>
                <a:gd name="T6" fmla="*/ 502 w 590"/>
                <a:gd name="T7" fmla="*/ 166 h 802"/>
                <a:gd name="T8" fmla="*/ 535 w 590"/>
                <a:gd name="T9" fmla="*/ 187 h 802"/>
                <a:gd name="T10" fmla="*/ 535 w 590"/>
                <a:gd name="T11" fmla="*/ 162 h 802"/>
                <a:gd name="T12" fmla="*/ 535 w 590"/>
                <a:gd name="T13" fmla="*/ 33 h 802"/>
                <a:gd name="T14" fmla="*/ 506 w 590"/>
                <a:gd name="T15" fmla="*/ 25 h 802"/>
                <a:gd name="T16" fmla="*/ 315 w 590"/>
                <a:gd name="T17" fmla="*/ 0 h 802"/>
                <a:gd name="T18" fmla="*/ 0 w 590"/>
                <a:gd name="T19" fmla="*/ 224 h 802"/>
                <a:gd name="T20" fmla="*/ 228 w 590"/>
                <a:gd name="T21" fmla="*/ 465 h 802"/>
                <a:gd name="T22" fmla="*/ 390 w 590"/>
                <a:gd name="T23" fmla="*/ 606 h 802"/>
                <a:gd name="T24" fmla="*/ 249 w 590"/>
                <a:gd name="T25" fmla="*/ 697 h 802"/>
                <a:gd name="T26" fmla="*/ 20 w 590"/>
                <a:gd name="T27" fmla="*/ 618 h 802"/>
                <a:gd name="T28" fmla="*/ 0 w 590"/>
                <a:gd name="T29" fmla="*/ 606 h 802"/>
                <a:gd name="T30" fmla="*/ 0 w 590"/>
                <a:gd name="T31" fmla="*/ 767 h 802"/>
                <a:gd name="T32" fmla="*/ 16 w 590"/>
                <a:gd name="T33" fmla="*/ 771 h 802"/>
                <a:gd name="T34" fmla="*/ 244 w 590"/>
                <a:gd name="T35" fmla="*/ 801 h 802"/>
                <a:gd name="T36" fmla="*/ 580 w 590"/>
                <a:gd name="T37" fmla="*/ 568 h 802"/>
                <a:gd name="T38" fmla="*/ 348 w 590"/>
                <a:gd name="T39" fmla="*/ 303 h 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90" h="802">
                  <a:moveTo>
                    <a:pt x="348" y="303"/>
                  </a:moveTo>
                  <a:cubicBezTo>
                    <a:pt x="265" y="261"/>
                    <a:pt x="195" y="228"/>
                    <a:pt x="195" y="170"/>
                  </a:cubicBezTo>
                  <a:cubicBezTo>
                    <a:pt x="195" y="104"/>
                    <a:pt x="274" y="100"/>
                    <a:pt x="307" y="100"/>
                  </a:cubicBezTo>
                  <a:cubicBezTo>
                    <a:pt x="394" y="100"/>
                    <a:pt x="468" y="145"/>
                    <a:pt x="502" y="166"/>
                  </a:cubicBezTo>
                  <a:lnTo>
                    <a:pt x="535" y="187"/>
                  </a:lnTo>
                  <a:lnTo>
                    <a:pt x="535" y="162"/>
                  </a:lnTo>
                  <a:lnTo>
                    <a:pt x="535" y="33"/>
                  </a:lnTo>
                  <a:lnTo>
                    <a:pt x="506" y="25"/>
                  </a:lnTo>
                  <a:cubicBezTo>
                    <a:pt x="468" y="17"/>
                    <a:pt x="398" y="0"/>
                    <a:pt x="315" y="0"/>
                  </a:cubicBezTo>
                  <a:cubicBezTo>
                    <a:pt x="120" y="0"/>
                    <a:pt x="0" y="83"/>
                    <a:pt x="0" y="224"/>
                  </a:cubicBezTo>
                  <a:cubicBezTo>
                    <a:pt x="0" y="353"/>
                    <a:pt x="124" y="411"/>
                    <a:pt x="228" y="465"/>
                  </a:cubicBezTo>
                  <a:cubicBezTo>
                    <a:pt x="311" y="506"/>
                    <a:pt x="390" y="543"/>
                    <a:pt x="390" y="606"/>
                  </a:cubicBezTo>
                  <a:cubicBezTo>
                    <a:pt x="390" y="664"/>
                    <a:pt x="340" y="697"/>
                    <a:pt x="249" y="697"/>
                  </a:cubicBezTo>
                  <a:cubicBezTo>
                    <a:pt x="149" y="697"/>
                    <a:pt x="70" y="647"/>
                    <a:pt x="20" y="618"/>
                  </a:cubicBezTo>
                  <a:lnTo>
                    <a:pt x="0" y="606"/>
                  </a:lnTo>
                  <a:lnTo>
                    <a:pt x="0" y="767"/>
                  </a:lnTo>
                  <a:lnTo>
                    <a:pt x="16" y="771"/>
                  </a:lnTo>
                  <a:cubicBezTo>
                    <a:pt x="58" y="780"/>
                    <a:pt x="137" y="801"/>
                    <a:pt x="244" y="801"/>
                  </a:cubicBezTo>
                  <a:cubicBezTo>
                    <a:pt x="456" y="801"/>
                    <a:pt x="580" y="713"/>
                    <a:pt x="580" y="568"/>
                  </a:cubicBezTo>
                  <a:cubicBezTo>
                    <a:pt x="589" y="419"/>
                    <a:pt x="460" y="357"/>
                    <a:pt x="348" y="303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87" name="Freeform 11">
              <a:extLst>
                <a:ext uri="{FF2B5EF4-FFF2-40B4-BE49-F238E27FC236}">
                  <a16:creationId xmlns:a16="http://schemas.microsoft.com/office/drawing/2014/main" id="{732181CF-5D2F-544B-88E0-5A1D584733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5375" y="4198938"/>
              <a:ext cx="325438" cy="396875"/>
            </a:xfrm>
            <a:custGeom>
              <a:avLst/>
              <a:gdLst>
                <a:gd name="T0" fmla="*/ 577 w 906"/>
                <a:gd name="T1" fmla="*/ 4 h 1104"/>
                <a:gd name="T2" fmla="*/ 357 w 906"/>
                <a:gd name="T3" fmla="*/ 112 h 1104"/>
                <a:gd name="T4" fmla="*/ 357 w 906"/>
                <a:gd name="T5" fmla="*/ 0 h 1104"/>
                <a:gd name="T6" fmla="*/ 336 w 906"/>
                <a:gd name="T7" fmla="*/ 4 h 1104"/>
                <a:gd name="T8" fmla="*/ 0 w 906"/>
                <a:gd name="T9" fmla="*/ 58 h 1104"/>
                <a:gd name="T10" fmla="*/ 0 w 906"/>
                <a:gd name="T11" fmla="*/ 116 h 1104"/>
                <a:gd name="T12" fmla="*/ 13 w 906"/>
                <a:gd name="T13" fmla="*/ 116 h 1104"/>
                <a:gd name="T14" fmla="*/ 137 w 906"/>
                <a:gd name="T15" fmla="*/ 240 h 1104"/>
                <a:gd name="T16" fmla="*/ 137 w 906"/>
                <a:gd name="T17" fmla="*/ 1103 h 1104"/>
                <a:gd name="T18" fmla="*/ 345 w 906"/>
                <a:gd name="T19" fmla="*/ 1103 h 1104"/>
                <a:gd name="T20" fmla="*/ 345 w 906"/>
                <a:gd name="T21" fmla="*/ 709 h 1104"/>
                <a:gd name="T22" fmla="*/ 560 w 906"/>
                <a:gd name="T23" fmla="*/ 800 h 1104"/>
                <a:gd name="T24" fmla="*/ 896 w 906"/>
                <a:gd name="T25" fmla="*/ 390 h 1104"/>
                <a:gd name="T26" fmla="*/ 577 w 906"/>
                <a:gd name="T27" fmla="*/ 4 h 1104"/>
                <a:gd name="T28" fmla="*/ 515 w 906"/>
                <a:gd name="T29" fmla="*/ 120 h 1104"/>
                <a:gd name="T30" fmla="*/ 672 w 906"/>
                <a:gd name="T31" fmla="*/ 394 h 1104"/>
                <a:gd name="T32" fmla="*/ 515 w 906"/>
                <a:gd name="T33" fmla="*/ 688 h 1104"/>
                <a:gd name="T34" fmla="*/ 349 w 906"/>
                <a:gd name="T35" fmla="*/ 456 h 1104"/>
                <a:gd name="T36" fmla="*/ 349 w 906"/>
                <a:gd name="T37" fmla="*/ 390 h 1104"/>
                <a:gd name="T38" fmla="*/ 515 w 906"/>
                <a:gd name="T39" fmla="*/ 120 h 1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06" h="1104">
                  <a:moveTo>
                    <a:pt x="577" y="4"/>
                  </a:moveTo>
                  <a:cubicBezTo>
                    <a:pt x="498" y="4"/>
                    <a:pt x="424" y="41"/>
                    <a:pt x="357" y="112"/>
                  </a:cubicBezTo>
                  <a:cubicBezTo>
                    <a:pt x="357" y="75"/>
                    <a:pt x="357" y="0"/>
                    <a:pt x="357" y="0"/>
                  </a:cubicBezTo>
                  <a:lnTo>
                    <a:pt x="336" y="4"/>
                  </a:lnTo>
                  <a:lnTo>
                    <a:pt x="0" y="58"/>
                  </a:lnTo>
                  <a:lnTo>
                    <a:pt x="0" y="116"/>
                  </a:lnTo>
                  <a:lnTo>
                    <a:pt x="13" y="116"/>
                  </a:lnTo>
                  <a:cubicBezTo>
                    <a:pt x="117" y="120"/>
                    <a:pt x="137" y="141"/>
                    <a:pt x="137" y="240"/>
                  </a:cubicBezTo>
                  <a:lnTo>
                    <a:pt x="137" y="1103"/>
                  </a:lnTo>
                  <a:lnTo>
                    <a:pt x="345" y="1103"/>
                  </a:lnTo>
                  <a:cubicBezTo>
                    <a:pt x="345" y="1103"/>
                    <a:pt x="345" y="775"/>
                    <a:pt x="345" y="709"/>
                  </a:cubicBezTo>
                  <a:cubicBezTo>
                    <a:pt x="382" y="755"/>
                    <a:pt x="444" y="800"/>
                    <a:pt x="560" y="800"/>
                  </a:cubicBezTo>
                  <a:cubicBezTo>
                    <a:pt x="780" y="800"/>
                    <a:pt x="896" y="659"/>
                    <a:pt x="896" y="390"/>
                  </a:cubicBezTo>
                  <a:cubicBezTo>
                    <a:pt x="905" y="145"/>
                    <a:pt x="784" y="4"/>
                    <a:pt x="577" y="4"/>
                  </a:cubicBezTo>
                  <a:close/>
                  <a:moveTo>
                    <a:pt x="515" y="120"/>
                  </a:moveTo>
                  <a:cubicBezTo>
                    <a:pt x="656" y="120"/>
                    <a:pt x="672" y="274"/>
                    <a:pt x="672" y="394"/>
                  </a:cubicBezTo>
                  <a:cubicBezTo>
                    <a:pt x="672" y="593"/>
                    <a:pt x="623" y="688"/>
                    <a:pt x="515" y="688"/>
                  </a:cubicBezTo>
                  <a:cubicBezTo>
                    <a:pt x="378" y="688"/>
                    <a:pt x="349" y="560"/>
                    <a:pt x="349" y="456"/>
                  </a:cubicBezTo>
                  <a:lnTo>
                    <a:pt x="349" y="390"/>
                  </a:lnTo>
                  <a:cubicBezTo>
                    <a:pt x="353" y="307"/>
                    <a:pt x="370" y="120"/>
                    <a:pt x="515" y="120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88" name="Freeform 12">
              <a:extLst>
                <a:ext uri="{FF2B5EF4-FFF2-40B4-BE49-F238E27FC236}">
                  <a16:creationId xmlns:a16="http://schemas.microsoft.com/office/drawing/2014/main" id="{E85918EC-3420-444D-AA46-11F39CB285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3200" y="4198938"/>
              <a:ext cx="123825" cy="282575"/>
            </a:xfrm>
            <a:custGeom>
              <a:avLst/>
              <a:gdLst>
                <a:gd name="T0" fmla="*/ 0 w 345"/>
                <a:gd name="T1" fmla="*/ 58 h 785"/>
                <a:gd name="T2" fmla="*/ 0 w 345"/>
                <a:gd name="T3" fmla="*/ 116 h 785"/>
                <a:gd name="T4" fmla="*/ 12 w 345"/>
                <a:gd name="T5" fmla="*/ 116 h 785"/>
                <a:gd name="T6" fmla="*/ 137 w 345"/>
                <a:gd name="T7" fmla="*/ 240 h 785"/>
                <a:gd name="T8" fmla="*/ 137 w 345"/>
                <a:gd name="T9" fmla="*/ 784 h 785"/>
                <a:gd name="T10" fmla="*/ 344 w 345"/>
                <a:gd name="T11" fmla="*/ 784 h 785"/>
                <a:gd name="T12" fmla="*/ 344 w 345"/>
                <a:gd name="T13" fmla="*/ 0 h 785"/>
                <a:gd name="T14" fmla="*/ 328 w 345"/>
                <a:gd name="T15" fmla="*/ 4 h 785"/>
                <a:gd name="T16" fmla="*/ 0 w 345"/>
                <a:gd name="T17" fmla="*/ 58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5" h="785">
                  <a:moveTo>
                    <a:pt x="0" y="58"/>
                  </a:moveTo>
                  <a:lnTo>
                    <a:pt x="0" y="116"/>
                  </a:lnTo>
                  <a:lnTo>
                    <a:pt x="12" y="116"/>
                  </a:lnTo>
                  <a:cubicBezTo>
                    <a:pt x="116" y="120"/>
                    <a:pt x="137" y="141"/>
                    <a:pt x="137" y="240"/>
                  </a:cubicBezTo>
                  <a:lnTo>
                    <a:pt x="137" y="784"/>
                  </a:lnTo>
                  <a:lnTo>
                    <a:pt x="344" y="784"/>
                  </a:lnTo>
                  <a:lnTo>
                    <a:pt x="344" y="0"/>
                  </a:lnTo>
                  <a:lnTo>
                    <a:pt x="328" y="4"/>
                  </a:lnTo>
                  <a:lnTo>
                    <a:pt x="0" y="5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89" name="Freeform 13">
              <a:extLst>
                <a:ext uri="{FF2B5EF4-FFF2-40B4-BE49-F238E27FC236}">
                  <a16:creationId xmlns:a16="http://schemas.microsoft.com/office/drawing/2014/main" id="{A63F080D-08E8-A249-BB75-858CBF196A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6063" y="4084638"/>
              <a:ext cx="93662" cy="82550"/>
            </a:xfrm>
            <a:custGeom>
              <a:avLst/>
              <a:gdLst>
                <a:gd name="T0" fmla="*/ 129 w 262"/>
                <a:gd name="T1" fmla="*/ 228 h 229"/>
                <a:gd name="T2" fmla="*/ 261 w 262"/>
                <a:gd name="T3" fmla="*/ 112 h 229"/>
                <a:gd name="T4" fmla="*/ 133 w 262"/>
                <a:gd name="T5" fmla="*/ 0 h 229"/>
                <a:gd name="T6" fmla="*/ 4 w 262"/>
                <a:gd name="T7" fmla="*/ 112 h 229"/>
                <a:gd name="T8" fmla="*/ 129 w 262"/>
                <a:gd name="T9" fmla="*/ 228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2" h="229">
                  <a:moveTo>
                    <a:pt x="129" y="228"/>
                  </a:moveTo>
                  <a:cubicBezTo>
                    <a:pt x="199" y="228"/>
                    <a:pt x="261" y="178"/>
                    <a:pt x="261" y="112"/>
                  </a:cubicBezTo>
                  <a:cubicBezTo>
                    <a:pt x="261" y="49"/>
                    <a:pt x="203" y="0"/>
                    <a:pt x="133" y="0"/>
                  </a:cubicBezTo>
                  <a:cubicBezTo>
                    <a:pt x="62" y="0"/>
                    <a:pt x="4" y="49"/>
                    <a:pt x="4" y="112"/>
                  </a:cubicBezTo>
                  <a:cubicBezTo>
                    <a:pt x="0" y="178"/>
                    <a:pt x="58" y="228"/>
                    <a:pt x="129" y="22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90" name="Freeform 14">
              <a:extLst>
                <a:ext uri="{FF2B5EF4-FFF2-40B4-BE49-F238E27FC236}">
                  <a16:creationId xmlns:a16="http://schemas.microsoft.com/office/drawing/2014/main" id="{248D9DB8-CADB-9544-98D8-9C166D5975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638" y="4200525"/>
              <a:ext cx="244475" cy="280988"/>
            </a:xfrm>
            <a:custGeom>
              <a:avLst/>
              <a:gdLst>
                <a:gd name="T0" fmla="*/ 676 w 677"/>
                <a:gd name="T1" fmla="*/ 174 h 781"/>
                <a:gd name="T2" fmla="*/ 676 w 677"/>
                <a:gd name="T3" fmla="*/ 12 h 781"/>
                <a:gd name="T4" fmla="*/ 663 w 677"/>
                <a:gd name="T5" fmla="*/ 12 h 781"/>
                <a:gd name="T6" fmla="*/ 564 w 677"/>
                <a:gd name="T7" fmla="*/ 4 h 781"/>
                <a:gd name="T8" fmla="*/ 348 w 677"/>
                <a:gd name="T9" fmla="*/ 158 h 781"/>
                <a:gd name="T10" fmla="*/ 348 w 677"/>
                <a:gd name="T11" fmla="*/ 0 h 781"/>
                <a:gd name="T12" fmla="*/ 331 w 677"/>
                <a:gd name="T13" fmla="*/ 0 h 781"/>
                <a:gd name="T14" fmla="*/ 0 w 677"/>
                <a:gd name="T15" fmla="*/ 54 h 781"/>
                <a:gd name="T16" fmla="*/ 0 w 677"/>
                <a:gd name="T17" fmla="*/ 112 h 781"/>
                <a:gd name="T18" fmla="*/ 12 w 677"/>
                <a:gd name="T19" fmla="*/ 112 h 781"/>
                <a:gd name="T20" fmla="*/ 141 w 677"/>
                <a:gd name="T21" fmla="*/ 236 h 781"/>
                <a:gd name="T22" fmla="*/ 141 w 677"/>
                <a:gd name="T23" fmla="*/ 780 h 781"/>
                <a:gd name="T24" fmla="*/ 348 w 677"/>
                <a:gd name="T25" fmla="*/ 780 h 781"/>
                <a:gd name="T26" fmla="*/ 348 w 677"/>
                <a:gd name="T27" fmla="*/ 390 h 781"/>
                <a:gd name="T28" fmla="*/ 568 w 677"/>
                <a:gd name="T29" fmla="*/ 170 h 781"/>
                <a:gd name="T30" fmla="*/ 643 w 677"/>
                <a:gd name="T31" fmla="*/ 183 h 781"/>
                <a:gd name="T32" fmla="*/ 676 w 677"/>
                <a:gd name="T33" fmla="*/ 191 h 781"/>
                <a:gd name="T34" fmla="*/ 676 w 677"/>
                <a:gd name="T35" fmla="*/ 174 h 7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77" h="781">
                  <a:moveTo>
                    <a:pt x="676" y="174"/>
                  </a:moveTo>
                  <a:lnTo>
                    <a:pt x="676" y="12"/>
                  </a:lnTo>
                  <a:lnTo>
                    <a:pt x="663" y="12"/>
                  </a:lnTo>
                  <a:cubicBezTo>
                    <a:pt x="630" y="8"/>
                    <a:pt x="593" y="4"/>
                    <a:pt x="564" y="4"/>
                  </a:cubicBezTo>
                  <a:cubicBezTo>
                    <a:pt x="443" y="4"/>
                    <a:pt x="381" y="91"/>
                    <a:pt x="348" y="158"/>
                  </a:cubicBezTo>
                  <a:cubicBezTo>
                    <a:pt x="348" y="95"/>
                    <a:pt x="348" y="0"/>
                    <a:pt x="348" y="0"/>
                  </a:cubicBezTo>
                  <a:lnTo>
                    <a:pt x="331" y="0"/>
                  </a:lnTo>
                  <a:lnTo>
                    <a:pt x="0" y="54"/>
                  </a:lnTo>
                  <a:lnTo>
                    <a:pt x="0" y="112"/>
                  </a:lnTo>
                  <a:lnTo>
                    <a:pt x="12" y="112"/>
                  </a:lnTo>
                  <a:cubicBezTo>
                    <a:pt x="116" y="116"/>
                    <a:pt x="141" y="137"/>
                    <a:pt x="141" y="236"/>
                  </a:cubicBezTo>
                  <a:lnTo>
                    <a:pt x="141" y="780"/>
                  </a:lnTo>
                  <a:lnTo>
                    <a:pt x="348" y="780"/>
                  </a:lnTo>
                  <a:lnTo>
                    <a:pt x="348" y="390"/>
                  </a:lnTo>
                  <a:cubicBezTo>
                    <a:pt x="348" y="324"/>
                    <a:pt x="369" y="170"/>
                    <a:pt x="568" y="170"/>
                  </a:cubicBezTo>
                  <a:cubicBezTo>
                    <a:pt x="593" y="170"/>
                    <a:pt x="618" y="178"/>
                    <a:pt x="643" y="183"/>
                  </a:cubicBezTo>
                  <a:lnTo>
                    <a:pt x="676" y="191"/>
                  </a:lnTo>
                  <a:lnTo>
                    <a:pt x="676" y="17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94" name="Freeform 15">
              <a:extLst>
                <a:ext uri="{FF2B5EF4-FFF2-40B4-BE49-F238E27FC236}">
                  <a16:creationId xmlns:a16="http://schemas.microsoft.com/office/drawing/2014/main" id="{8D744B21-201C-CC49-88CD-5BB60A6BF0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275" y="4200525"/>
              <a:ext cx="266700" cy="287338"/>
            </a:xfrm>
            <a:custGeom>
              <a:avLst/>
              <a:gdLst>
                <a:gd name="T0" fmla="*/ 738 w 743"/>
                <a:gd name="T1" fmla="*/ 315 h 797"/>
                <a:gd name="T2" fmla="*/ 390 w 743"/>
                <a:gd name="T3" fmla="*/ 0 h 797"/>
                <a:gd name="T4" fmla="*/ 0 w 743"/>
                <a:gd name="T5" fmla="*/ 373 h 797"/>
                <a:gd name="T6" fmla="*/ 456 w 743"/>
                <a:gd name="T7" fmla="*/ 796 h 797"/>
                <a:gd name="T8" fmla="*/ 713 w 743"/>
                <a:gd name="T9" fmla="*/ 755 h 797"/>
                <a:gd name="T10" fmla="*/ 726 w 743"/>
                <a:gd name="T11" fmla="*/ 751 h 797"/>
                <a:gd name="T12" fmla="*/ 726 w 743"/>
                <a:gd name="T13" fmla="*/ 651 h 797"/>
                <a:gd name="T14" fmla="*/ 705 w 743"/>
                <a:gd name="T15" fmla="*/ 660 h 797"/>
                <a:gd name="T16" fmla="*/ 543 w 743"/>
                <a:gd name="T17" fmla="*/ 684 h 797"/>
                <a:gd name="T18" fmla="*/ 232 w 743"/>
                <a:gd name="T19" fmla="*/ 332 h 797"/>
                <a:gd name="T20" fmla="*/ 742 w 743"/>
                <a:gd name="T21" fmla="*/ 332 h 797"/>
                <a:gd name="T22" fmla="*/ 742 w 743"/>
                <a:gd name="T23" fmla="*/ 315 h 797"/>
                <a:gd name="T24" fmla="*/ 738 w 743"/>
                <a:gd name="T25" fmla="*/ 315 h 797"/>
                <a:gd name="T26" fmla="*/ 386 w 743"/>
                <a:gd name="T27" fmla="*/ 83 h 797"/>
                <a:gd name="T28" fmla="*/ 531 w 743"/>
                <a:gd name="T29" fmla="*/ 236 h 797"/>
                <a:gd name="T30" fmla="*/ 228 w 743"/>
                <a:gd name="T31" fmla="*/ 236 h 797"/>
                <a:gd name="T32" fmla="*/ 386 w 743"/>
                <a:gd name="T33" fmla="*/ 83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43" h="797">
                  <a:moveTo>
                    <a:pt x="738" y="315"/>
                  </a:moveTo>
                  <a:cubicBezTo>
                    <a:pt x="738" y="104"/>
                    <a:pt x="622" y="0"/>
                    <a:pt x="390" y="0"/>
                  </a:cubicBezTo>
                  <a:cubicBezTo>
                    <a:pt x="128" y="0"/>
                    <a:pt x="0" y="124"/>
                    <a:pt x="0" y="373"/>
                  </a:cubicBezTo>
                  <a:cubicBezTo>
                    <a:pt x="0" y="639"/>
                    <a:pt x="170" y="796"/>
                    <a:pt x="456" y="796"/>
                  </a:cubicBezTo>
                  <a:cubicBezTo>
                    <a:pt x="581" y="796"/>
                    <a:pt x="676" y="763"/>
                    <a:pt x="713" y="755"/>
                  </a:cubicBezTo>
                  <a:lnTo>
                    <a:pt x="726" y="751"/>
                  </a:lnTo>
                  <a:lnTo>
                    <a:pt x="726" y="651"/>
                  </a:lnTo>
                  <a:lnTo>
                    <a:pt x="705" y="660"/>
                  </a:lnTo>
                  <a:cubicBezTo>
                    <a:pt x="672" y="672"/>
                    <a:pt x="610" y="684"/>
                    <a:pt x="543" y="684"/>
                  </a:cubicBezTo>
                  <a:cubicBezTo>
                    <a:pt x="319" y="684"/>
                    <a:pt x="236" y="498"/>
                    <a:pt x="232" y="332"/>
                  </a:cubicBezTo>
                  <a:cubicBezTo>
                    <a:pt x="261" y="332"/>
                    <a:pt x="742" y="332"/>
                    <a:pt x="742" y="332"/>
                  </a:cubicBezTo>
                  <a:lnTo>
                    <a:pt x="742" y="315"/>
                  </a:lnTo>
                  <a:lnTo>
                    <a:pt x="738" y="315"/>
                  </a:lnTo>
                  <a:close/>
                  <a:moveTo>
                    <a:pt x="386" y="83"/>
                  </a:moveTo>
                  <a:cubicBezTo>
                    <a:pt x="498" y="83"/>
                    <a:pt x="527" y="166"/>
                    <a:pt x="531" y="236"/>
                  </a:cubicBezTo>
                  <a:cubicBezTo>
                    <a:pt x="506" y="236"/>
                    <a:pt x="257" y="236"/>
                    <a:pt x="228" y="236"/>
                  </a:cubicBezTo>
                  <a:cubicBezTo>
                    <a:pt x="232" y="183"/>
                    <a:pt x="269" y="83"/>
                    <a:pt x="386" y="8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95" name="Freeform 16">
              <a:extLst>
                <a:ext uri="{FF2B5EF4-FFF2-40B4-BE49-F238E27FC236}">
                  <a16:creationId xmlns:a16="http://schemas.microsoft.com/office/drawing/2014/main" id="{C55AE726-2C7D-7447-B395-8CA73ACCD7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0175" y="4071938"/>
              <a:ext cx="314325" cy="409575"/>
            </a:xfrm>
            <a:custGeom>
              <a:avLst/>
              <a:gdLst>
                <a:gd name="T0" fmla="*/ 634 w 872"/>
                <a:gd name="T1" fmla="*/ 357 h 1138"/>
                <a:gd name="T2" fmla="*/ 348 w 872"/>
                <a:gd name="T3" fmla="*/ 523 h 1138"/>
                <a:gd name="T4" fmla="*/ 348 w 872"/>
                <a:gd name="T5" fmla="*/ 0 h 1138"/>
                <a:gd name="T6" fmla="*/ 332 w 872"/>
                <a:gd name="T7" fmla="*/ 4 h 1138"/>
                <a:gd name="T8" fmla="*/ 0 w 872"/>
                <a:gd name="T9" fmla="*/ 46 h 1138"/>
                <a:gd name="T10" fmla="*/ 0 w 872"/>
                <a:gd name="T11" fmla="*/ 104 h 1138"/>
                <a:gd name="T12" fmla="*/ 16 w 872"/>
                <a:gd name="T13" fmla="*/ 104 h 1138"/>
                <a:gd name="T14" fmla="*/ 141 w 872"/>
                <a:gd name="T15" fmla="*/ 233 h 1138"/>
                <a:gd name="T16" fmla="*/ 141 w 872"/>
                <a:gd name="T17" fmla="*/ 1137 h 1138"/>
                <a:gd name="T18" fmla="*/ 348 w 872"/>
                <a:gd name="T19" fmla="*/ 1137 h 1138"/>
                <a:gd name="T20" fmla="*/ 348 w 872"/>
                <a:gd name="T21" fmla="*/ 747 h 1138"/>
                <a:gd name="T22" fmla="*/ 547 w 872"/>
                <a:gd name="T23" fmla="*/ 494 h 1138"/>
                <a:gd name="T24" fmla="*/ 663 w 872"/>
                <a:gd name="T25" fmla="*/ 660 h 1138"/>
                <a:gd name="T26" fmla="*/ 663 w 872"/>
                <a:gd name="T27" fmla="*/ 1137 h 1138"/>
                <a:gd name="T28" fmla="*/ 871 w 872"/>
                <a:gd name="T29" fmla="*/ 1137 h 1138"/>
                <a:gd name="T30" fmla="*/ 871 w 872"/>
                <a:gd name="T31" fmla="*/ 635 h 1138"/>
                <a:gd name="T32" fmla="*/ 634 w 872"/>
                <a:gd name="T33" fmla="*/ 357 h 1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2" h="1138">
                  <a:moveTo>
                    <a:pt x="634" y="357"/>
                  </a:moveTo>
                  <a:cubicBezTo>
                    <a:pt x="481" y="357"/>
                    <a:pt x="394" y="452"/>
                    <a:pt x="348" y="523"/>
                  </a:cubicBezTo>
                  <a:cubicBezTo>
                    <a:pt x="348" y="440"/>
                    <a:pt x="348" y="0"/>
                    <a:pt x="348" y="0"/>
                  </a:cubicBezTo>
                  <a:lnTo>
                    <a:pt x="332" y="4"/>
                  </a:lnTo>
                  <a:lnTo>
                    <a:pt x="0" y="46"/>
                  </a:lnTo>
                  <a:lnTo>
                    <a:pt x="0" y="104"/>
                  </a:lnTo>
                  <a:lnTo>
                    <a:pt x="16" y="104"/>
                  </a:lnTo>
                  <a:cubicBezTo>
                    <a:pt x="120" y="108"/>
                    <a:pt x="141" y="133"/>
                    <a:pt x="141" y="233"/>
                  </a:cubicBezTo>
                  <a:lnTo>
                    <a:pt x="141" y="1137"/>
                  </a:lnTo>
                  <a:lnTo>
                    <a:pt x="348" y="1137"/>
                  </a:lnTo>
                  <a:lnTo>
                    <a:pt x="348" y="747"/>
                  </a:lnTo>
                  <a:cubicBezTo>
                    <a:pt x="348" y="606"/>
                    <a:pt x="456" y="494"/>
                    <a:pt x="547" y="494"/>
                  </a:cubicBezTo>
                  <a:cubicBezTo>
                    <a:pt x="663" y="494"/>
                    <a:pt x="663" y="581"/>
                    <a:pt x="663" y="660"/>
                  </a:cubicBezTo>
                  <a:lnTo>
                    <a:pt x="663" y="1137"/>
                  </a:lnTo>
                  <a:lnTo>
                    <a:pt x="871" y="1137"/>
                  </a:lnTo>
                  <a:lnTo>
                    <a:pt x="871" y="635"/>
                  </a:lnTo>
                  <a:cubicBezTo>
                    <a:pt x="871" y="552"/>
                    <a:pt x="871" y="357"/>
                    <a:pt x="634" y="357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96" name="Freeform 17">
              <a:extLst>
                <a:ext uri="{FF2B5EF4-FFF2-40B4-BE49-F238E27FC236}">
                  <a16:creationId xmlns:a16="http://schemas.microsoft.com/office/drawing/2014/main" id="{58BFA7EE-8B72-2543-8A97-8C81B183EE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4350" y="4200525"/>
              <a:ext cx="266700" cy="287338"/>
            </a:xfrm>
            <a:custGeom>
              <a:avLst/>
              <a:gdLst>
                <a:gd name="T0" fmla="*/ 742 w 743"/>
                <a:gd name="T1" fmla="*/ 315 h 797"/>
                <a:gd name="T2" fmla="*/ 394 w 743"/>
                <a:gd name="T3" fmla="*/ 0 h 797"/>
                <a:gd name="T4" fmla="*/ 0 w 743"/>
                <a:gd name="T5" fmla="*/ 373 h 797"/>
                <a:gd name="T6" fmla="*/ 456 w 743"/>
                <a:gd name="T7" fmla="*/ 796 h 797"/>
                <a:gd name="T8" fmla="*/ 713 w 743"/>
                <a:gd name="T9" fmla="*/ 755 h 797"/>
                <a:gd name="T10" fmla="*/ 726 w 743"/>
                <a:gd name="T11" fmla="*/ 751 h 797"/>
                <a:gd name="T12" fmla="*/ 726 w 743"/>
                <a:gd name="T13" fmla="*/ 651 h 797"/>
                <a:gd name="T14" fmla="*/ 705 w 743"/>
                <a:gd name="T15" fmla="*/ 660 h 797"/>
                <a:gd name="T16" fmla="*/ 543 w 743"/>
                <a:gd name="T17" fmla="*/ 684 h 797"/>
                <a:gd name="T18" fmla="*/ 232 w 743"/>
                <a:gd name="T19" fmla="*/ 332 h 797"/>
                <a:gd name="T20" fmla="*/ 742 w 743"/>
                <a:gd name="T21" fmla="*/ 332 h 797"/>
                <a:gd name="T22" fmla="*/ 742 w 743"/>
                <a:gd name="T23" fmla="*/ 315 h 797"/>
                <a:gd name="T24" fmla="*/ 386 w 743"/>
                <a:gd name="T25" fmla="*/ 83 h 797"/>
                <a:gd name="T26" fmla="*/ 531 w 743"/>
                <a:gd name="T27" fmla="*/ 236 h 797"/>
                <a:gd name="T28" fmla="*/ 228 w 743"/>
                <a:gd name="T29" fmla="*/ 236 h 797"/>
                <a:gd name="T30" fmla="*/ 386 w 743"/>
                <a:gd name="T31" fmla="*/ 83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43" h="797">
                  <a:moveTo>
                    <a:pt x="742" y="315"/>
                  </a:moveTo>
                  <a:cubicBezTo>
                    <a:pt x="742" y="104"/>
                    <a:pt x="626" y="0"/>
                    <a:pt x="394" y="0"/>
                  </a:cubicBezTo>
                  <a:cubicBezTo>
                    <a:pt x="133" y="0"/>
                    <a:pt x="0" y="124"/>
                    <a:pt x="0" y="373"/>
                  </a:cubicBezTo>
                  <a:cubicBezTo>
                    <a:pt x="0" y="639"/>
                    <a:pt x="170" y="796"/>
                    <a:pt x="456" y="796"/>
                  </a:cubicBezTo>
                  <a:cubicBezTo>
                    <a:pt x="581" y="796"/>
                    <a:pt x="676" y="763"/>
                    <a:pt x="713" y="755"/>
                  </a:cubicBezTo>
                  <a:lnTo>
                    <a:pt x="726" y="751"/>
                  </a:lnTo>
                  <a:lnTo>
                    <a:pt x="726" y="651"/>
                  </a:lnTo>
                  <a:lnTo>
                    <a:pt x="705" y="660"/>
                  </a:lnTo>
                  <a:cubicBezTo>
                    <a:pt x="672" y="672"/>
                    <a:pt x="610" y="684"/>
                    <a:pt x="543" y="684"/>
                  </a:cubicBezTo>
                  <a:cubicBezTo>
                    <a:pt x="319" y="684"/>
                    <a:pt x="236" y="498"/>
                    <a:pt x="232" y="332"/>
                  </a:cubicBezTo>
                  <a:cubicBezTo>
                    <a:pt x="261" y="332"/>
                    <a:pt x="742" y="332"/>
                    <a:pt x="742" y="332"/>
                  </a:cubicBezTo>
                  <a:lnTo>
                    <a:pt x="742" y="315"/>
                  </a:lnTo>
                  <a:close/>
                  <a:moveTo>
                    <a:pt x="386" y="83"/>
                  </a:moveTo>
                  <a:cubicBezTo>
                    <a:pt x="498" y="83"/>
                    <a:pt x="527" y="166"/>
                    <a:pt x="531" y="236"/>
                  </a:cubicBezTo>
                  <a:cubicBezTo>
                    <a:pt x="506" y="236"/>
                    <a:pt x="257" y="236"/>
                    <a:pt x="228" y="236"/>
                  </a:cubicBezTo>
                  <a:cubicBezTo>
                    <a:pt x="236" y="183"/>
                    <a:pt x="270" y="83"/>
                    <a:pt x="386" y="8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97" name="Freeform 18">
              <a:extLst>
                <a:ext uri="{FF2B5EF4-FFF2-40B4-BE49-F238E27FC236}">
                  <a16:creationId xmlns:a16="http://schemas.microsoft.com/office/drawing/2014/main" id="{FF74CFE1-D2DE-C348-91EB-EA8CEC32F9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4113" y="4121150"/>
              <a:ext cx="212725" cy="366713"/>
            </a:xfrm>
            <a:custGeom>
              <a:avLst/>
              <a:gdLst>
                <a:gd name="T0" fmla="*/ 141 w 589"/>
                <a:gd name="T1" fmla="*/ 237 h 1017"/>
                <a:gd name="T2" fmla="*/ 0 w 589"/>
                <a:gd name="T3" fmla="*/ 237 h 1017"/>
                <a:gd name="T4" fmla="*/ 0 w 589"/>
                <a:gd name="T5" fmla="*/ 328 h 1017"/>
                <a:gd name="T6" fmla="*/ 141 w 589"/>
                <a:gd name="T7" fmla="*/ 328 h 1017"/>
                <a:gd name="T8" fmla="*/ 141 w 589"/>
                <a:gd name="T9" fmla="*/ 797 h 1017"/>
                <a:gd name="T10" fmla="*/ 427 w 589"/>
                <a:gd name="T11" fmla="*/ 1016 h 1017"/>
                <a:gd name="T12" fmla="*/ 551 w 589"/>
                <a:gd name="T13" fmla="*/ 1004 h 1017"/>
                <a:gd name="T14" fmla="*/ 564 w 589"/>
                <a:gd name="T15" fmla="*/ 1004 h 1017"/>
                <a:gd name="T16" fmla="*/ 564 w 589"/>
                <a:gd name="T17" fmla="*/ 909 h 1017"/>
                <a:gd name="T18" fmla="*/ 547 w 589"/>
                <a:gd name="T19" fmla="*/ 913 h 1017"/>
                <a:gd name="T20" fmla="*/ 485 w 589"/>
                <a:gd name="T21" fmla="*/ 917 h 1017"/>
                <a:gd name="T22" fmla="*/ 352 w 589"/>
                <a:gd name="T23" fmla="*/ 772 h 1017"/>
                <a:gd name="T24" fmla="*/ 352 w 589"/>
                <a:gd name="T25" fmla="*/ 328 h 1017"/>
                <a:gd name="T26" fmla="*/ 588 w 589"/>
                <a:gd name="T27" fmla="*/ 328 h 1017"/>
                <a:gd name="T28" fmla="*/ 588 w 589"/>
                <a:gd name="T29" fmla="*/ 237 h 1017"/>
                <a:gd name="T30" fmla="*/ 352 w 589"/>
                <a:gd name="T31" fmla="*/ 237 h 1017"/>
                <a:gd name="T32" fmla="*/ 352 w 589"/>
                <a:gd name="T33" fmla="*/ 0 h 1017"/>
                <a:gd name="T34" fmla="*/ 141 w 589"/>
                <a:gd name="T35" fmla="*/ 0 h 1017"/>
                <a:gd name="T36" fmla="*/ 141 w 589"/>
                <a:gd name="T37" fmla="*/ 237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89" h="1017">
                  <a:moveTo>
                    <a:pt x="141" y="237"/>
                  </a:moveTo>
                  <a:lnTo>
                    <a:pt x="0" y="237"/>
                  </a:lnTo>
                  <a:lnTo>
                    <a:pt x="0" y="328"/>
                  </a:lnTo>
                  <a:lnTo>
                    <a:pt x="141" y="328"/>
                  </a:lnTo>
                  <a:lnTo>
                    <a:pt x="141" y="797"/>
                  </a:lnTo>
                  <a:cubicBezTo>
                    <a:pt x="141" y="1000"/>
                    <a:pt x="270" y="1016"/>
                    <a:pt x="427" y="1016"/>
                  </a:cubicBezTo>
                  <a:cubicBezTo>
                    <a:pt x="464" y="1016"/>
                    <a:pt x="505" y="1012"/>
                    <a:pt x="551" y="1004"/>
                  </a:cubicBezTo>
                  <a:lnTo>
                    <a:pt x="564" y="1004"/>
                  </a:lnTo>
                  <a:lnTo>
                    <a:pt x="564" y="909"/>
                  </a:lnTo>
                  <a:lnTo>
                    <a:pt x="547" y="913"/>
                  </a:lnTo>
                  <a:cubicBezTo>
                    <a:pt x="530" y="917"/>
                    <a:pt x="510" y="917"/>
                    <a:pt x="485" y="917"/>
                  </a:cubicBezTo>
                  <a:cubicBezTo>
                    <a:pt x="360" y="917"/>
                    <a:pt x="352" y="880"/>
                    <a:pt x="352" y="772"/>
                  </a:cubicBezTo>
                  <a:lnTo>
                    <a:pt x="352" y="328"/>
                  </a:lnTo>
                  <a:lnTo>
                    <a:pt x="588" y="328"/>
                  </a:lnTo>
                  <a:lnTo>
                    <a:pt x="588" y="237"/>
                  </a:lnTo>
                  <a:lnTo>
                    <a:pt x="352" y="237"/>
                  </a:lnTo>
                  <a:lnTo>
                    <a:pt x="352" y="0"/>
                  </a:lnTo>
                  <a:lnTo>
                    <a:pt x="141" y="0"/>
                  </a:lnTo>
                  <a:lnTo>
                    <a:pt x="141" y="237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98" name="Freeform 19">
              <a:extLst>
                <a:ext uri="{FF2B5EF4-FFF2-40B4-BE49-F238E27FC236}">
                  <a16:creationId xmlns:a16="http://schemas.microsoft.com/office/drawing/2014/main" id="{912445C1-60E6-204A-9B8E-6CC54D37C4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49963" y="4087813"/>
              <a:ext cx="450850" cy="395287"/>
            </a:xfrm>
            <a:custGeom>
              <a:avLst/>
              <a:gdLst>
                <a:gd name="T0" fmla="*/ 1245 w 1254"/>
                <a:gd name="T1" fmla="*/ 0 h 1096"/>
                <a:gd name="T2" fmla="*/ 1033 w 1254"/>
                <a:gd name="T3" fmla="*/ 0 h 1096"/>
                <a:gd name="T4" fmla="*/ 1033 w 1254"/>
                <a:gd name="T5" fmla="*/ 829 h 1096"/>
                <a:gd name="T6" fmla="*/ 485 w 1254"/>
                <a:gd name="T7" fmla="*/ 0 h 1096"/>
                <a:gd name="T8" fmla="*/ 0 w 1254"/>
                <a:gd name="T9" fmla="*/ 0 h 1096"/>
                <a:gd name="T10" fmla="*/ 0 w 1254"/>
                <a:gd name="T11" fmla="*/ 62 h 1096"/>
                <a:gd name="T12" fmla="*/ 42 w 1254"/>
                <a:gd name="T13" fmla="*/ 70 h 1096"/>
                <a:gd name="T14" fmla="*/ 178 w 1254"/>
                <a:gd name="T15" fmla="*/ 220 h 1096"/>
                <a:gd name="T16" fmla="*/ 178 w 1254"/>
                <a:gd name="T17" fmla="*/ 1095 h 1096"/>
                <a:gd name="T18" fmla="*/ 403 w 1254"/>
                <a:gd name="T19" fmla="*/ 1095 h 1096"/>
                <a:gd name="T20" fmla="*/ 403 w 1254"/>
                <a:gd name="T21" fmla="*/ 228 h 1096"/>
                <a:gd name="T22" fmla="*/ 975 w 1254"/>
                <a:gd name="T23" fmla="*/ 1095 h 1096"/>
                <a:gd name="T24" fmla="*/ 1253 w 1254"/>
                <a:gd name="T25" fmla="*/ 1095 h 1096"/>
                <a:gd name="T26" fmla="*/ 1253 w 1254"/>
                <a:gd name="T27" fmla="*/ 0 h 1096"/>
                <a:gd name="T28" fmla="*/ 1245 w 1254"/>
                <a:gd name="T29" fmla="*/ 0 h 10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54" h="1096">
                  <a:moveTo>
                    <a:pt x="1245" y="0"/>
                  </a:moveTo>
                  <a:lnTo>
                    <a:pt x="1033" y="0"/>
                  </a:lnTo>
                  <a:cubicBezTo>
                    <a:pt x="1033" y="0"/>
                    <a:pt x="1033" y="751"/>
                    <a:pt x="1033" y="829"/>
                  </a:cubicBezTo>
                  <a:cubicBezTo>
                    <a:pt x="992" y="763"/>
                    <a:pt x="485" y="0"/>
                    <a:pt x="485" y="0"/>
                  </a:cubicBezTo>
                  <a:lnTo>
                    <a:pt x="0" y="0"/>
                  </a:lnTo>
                  <a:lnTo>
                    <a:pt x="0" y="62"/>
                  </a:lnTo>
                  <a:lnTo>
                    <a:pt x="42" y="70"/>
                  </a:lnTo>
                  <a:cubicBezTo>
                    <a:pt x="170" y="91"/>
                    <a:pt x="178" y="95"/>
                    <a:pt x="178" y="220"/>
                  </a:cubicBezTo>
                  <a:lnTo>
                    <a:pt x="178" y="1095"/>
                  </a:lnTo>
                  <a:lnTo>
                    <a:pt x="403" y="1095"/>
                  </a:lnTo>
                  <a:cubicBezTo>
                    <a:pt x="403" y="1095"/>
                    <a:pt x="403" y="307"/>
                    <a:pt x="403" y="228"/>
                  </a:cubicBezTo>
                  <a:cubicBezTo>
                    <a:pt x="448" y="294"/>
                    <a:pt x="975" y="1095"/>
                    <a:pt x="975" y="1095"/>
                  </a:cubicBezTo>
                  <a:lnTo>
                    <a:pt x="1253" y="1095"/>
                  </a:lnTo>
                  <a:lnTo>
                    <a:pt x="1253" y="0"/>
                  </a:lnTo>
                  <a:lnTo>
                    <a:pt x="124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100" name="Freeform 20">
              <a:extLst>
                <a:ext uri="{FF2B5EF4-FFF2-40B4-BE49-F238E27FC236}">
                  <a16:creationId xmlns:a16="http://schemas.microsoft.com/office/drawing/2014/main" id="{A0FA2043-CBB7-D94E-BAEE-D5D39A249D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73838" y="4200525"/>
              <a:ext cx="266700" cy="287338"/>
            </a:xfrm>
            <a:custGeom>
              <a:avLst/>
              <a:gdLst>
                <a:gd name="T0" fmla="*/ 390 w 740"/>
                <a:gd name="T1" fmla="*/ 0 h 797"/>
                <a:gd name="T2" fmla="*/ 0 w 740"/>
                <a:gd name="T3" fmla="*/ 373 h 797"/>
                <a:gd name="T4" fmla="*/ 456 w 740"/>
                <a:gd name="T5" fmla="*/ 796 h 797"/>
                <a:gd name="T6" fmla="*/ 714 w 740"/>
                <a:gd name="T7" fmla="*/ 755 h 797"/>
                <a:gd name="T8" fmla="*/ 726 w 740"/>
                <a:gd name="T9" fmla="*/ 751 h 797"/>
                <a:gd name="T10" fmla="*/ 726 w 740"/>
                <a:gd name="T11" fmla="*/ 651 h 797"/>
                <a:gd name="T12" fmla="*/ 705 w 740"/>
                <a:gd name="T13" fmla="*/ 660 h 797"/>
                <a:gd name="T14" fmla="*/ 539 w 740"/>
                <a:gd name="T15" fmla="*/ 684 h 797"/>
                <a:gd name="T16" fmla="*/ 228 w 740"/>
                <a:gd name="T17" fmla="*/ 332 h 797"/>
                <a:gd name="T18" fmla="*/ 739 w 740"/>
                <a:gd name="T19" fmla="*/ 332 h 797"/>
                <a:gd name="T20" fmla="*/ 739 w 740"/>
                <a:gd name="T21" fmla="*/ 315 h 797"/>
                <a:gd name="T22" fmla="*/ 390 w 740"/>
                <a:gd name="T23" fmla="*/ 0 h 797"/>
                <a:gd name="T24" fmla="*/ 386 w 740"/>
                <a:gd name="T25" fmla="*/ 83 h 797"/>
                <a:gd name="T26" fmla="*/ 531 w 740"/>
                <a:gd name="T27" fmla="*/ 236 h 797"/>
                <a:gd name="T28" fmla="*/ 228 w 740"/>
                <a:gd name="T29" fmla="*/ 236 h 797"/>
                <a:gd name="T30" fmla="*/ 386 w 740"/>
                <a:gd name="T31" fmla="*/ 83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40" h="797">
                  <a:moveTo>
                    <a:pt x="390" y="0"/>
                  </a:moveTo>
                  <a:cubicBezTo>
                    <a:pt x="129" y="0"/>
                    <a:pt x="0" y="124"/>
                    <a:pt x="0" y="373"/>
                  </a:cubicBezTo>
                  <a:cubicBezTo>
                    <a:pt x="0" y="639"/>
                    <a:pt x="170" y="796"/>
                    <a:pt x="456" y="796"/>
                  </a:cubicBezTo>
                  <a:cubicBezTo>
                    <a:pt x="581" y="796"/>
                    <a:pt x="676" y="767"/>
                    <a:pt x="714" y="755"/>
                  </a:cubicBezTo>
                  <a:lnTo>
                    <a:pt x="726" y="751"/>
                  </a:lnTo>
                  <a:lnTo>
                    <a:pt x="726" y="651"/>
                  </a:lnTo>
                  <a:lnTo>
                    <a:pt x="705" y="660"/>
                  </a:lnTo>
                  <a:cubicBezTo>
                    <a:pt x="672" y="672"/>
                    <a:pt x="610" y="684"/>
                    <a:pt x="539" y="684"/>
                  </a:cubicBezTo>
                  <a:cubicBezTo>
                    <a:pt x="315" y="684"/>
                    <a:pt x="232" y="498"/>
                    <a:pt x="228" y="332"/>
                  </a:cubicBezTo>
                  <a:lnTo>
                    <a:pt x="739" y="332"/>
                  </a:lnTo>
                  <a:lnTo>
                    <a:pt x="739" y="315"/>
                  </a:lnTo>
                  <a:cubicBezTo>
                    <a:pt x="739" y="104"/>
                    <a:pt x="622" y="0"/>
                    <a:pt x="390" y="0"/>
                  </a:cubicBezTo>
                  <a:close/>
                  <a:moveTo>
                    <a:pt x="386" y="83"/>
                  </a:moveTo>
                  <a:cubicBezTo>
                    <a:pt x="498" y="83"/>
                    <a:pt x="527" y="162"/>
                    <a:pt x="531" y="236"/>
                  </a:cubicBezTo>
                  <a:lnTo>
                    <a:pt x="228" y="236"/>
                  </a:lnTo>
                  <a:cubicBezTo>
                    <a:pt x="232" y="187"/>
                    <a:pt x="270" y="83"/>
                    <a:pt x="386" y="8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101" name="Freeform 21">
              <a:extLst>
                <a:ext uri="{FF2B5EF4-FFF2-40B4-BE49-F238E27FC236}">
                  <a16:creationId xmlns:a16="http://schemas.microsoft.com/office/drawing/2014/main" id="{E64C15F4-B796-A849-8EB3-15D89D7A0B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4075" y="4121150"/>
              <a:ext cx="212725" cy="366713"/>
            </a:xfrm>
            <a:custGeom>
              <a:avLst/>
              <a:gdLst>
                <a:gd name="T0" fmla="*/ 141 w 590"/>
                <a:gd name="T1" fmla="*/ 237 h 1017"/>
                <a:gd name="T2" fmla="*/ 0 w 590"/>
                <a:gd name="T3" fmla="*/ 237 h 1017"/>
                <a:gd name="T4" fmla="*/ 0 w 590"/>
                <a:gd name="T5" fmla="*/ 328 h 1017"/>
                <a:gd name="T6" fmla="*/ 141 w 590"/>
                <a:gd name="T7" fmla="*/ 328 h 1017"/>
                <a:gd name="T8" fmla="*/ 141 w 590"/>
                <a:gd name="T9" fmla="*/ 797 h 1017"/>
                <a:gd name="T10" fmla="*/ 427 w 590"/>
                <a:gd name="T11" fmla="*/ 1016 h 1017"/>
                <a:gd name="T12" fmla="*/ 551 w 590"/>
                <a:gd name="T13" fmla="*/ 1004 h 1017"/>
                <a:gd name="T14" fmla="*/ 564 w 590"/>
                <a:gd name="T15" fmla="*/ 1004 h 1017"/>
                <a:gd name="T16" fmla="*/ 564 w 590"/>
                <a:gd name="T17" fmla="*/ 909 h 1017"/>
                <a:gd name="T18" fmla="*/ 547 w 590"/>
                <a:gd name="T19" fmla="*/ 913 h 1017"/>
                <a:gd name="T20" fmla="*/ 485 w 590"/>
                <a:gd name="T21" fmla="*/ 917 h 1017"/>
                <a:gd name="T22" fmla="*/ 352 w 590"/>
                <a:gd name="T23" fmla="*/ 772 h 1017"/>
                <a:gd name="T24" fmla="*/ 352 w 590"/>
                <a:gd name="T25" fmla="*/ 328 h 1017"/>
                <a:gd name="T26" fmla="*/ 589 w 590"/>
                <a:gd name="T27" fmla="*/ 328 h 1017"/>
                <a:gd name="T28" fmla="*/ 589 w 590"/>
                <a:gd name="T29" fmla="*/ 237 h 1017"/>
                <a:gd name="T30" fmla="*/ 352 w 590"/>
                <a:gd name="T31" fmla="*/ 237 h 1017"/>
                <a:gd name="T32" fmla="*/ 352 w 590"/>
                <a:gd name="T33" fmla="*/ 0 h 1017"/>
                <a:gd name="T34" fmla="*/ 141 w 590"/>
                <a:gd name="T35" fmla="*/ 0 h 1017"/>
                <a:gd name="T36" fmla="*/ 141 w 590"/>
                <a:gd name="T37" fmla="*/ 237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0" h="1017">
                  <a:moveTo>
                    <a:pt x="141" y="237"/>
                  </a:moveTo>
                  <a:lnTo>
                    <a:pt x="0" y="237"/>
                  </a:lnTo>
                  <a:lnTo>
                    <a:pt x="0" y="328"/>
                  </a:lnTo>
                  <a:lnTo>
                    <a:pt x="141" y="328"/>
                  </a:lnTo>
                  <a:lnTo>
                    <a:pt x="141" y="797"/>
                  </a:lnTo>
                  <a:cubicBezTo>
                    <a:pt x="141" y="1000"/>
                    <a:pt x="269" y="1016"/>
                    <a:pt x="427" y="1016"/>
                  </a:cubicBezTo>
                  <a:cubicBezTo>
                    <a:pt x="464" y="1016"/>
                    <a:pt x="506" y="1012"/>
                    <a:pt x="551" y="1004"/>
                  </a:cubicBezTo>
                  <a:lnTo>
                    <a:pt x="564" y="1004"/>
                  </a:lnTo>
                  <a:lnTo>
                    <a:pt x="564" y="909"/>
                  </a:lnTo>
                  <a:lnTo>
                    <a:pt x="547" y="913"/>
                  </a:lnTo>
                  <a:cubicBezTo>
                    <a:pt x="531" y="917"/>
                    <a:pt x="510" y="917"/>
                    <a:pt x="485" y="917"/>
                  </a:cubicBezTo>
                  <a:cubicBezTo>
                    <a:pt x="361" y="917"/>
                    <a:pt x="352" y="880"/>
                    <a:pt x="352" y="772"/>
                  </a:cubicBezTo>
                  <a:lnTo>
                    <a:pt x="352" y="328"/>
                  </a:lnTo>
                  <a:lnTo>
                    <a:pt x="589" y="328"/>
                  </a:lnTo>
                  <a:lnTo>
                    <a:pt x="589" y="237"/>
                  </a:lnTo>
                  <a:lnTo>
                    <a:pt x="352" y="237"/>
                  </a:lnTo>
                  <a:lnTo>
                    <a:pt x="352" y="0"/>
                  </a:lnTo>
                  <a:lnTo>
                    <a:pt x="141" y="0"/>
                  </a:lnTo>
                  <a:lnTo>
                    <a:pt x="141" y="237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102" name="Freeform 22">
              <a:extLst>
                <a:ext uri="{FF2B5EF4-FFF2-40B4-BE49-F238E27FC236}">
                  <a16:creationId xmlns:a16="http://schemas.microsoft.com/office/drawing/2014/main" id="{C7C33113-8FBD-C747-BF7D-D51ED0DB4F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0063" y="4206875"/>
              <a:ext cx="331787" cy="274638"/>
            </a:xfrm>
            <a:custGeom>
              <a:avLst/>
              <a:gdLst>
                <a:gd name="T0" fmla="*/ 705 w 921"/>
                <a:gd name="T1" fmla="*/ 248 h 764"/>
                <a:gd name="T2" fmla="*/ 920 w 921"/>
                <a:gd name="T3" fmla="*/ 0 h 764"/>
                <a:gd name="T4" fmla="*/ 701 w 921"/>
                <a:gd name="T5" fmla="*/ 0 h 764"/>
                <a:gd name="T6" fmla="*/ 497 w 921"/>
                <a:gd name="T7" fmla="*/ 236 h 764"/>
                <a:gd name="T8" fmla="*/ 319 w 921"/>
                <a:gd name="T9" fmla="*/ 0 h 764"/>
                <a:gd name="T10" fmla="*/ 0 w 921"/>
                <a:gd name="T11" fmla="*/ 0 h 764"/>
                <a:gd name="T12" fmla="*/ 0 w 921"/>
                <a:gd name="T13" fmla="*/ 62 h 764"/>
                <a:gd name="T14" fmla="*/ 12 w 921"/>
                <a:gd name="T15" fmla="*/ 62 h 764"/>
                <a:gd name="T16" fmla="*/ 211 w 921"/>
                <a:gd name="T17" fmla="*/ 178 h 764"/>
                <a:gd name="T18" fmla="*/ 344 w 921"/>
                <a:gd name="T19" fmla="*/ 352 h 764"/>
                <a:gd name="T20" fmla="*/ 128 w 921"/>
                <a:gd name="T21" fmla="*/ 601 h 764"/>
                <a:gd name="T22" fmla="*/ 348 w 921"/>
                <a:gd name="T23" fmla="*/ 601 h 764"/>
                <a:gd name="T24" fmla="*/ 443 w 921"/>
                <a:gd name="T25" fmla="*/ 489 h 764"/>
                <a:gd name="T26" fmla="*/ 651 w 921"/>
                <a:gd name="T27" fmla="*/ 763 h 764"/>
                <a:gd name="T28" fmla="*/ 900 w 921"/>
                <a:gd name="T29" fmla="*/ 763 h 764"/>
                <a:gd name="T30" fmla="*/ 506 w 921"/>
                <a:gd name="T31" fmla="*/ 248 h 764"/>
                <a:gd name="T32" fmla="*/ 705 w 921"/>
                <a:gd name="T33" fmla="*/ 248 h 7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21" h="764">
                  <a:moveTo>
                    <a:pt x="705" y="248"/>
                  </a:moveTo>
                  <a:lnTo>
                    <a:pt x="920" y="0"/>
                  </a:lnTo>
                  <a:lnTo>
                    <a:pt x="701" y="0"/>
                  </a:lnTo>
                  <a:lnTo>
                    <a:pt x="497" y="236"/>
                  </a:lnTo>
                  <a:lnTo>
                    <a:pt x="319" y="0"/>
                  </a:lnTo>
                  <a:lnTo>
                    <a:pt x="0" y="0"/>
                  </a:lnTo>
                  <a:lnTo>
                    <a:pt x="0" y="62"/>
                  </a:lnTo>
                  <a:lnTo>
                    <a:pt x="12" y="62"/>
                  </a:lnTo>
                  <a:cubicBezTo>
                    <a:pt x="120" y="70"/>
                    <a:pt x="145" y="87"/>
                    <a:pt x="211" y="178"/>
                  </a:cubicBezTo>
                  <a:lnTo>
                    <a:pt x="344" y="352"/>
                  </a:lnTo>
                  <a:lnTo>
                    <a:pt x="128" y="601"/>
                  </a:lnTo>
                  <a:lnTo>
                    <a:pt x="348" y="601"/>
                  </a:lnTo>
                  <a:lnTo>
                    <a:pt x="443" y="489"/>
                  </a:lnTo>
                  <a:lnTo>
                    <a:pt x="651" y="763"/>
                  </a:lnTo>
                  <a:lnTo>
                    <a:pt x="900" y="763"/>
                  </a:lnTo>
                  <a:lnTo>
                    <a:pt x="506" y="248"/>
                  </a:lnTo>
                  <a:lnTo>
                    <a:pt x="705" y="24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103" name="Freeform 23">
              <a:extLst>
                <a:ext uri="{FF2B5EF4-FFF2-40B4-BE49-F238E27FC236}">
                  <a16:creationId xmlns:a16="http://schemas.microsoft.com/office/drawing/2014/main" id="{77B54712-9DBB-7249-A876-24DDA9A580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5500" y="4010025"/>
              <a:ext cx="176213" cy="111125"/>
            </a:xfrm>
            <a:custGeom>
              <a:avLst/>
              <a:gdLst>
                <a:gd name="T0" fmla="*/ 224 w 490"/>
                <a:gd name="T1" fmla="*/ 307 h 308"/>
                <a:gd name="T2" fmla="*/ 0 w 490"/>
                <a:gd name="T3" fmla="*/ 307 h 308"/>
                <a:gd name="T4" fmla="*/ 269 w 490"/>
                <a:gd name="T5" fmla="*/ 0 h 308"/>
                <a:gd name="T6" fmla="*/ 489 w 490"/>
                <a:gd name="T7" fmla="*/ 0 h 308"/>
                <a:gd name="T8" fmla="*/ 224 w 490"/>
                <a:gd name="T9" fmla="*/ 307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0" h="308">
                  <a:moveTo>
                    <a:pt x="224" y="307"/>
                  </a:moveTo>
                  <a:lnTo>
                    <a:pt x="0" y="307"/>
                  </a:lnTo>
                  <a:lnTo>
                    <a:pt x="269" y="0"/>
                  </a:lnTo>
                  <a:lnTo>
                    <a:pt x="489" y="0"/>
                  </a:lnTo>
                  <a:lnTo>
                    <a:pt x="224" y="307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</p:grpSp>
      <p:sp>
        <p:nvSpPr>
          <p:cNvPr id="130" name="Footer">
            <a:extLst>
              <a:ext uri="{FF2B5EF4-FFF2-40B4-BE49-F238E27FC236}">
                <a16:creationId xmlns:a16="http://schemas.microsoft.com/office/drawing/2014/main" id="{83F07025-3A42-6C4B-A7B5-2D439E781D8A}"/>
              </a:ext>
            </a:extLst>
          </p:cNvPr>
          <p:cNvSpPr txBox="1"/>
          <p:nvPr userDrawn="1"/>
        </p:nvSpPr>
        <p:spPr>
          <a:xfrm>
            <a:off x="6641794" y="4911221"/>
            <a:ext cx="24625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rPr>
              <a:t>© Hitachi Vantara LLC 2021.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906697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CE030AC-997C-4943-B933-3CA4576A98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37908" y="-1"/>
            <a:ext cx="3218475" cy="5157217"/>
          </a:xfrm>
          <a:prstGeom prst="rect">
            <a:avLst/>
          </a:prstGeom>
        </p:spPr>
      </p:pic>
      <p:sp>
        <p:nvSpPr>
          <p:cNvPr id="99" name="Image Shade">
            <a:extLst>
              <a:ext uri="{FF2B5EF4-FFF2-40B4-BE49-F238E27FC236}">
                <a16:creationId xmlns:a16="http://schemas.microsoft.com/office/drawing/2014/main" id="{98204697-BC57-1745-9B9F-737893867867}"/>
              </a:ext>
            </a:extLst>
          </p:cNvPr>
          <p:cNvSpPr/>
          <p:nvPr userDrawn="1"/>
        </p:nvSpPr>
        <p:spPr>
          <a:xfrm>
            <a:off x="5942892" y="0"/>
            <a:ext cx="3201108" cy="2571750"/>
          </a:xfrm>
          <a:prstGeom prst="rect">
            <a:avLst/>
          </a:prstGeom>
          <a:gradFill flip="none" rotWithShape="1">
            <a:gsLst>
              <a:gs pos="36000">
                <a:schemeClr val="tx2">
                  <a:alpha val="0"/>
                </a:schemeClr>
              </a:gs>
              <a:gs pos="69000">
                <a:schemeClr val="tx2">
                  <a:alpha val="65000"/>
                </a:schemeClr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C087B14-6753-6F4D-B0BE-B2E45CBD35B4}"/>
              </a:ext>
            </a:extLst>
          </p:cNvPr>
          <p:cNvSpPr/>
          <p:nvPr userDrawn="1"/>
        </p:nvSpPr>
        <p:spPr>
          <a:xfrm>
            <a:off x="-1" y="0"/>
            <a:ext cx="5942893" cy="5157216"/>
          </a:xfrm>
          <a:prstGeom prst="rect">
            <a:avLst/>
          </a:prstGeom>
          <a:gradFill flip="none" rotWithShape="1">
            <a:gsLst>
              <a:gs pos="0">
                <a:schemeClr val="tx2"/>
              </a:gs>
              <a:gs pos="66000">
                <a:srgbClr val="051C2C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5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1348" y="2803117"/>
            <a:ext cx="4286425" cy="830997"/>
          </a:xfrm>
          <a:prstGeom prst="rect">
            <a:avLst/>
          </a:prstGeom>
          <a:effectLst/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charset="2"/>
              <a:buNone/>
              <a:tabLst/>
              <a:defRPr sz="2400" cap="none" baseline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Subtitle placeholder</a:t>
            </a:r>
          </a:p>
          <a:p>
            <a:r>
              <a:rPr lang="en-US" dirty="0"/>
              <a:t>Subtitle placeholder</a:t>
            </a:r>
          </a:p>
        </p:txBody>
      </p:sp>
      <p:sp>
        <p:nvSpPr>
          <p:cNvPr id="57" name="Title 1"/>
          <p:cNvSpPr>
            <a:spLocks noGrp="1"/>
          </p:cNvSpPr>
          <p:nvPr>
            <p:ph type="ctrTitle" hasCustomPrompt="1"/>
          </p:nvPr>
        </p:nvSpPr>
        <p:spPr>
          <a:xfrm>
            <a:off x="681348" y="725773"/>
            <a:ext cx="5148359" cy="2071294"/>
          </a:xfrm>
          <a:prstGeom prst="rect">
            <a:avLst/>
          </a:prstGeom>
          <a:effectLst/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4400" b="1" cap="none" baseline="0"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2 Line Hitachi Title Slide Placeholder </a:t>
            </a:r>
            <a:br>
              <a:rPr lang="en-US" dirty="0"/>
            </a:br>
            <a:r>
              <a:rPr lang="en-US" dirty="0"/>
              <a:t>2 Line Hitachi </a:t>
            </a:r>
          </a:p>
        </p:txBody>
      </p:sp>
      <p:sp>
        <p:nvSpPr>
          <p:cNvPr id="58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681348" y="3905309"/>
            <a:ext cx="3544411" cy="307777"/>
          </a:xfrm>
        </p:spPr>
        <p:txBody>
          <a:bodyPr anchor="t"/>
          <a:lstStyle>
            <a:lvl1pPr marL="0" indent="0">
              <a:spcBef>
                <a:spcPts val="0"/>
              </a:spcBef>
              <a:spcAft>
                <a:spcPts val="300"/>
              </a:spcAft>
              <a:buNone/>
              <a:defRPr sz="1400" b="1" baseline="0">
                <a:solidFill>
                  <a:schemeClr val="bg1"/>
                </a:solidFill>
              </a:defRPr>
            </a:lvl1pPr>
            <a:lvl2pPr marL="280987" indent="0">
              <a:buNone/>
              <a:defRPr/>
            </a:lvl2pPr>
            <a:lvl3pPr marL="574675" indent="0">
              <a:buNone/>
              <a:defRPr/>
            </a:lvl3pPr>
            <a:lvl4pPr marL="855663" indent="0">
              <a:buNone/>
              <a:defRPr/>
            </a:lvl4pPr>
            <a:lvl5pPr marL="1090613" indent="0">
              <a:buNone/>
              <a:defRPr/>
            </a:lvl5pPr>
          </a:lstStyle>
          <a:p>
            <a:pPr lvl="0"/>
            <a:r>
              <a:rPr lang="en-US" dirty="0"/>
              <a:t>Name Here</a:t>
            </a:r>
          </a:p>
        </p:txBody>
      </p:sp>
      <p:sp>
        <p:nvSpPr>
          <p:cNvPr id="7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681348" y="4134651"/>
            <a:ext cx="3544411" cy="461665"/>
          </a:xfrm>
        </p:spPr>
        <p:txBody>
          <a:bodyPr anchor="t"/>
          <a:lstStyle>
            <a:lvl1pPr marL="0" indent="0">
              <a:spcBef>
                <a:spcPts val="0"/>
              </a:spcBef>
              <a:spcAft>
                <a:spcPts val="300"/>
              </a:spcAft>
              <a:buNone/>
              <a:defRPr sz="1200">
                <a:solidFill>
                  <a:schemeClr val="bg1"/>
                </a:solidFill>
              </a:defRPr>
            </a:lvl1pPr>
            <a:lvl2pPr marL="280987" indent="0">
              <a:buNone/>
              <a:defRPr/>
            </a:lvl2pPr>
            <a:lvl3pPr marL="574675" indent="0">
              <a:buNone/>
              <a:defRPr/>
            </a:lvl3pPr>
            <a:lvl4pPr marL="855663" indent="0">
              <a:buNone/>
              <a:defRPr/>
            </a:lvl4pPr>
            <a:lvl5pPr marL="1090613" indent="0">
              <a:buNone/>
              <a:defRPr/>
            </a:lvl5pPr>
          </a:lstStyle>
          <a:p>
            <a:pPr lvl="0"/>
            <a:r>
              <a:rPr lang="en-US" dirty="0"/>
              <a:t>Title/Department</a:t>
            </a:r>
            <a:br>
              <a:rPr lang="en-US" dirty="0"/>
            </a:br>
            <a:r>
              <a:rPr lang="en-US" dirty="0"/>
              <a:t>Date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F6F85EA-1CAA-F34C-8631-AB308554EFA3}"/>
              </a:ext>
            </a:extLst>
          </p:cNvPr>
          <p:cNvSpPr txBox="1"/>
          <p:nvPr userDrawn="1"/>
        </p:nvSpPr>
        <p:spPr>
          <a:xfrm>
            <a:off x="1611" y="4915450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111F478C-84AE-4601-9BE4-60468A3A6C06}" type="slidenum">
              <a:rPr lang="en-US" sz="800" smtClean="0">
                <a:solidFill>
                  <a:prstClr val="white">
                    <a:alpha val="50000"/>
                  </a:prstClr>
                </a:solidFill>
                <a:latin typeface="Arial"/>
              </a:rPr>
              <a:pPr/>
              <a:t>‹#›</a:t>
            </a:fld>
            <a:endParaRPr lang="en-US" sz="800" dirty="0">
              <a:solidFill>
                <a:prstClr val="white">
                  <a:alpha val="50000"/>
                </a:prstClr>
              </a:solidFill>
              <a:latin typeface="Arial"/>
            </a:endParaRPr>
          </a:p>
        </p:txBody>
      </p:sp>
      <p:pic>
        <p:nvPicPr>
          <p:cNvPr id="68" name="Graphic 67">
            <a:extLst>
              <a:ext uri="{FF2B5EF4-FFF2-40B4-BE49-F238E27FC236}">
                <a16:creationId xmlns:a16="http://schemas.microsoft.com/office/drawing/2014/main" id="{6ACC0D47-CD69-A847-8C9B-9B3ED8E969C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994" y="812800"/>
            <a:ext cx="559153" cy="4330700"/>
          </a:xfrm>
          <a:prstGeom prst="rect">
            <a:avLst/>
          </a:prstGeom>
        </p:spPr>
      </p:pic>
      <p:grpSp>
        <p:nvGrpSpPr>
          <p:cNvPr id="69" name="Hitachi CS Logo">
            <a:extLst>
              <a:ext uri="{FF2B5EF4-FFF2-40B4-BE49-F238E27FC236}">
                <a16:creationId xmlns:a16="http://schemas.microsoft.com/office/drawing/2014/main" id="{5EF654B2-8BB8-4F2C-A40F-F88E89DFF6C4}"/>
              </a:ext>
            </a:extLst>
          </p:cNvPr>
          <p:cNvGrpSpPr/>
          <p:nvPr userDrawn="1"/>
        </p:nvGrpSpPr>
        <p:grpSpPr>
          <a:xfrm>
            <a:off x="7684916" y="225821"/>
            <a:ext cx="1247901" cy="356665"/>
            <a:chOff x="2751138" y="3262313"/>
            <a:chExt cx="4665662" cy="1333500"/>
          </a:xfrm>
          <a:solidFill>
            <a:schemeClr val="bg1"/>
          </a:solidFill>
        </p:grpSpPr>
        <p:sp>
          <p:nvSpPr>
            <p:cNvPr id="70" name="Freeform 1">
              <a:extLst>
                <a:ext uri="{FF2B5EF4-FFF2-40B4-BE49-F238E27FC236}">
                  <a16:creationId xmlns:a16="http://schemas.microsoft.com/office/drawing/2014/main" id="{E6045AEC-14D3-4D48-B21D-CCBB39C9EE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0138" y="3275013"/>
              <a:ext cx="673100" cy="631825"/>
            </a:xfrm>
            <a:custGeom>
              <a:avLst/>
              <a:gdLst>
                <a:gd name="T0" fmla="*/ 465 w 1868"/>
                <a:gd name="T1" fmla="*/ 0 h 1755"/>
                <a:gd name="T2" fmla="*/ 465 w 1868"/>
                <a:gd name="T3" fmla="*/ 700 h 1755"/>
                <a:gd name="T4" fmla="*/ 1402 w 1868"/>
                <a:gd name="T5" fmla="*/ 700 h 1755"/>
                <a:gd name="T6" fmla="*/ 1402 w 1868"/>
                <a:gd name="T7" fmla="*/ 0 h 1755"/>
                <a:gd name="T8" fmla="*/ 1867 w 1868"/>
                <a:gd name="T9" fmla="*/ 0 h 1755"/>
                <a:gd name="T10" fmla="*/ 1867 w 1868"/>
                <a:gd name="T11" fmla="*/ 1754 h 1755"/>
                <a:gd name="T12" fmla="*/ 1402 w 1868"/>
                <a:gd name="T13" fmla="*/ 1754 h 1755"/>
                <a:gd name="T14" fmla="*/ 1402 w 1868"/>
                <a:gd name="T15" fmla="*/ 983 h 1755"/>
                <a:gd name="T16" fmla="*/ 465 w 1868"/>
                <a:gd name="T17" fmla="*/ 983 h 1755"/>
                <a:gd name="T18" fmla="*/ 465 w 1868"/>
                <a:gd name="T19" fmla="*/ 1754 h 1755"/>
                <a:gd name="T20" fmla="*/ 0 w 1868"/>
                <a:gd name="T21" fmla="*/ 1754 h 1755"/>
                <a:gd name="T22" fmla="*/ 0 w 1868"/>
                <a:gd name="T23" fmla="*/ 0 h 1755"/>
                <a:gd name="T24" fmla="*/ 465 w 1868"/>
                <a:gd name="T25" fmla="*/ 0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68" h="1755">
                  <a:moveTo>
                    <a:pt x="465" y="0"/>
                  </a:moveTo>
                  <a:cubicBezTo>
                    <a:pt x="465" y="0"/>
                    <a:pt x="465" y="705"/>
                    <a:pt x="465" y="700"/>
                  </a:cubicBezTo>
                  <a:lnTo>
                    <a:pt x="1402" y="700"/>
                  </a:lnTo>
                  <a:cubicBezTo>
                    <a:pt x="1402" y="705"/>
                    <a:pt x="1402" y="0"/>
                    <a:pt x="1402" y="0"/>
                  </a:cubicBezTo>
                  <a:cubicBezTo>
                    <a:pt x="1402" y="0"/>
                    <a:pt x="1863" y="0"/>
                    <a:pt x="1867" y="0"/>
                  </a:cubicBezTo>
                  <a:cubicBezTo>
                    <a:pt x="1867" y="0"/>
                    <a:pt x="1867" y="1750"/>
                    <a:pt x="1867" y="1754"/>
                  </a:cubicBezTo>
                  <a:lnTo>
                    <a:pt x="1402" y="1754"/>
                  </a:lnTo>
                  <a:cubicBezTo>
                    <a:pt x="1402" y="1754"/>
                    <a:pt x="1402" y="987"/>
                    <a:pt x="1402" y="983"/>
                  </a:cubicBezTo>
                  <a:cubicBezTo>
                    <a:pt x="1402" y="987"/>
                    <a:pt x="465" y="983"/>
                    <a:pt x="465" y="983"/>
                  </a:cubicBezTo>
                  <a:cubicBezTo>
                    <a:pt x="465" y="987"/>
                    <a:pt x="465" y="1754"/>
                    <a:pt x="465" y="1754"/>
                  </a:cubicBezTo>
                  <a:lnTo>
                    <a:pt x="0" y="1754"/>
                  </a:lnTo>
                  <a:cubicBezTo>
                    <a:pt x="0" y="1754"/>
                    <a:pt x="4" y="0"/>
                    <a:pt x="0" y="0"/>
                  </a:cubicBezTo>
                  <a:lnTo>
                    <a:pt x="46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71" name="Freeform 2">
              <a:extLst>
                <a:ext uri="{FF2B5EF4-FFF2-40B4-BE49-F238E27FC236}">
                  <a16:creationId xmlns:a16="http://schemas.microsoft.com/office/drawing/2014/main" id="{58DA6A83-3CD8-4867-A7C7-8D9749F826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3050" y="3275013"/>
              <a:ext cx="677863" cy="631825"/>
            </a:xfrm>
            <a:custGeom>
              <a:avLst/>
              <a:gdLst>
                <a:gd name="T0" fmla="*/ 1883 w 1884"/>
                <a:gd name="T1" fmla="*/ 0 h 1755"/>
                <a:gd name="T2" fmla="*/ 1883 w 1884"/>
                <a:gd name="T3" fmla="*/ 298 h 1755"/>
                <a:gd name="T4" fmla="*/ 1174 w 1884"/>
                <a:gd name="T5" fmla="*/ 298 h 1755"/>
                <a:gd name="T6" fmla="*/ 1174 w 1884"/>
                <a:gd name="T7" fmla="*/ 1754 h 1755"/>
                <a:gd name="T8" fmla="*/ 709 w 1884"/>
                <a:gd name="T9" fmla="*/ 1754 h 1755"/>
                <a:gd name="T10" fmla="*/ 709 w 1884"/>
                <a:gd name="T11" fmla="*/ 298 h 1755"/>
                <a:gd name="T12" fmla="*/ 0 w 1884"/>
                <a:gd name="T13" fmla="*/ 298 h 1755"/>
                <a:gd name="T14" fmla="*/ 0 w 1884"/>
                <a:gd name="T15" fmla="*/ 0 h 1755"/>
                <a:gd name="T16" fmla="*/ 1883 w 1884"/>
                <a:gd name="T17" fmla="*/ 0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84" h="1755">
                  <a:moveTo>
                    <a:pt x="1883" y="0"/>
                  </a:moveTo>
                  <a:cubicBezTo>
                    <a:pt x="1883" y="4"/>
                    <a:pt x="1883" y="298"/>
                    <a:pt x="1883" y="298"/>
                  </a:cubicBezTo>
                  <a:lnTo>
                    <a:pt x="1174" y="298"/>
                  </a:lnTo>
                  <a:lnTo>
                    <a:pt x="1174" y="1754"/>
                  </a:lnTo>
                  <a:lnTo>
                    <a:pt x="709" y="1754"/>
                  </a:lnTo>
                  <a:lnTo>
                    <a:pt x="709" y="298"/>
                  </a:lnTo>
                  <a:lnTo>
                    <a:pt x="0" y="298"/>
                  </a:lnTo>
                  <a:lnTo>
                    <a:pt x="0" y="0"/>
                  </a:lnTo>
                  <a:lnTo>
                    <a:pt x="1883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72" name="Freeform 3">
              <a:extLst>
                <a:ext uri="{FF2B5EF4-FFF2-40B4-BE49-F238E27FC236}">
                  <a16:creationId xmlns:a16="http://schemas.microsoft.com/office/drawing/2014/main" id="{DDDD7FF9-1FF8-4510-8F56-604F78211E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4863" y="3275013"/>
              <a:ext cx="796925" cy="631825"/>
            </a:xfrm>
            <a:custGeom>
              <a:avLst/>
              <a:gdLst>
                <a:gd name="T0" fmla="*/ 2214 w 2215"/>
                <a:gd name="T1" fmla="*/ 1754 h 1755"/>
                <a:gd name="T2" fmla="*/ 1695 w 2215"/>
                <a:gd name="T3" fmla="*/ 1754 h 1755"/>
                <a:gd name="T4" fmla="*/ 1542 w 2215"/>
                <a:gd name="T5" fmla="*/ 1377 h 1755"/>
                <a:gd name="T6" fmla="*/ 672 w 2215"/>
                <a:gd name="T7" fmla="*/ 1377 h 1755"/>
                <a:gd name="T8" fmla="*/ 518 w 2215"/>
                <a:gd name="T9" fmla="*/ 1754 h 1755"/>
                <a:gd name="T10" fmla="*/ 0 w 2215"/>
                <a:gd name="T11" fmla="*/ 1754 h 1755"/>
                <a:gd name="T12" fmla="*/ 825 w 2215"/>
                <a:gd name="T13" fmla="*/ 0 h 1755"/>
                <a:gd name="T14" fmla="*/ 1392 w 2215"/>
                <a:gd name="T15" fmla="*/ 0 h 1755"/>
                <a:gd name="T16" fmla="*/ 2214 w 2215"/>
                <a:gd name="T17" fmla="*/ 1754 h 1755"/>
                <a:gd name="T18" fmla="*/ 788 w 2215"/>
                <a:gd name="T19" fmla="*/ 1095 h 1755"/>
                <a:gd name="T20" fmla="*/ 1434 w 2215"/>
                <a:gd name="T21" fmla="*/ 1095 h 1755"/>
                <a:gd name="T22" fmla="*/ 1107 w 2215"/>
                <a:gd name="T23" fmla="*/ 298 h 1755"/>
                <a:gd name="T24" fmla="*/ 788 w 2215"/>
                <a:gd name="T25" fmla="*/ 1095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15" h="1755">
                  <a:moveTo>
                    <a:pt x="2214" y="1754"/>
                  </a:moveTo>
                  <a:cubicBezTo>
                    <a:pt x="2214" y="1754"/>
                    <a:pt x="1691" y="1754"/>
                    <a:pt x="1695" y="1754"/>
                  </a:cubicBezTo>
                  <a:lnTo>
                    <a:pt x="1542" y="1377"/>
                  </a:lnTo>
                  <a:lnTo>
                    <a:pt x="672" y="1377"/>
                  </a:lnTo>
                  <a:cubicBezTo>
                    <a:pt x="672" y="1377"/>
                    <a:pt x="522" y="1754"/>
                    <a:pt x="518" y="1754"/>
                  </a:cubicBezTo>
                  <a:lnTo>
                    <a:pt x="0" y="1754"/>
                  </a:lnTo>
                  <a:lnTo>
                    <a:pt x="825" y="0"/>
                  </a:lnTo>
                  <a:lnTo>
                    <a:pt x="1392" y="0"/>
                  </a:lnTo>
                  <a:lnTo>
                    <a:pt x="2214" y="1754"/>
                  </a:lnTo>
                  <a:close/>
                  <a:moveTo>
                    <a:pt x="788" y="1095"/>
                  </a:moveTo>
                  <a:lnTo>
                    <a:pt x="1434" y="1095"/>
                  </a:lnTo>
                  <a:lnTo>
                    <a:pt x="1107" y="298"/>
                  </a:lnTo>
                  <a:lnTo>
                    <a:pt x="788" y="1095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73" name="Freeform 4">
              <a:extLst>
                <a:ext uri="{FF2B5EF4-FFF2-40B4-BE49-F238E27FC236}">
                  <a16:creationId xmlns:a16="http://schemas.microsoft.com/office/drawing/2014/main" id="{F3699851-A405-4CD7-ABEE-CB30D955B4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85000" y="3275013"/>
              <a:ext cx="166688" cy="631825"/>
            </a:xfrm>
            <a:custGeom>
              <a:avLst/>
              <a:gdLst>
                <a:gd name="T0" fmla="*/ 232 w 465"/>
                <a:gd name="T1" fmla="*/ 1754 h 1755"/>
                <a:gd name="T2" fmla="*/ 0 w 465"/>
                <a:gd name="T3" fmla="*/ 1754 h 1755"/>
                <a:gd name="T4" fmla="*/ 0 w 465"/>
                <a:gd name="T5" fmla="*/ 0 h 1755"/>
                <a:gd name="T6" fmla="*/ 464 w 465"/>
                <a:gd name="T7" fmla="*/ 0 h 1755"/>
                <a:gd name="T8" fmla="*/ 464 w 465"/>
                <a:gd name="T9" fmla="*/ 1754 h 1755"/>
                <a:gd name="T10" fmla="*/ 232 w 465"/>
                <a:gd name="T11" fmla="*/ 1754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5" h="1755">
                  <a:moveTo>
                    <a:pt x="232" y="1754"/>
                  </a:moveTo>
                  <a:lnTo>
                    <a:pt x="0" y="1754"/>
                  </a:lnTo>
                  <a:lnTo>
                    <a:pt x="0" y="0"/>
                  </a:lnTo>
                  <a:lnTo>
                    <a:pt x="464" y="0"/>
                  </a:lnTo>
                  <a:lnTo>
                    <a:pt x="464" y="1754"/>
                  </a:lnTo>
                  <a:lnTo>
                    <a:pt x="232" y="175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74" name="Freeform 5">
              <a:extLst>
                <a:ext uri="{FF2B5EF4-FFF2-40B4-BE49-F238E27FC236}">
                  <a16:creationId xmlns:a16="http://schemas.microsoft.com/office/drawing/2014/main" id="{8F7E4BF6-183D-42D2-95F0-0CB21F3561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9588" y="3275013"/>
              <a:ext cx="673100" cy="631825"/>
            </a:xfrm>
            <a:custGeom>
              <a:avLst/>
              <a:gdLst>
                <a:gd name="T0" fmla="*/ 465 w 1868"/>
                <a:gd name="T1" fmla="*/ 0 h 1755"/>
                <a:gd name="T2" fmla="*/ 465 w 1868"/>
                <a:gd name="T3" fmla="*/ 700 h 1755"/>
                <a:gd name="T4" fmla="*/ 1402 w 1868"/>
                <a:gd name="T5" fmla="*/ 700 h 1755"/>
                <a:gd name="T6" fmla="*/ 1402 w 1868"/>
                <a:gd name="T7" fmla="*/ 0 h 1755"/>
                <a:gd name="T8" fmla="*/ 1867 w 1868"/>
                <a:gd name="T9" fmla="*/ 0 h 1755"/>
                <a:gd name="T10" fmla="*/ 1867 w 1868"/>
                <a:gd name="T11" fmla="*/ 1754 h 1755"/>
                <a:gd name="T12" fmla="*/ 1402 w 1868"/>
                <a:gd name="T13" fmla="*/ 1754 h 1755"/>
                <a:gd name="T14" fmla="*/ 1402 w 1868"/>
                <a:gd name="T15" fmla="*/ 983 h 1755"/>
                <a:gd name="T16" fmla="*/ 465 w 1868"/>
                <a:gd name="T17" fmla="*/ 983 h 1755"/>
                <a:gd name="T18" fmla="*/ 465 w 1868"/>
                <a:gd name="T19" fmla="*/ 1754 h 1755"/>
                <a:gd name="T20" fmla="*/ 0 w 1868"/>
                <a:gd name="T21" fmla="*/ 1754 h 1755"/>
                <a:gd name="T22" fmla="*/ 0 w 1868"/>
                <a:gd name="T23" fmla="*/ 0 h 1755"/>
                <a:gd name="T24" fmla="*/ 465 w 1868"/>
                <a:gd name="T25" fmla="*/ 0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68" h="1755">
                  <a:moveTo>
                    <a:pt x="465" y="0"/>
                  </a:moveTo>
                  <a:cubicBezTo>
                    <a:pt x="465" y="0"/>
                    <a:pt x="465" y="705"/>
                    <a:pt x="465" y="700"/>
                  </a:cubicBezTo>
                  <a:lnTo>
                    <a:pt x="1402" y="700"/>
                  </a:lnTo>
                  <a:cubicBezTo>
                    <a:pt x="1402" y="705"/>
                    <a:pt x="1402" y="0"/>
                    <a:pt x="1402" y="0"/>
                  </a:cubicBezTo>
                  <a:cubicBezTo>
                    <a:pt x="1402" y="0"/>
                    <a:pt x="1863" y="0"/>
                    <a:pt x="1867" y="0"/>
                  </a:cubicBezTo>
                  <a:cubicBezTo>
                    <a:pt x="1867" y="0"/>
                    <a:pt x="1867" y="1750"/>
                    <a:pt x="1867" y="1754"/>
                  </a:cubicBezTo>
                  <a:lnTo>
                    <a:pt x="1402" y="1754"/>
                  </a:lnTo>
                  <a:cubicBezTo>
                    <a:pt x="1402" y="1754"/>
                    <a:pt x="1402" y="987"/>
                    <a:pt x="1402" y="983"/>
                  </a:cubicBezTo>
                  <a:cubicBezTo>
                    <a:pt x="1402" y="987"/>
                    <a:pt x="465" y="983"/>
                    <a:pt x="465" y="983"/>
                  </a:cubicBezTo>
                  <a:cubicBezTo>
                    <a:pt x="465" y="987"/>
                    <a:pt x="465" y="1754"/>
                    <a:pt x="465" y="1754"/>
                  </a:cubicBezTo>
                  <a:lnTo>
                    <a:pt x="0" y="1754"/>
                  </a:lnTo>
                  <a:cubicBezTo>
                    <a:pt x="0" y="1754"/>
                    <a:pt x="5" y="0"/>
                    <a:pt x="0" y="0"/>
                  </a:cubicBezTo>
                  <a:lnTo>
                    <a:pt x="46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75" name="Freeform 6">
              <a:extLst>
                <a:ext uri="{FF2B5EF4-FFF2-40B4-BE49-F238E27FC236}">
                  <a16:creationId xmlns:a16="http://schemas.microsoft.com/office/drawing/2014/main" id="{C991DB39-B97A-423D-B9FD-A763210269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4450" y="3275013"/>
              <a:ext cx="168275" cy="631825"/>
            </a:xfrm>
            <a:custGeom>
              <a:avLst/>
              <a:gdLst>
                <a:gd name="T0" fmla="*/ 233 w 466"/>
                <a:gd name="T1" fmla="*/ 1754 h 1755"/>
                <a:gd name="T2" fmla="*/ 0 w 466"/>
                <a:gd name="T3" fmla="*/ 1754 h 1755"/>
                <a:gd name="T4" fmla="*/ 0 w 466"/>
                <a:gd name="T5" fmla="*/ 0 h 1755"/>
                <a:gd name="T6" fmla="*/ 465 w 466"/>
                <a:gd name="T7" fmla="*/ 0 h 1755"/>
                <a:gd name="T8" fmla="*/ 465 w 466"/>
                <a:gd name="T9" fmla="*/ 1754 h 1755"/>
                <a:gd name="T10" fmla="*/ 233 w 466"/>
                <a:gd name="T11" fmla="*/ 1754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6" h="1755">
                  <a:moveTo>
                    <a:pt x="233" y="1754"/>
                  </a:moveTo>
                  <a:lnTo>
                    <a:pt x="0" y="1754"/>
                  </a:lnTo>
                  <a:lnTo>
                    <a:pt x="0" y="0"/>
                  </a:lnTo>
                  <a:lnTo>
                    <a:pt x="465" y="0"/>
                  </a:lnTo>
                  <a:lnTo>
                    <a:pt x="465" y="1754"/>
                  </a:lnTo>
                  <a:lnTo>
                    <a:pt x="233" y="175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76" name="Freeform 7">
              <a:extLst>
                <a:ext uri="{FF2B5EF4-FFF2-40B4-BE49-F238E27FC236}">
                  <a16:creationId xmlns:a16="http://schemas.microsoft.com/office/drawing/2014/main" id="{A247C46E-4FB3-4CEF-BB41-D0E7C0A738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3213" y="3262313"/>
              <a:ext cx="715962" cy="663575"/>
            </a:xfrm>
            <a:custGeom>
              <a:avLst/>
              <a:gdLst>
                <a:gd name="T0" fmla="*/ 62 w 1988"/>
                <a:gd name="T1" fmla="*/ 1307 h 1842"/>
                <a:gd name="T2" fmla="*/ 0 w 1988"/>
                <a:gd name="T3" fmla="*/ 933 h 1842"/>
                <a:gd name="T4" fmla="*/ 120 w 1988"/>
                <a:gd name="T5" fmla="*/ 423 h 1842"/>
                <a:gd name="T6" fmla="*/ 518 w 1988"/>
                <a:gd name="T7" fmla="*/ 91 h 1842"/>
                <a:gd name="T8" fmla="*/ 1033 w 1988"/>
                <a:gd name="T9" fmla="*/ 0 h 1842"/>
                <a:gd name="T10" fmla="*/ 1618 w 1988"/>
                <a:gd name="T11" fmla="*/ 125 h 1842"/>
                <a:gd name="T12" fmla="*/ 1950 w 1988"/>
                <a:gd name="T13" fmla="*/ 531 h 1842"/>
                <a:gd name="T14" fmla="*/ 1966 w 1988"/>
                <a:gd name="T15" fmla="*/ 643 h 1842"/>
                <a:gd name="T16" fmla="*/ 1481 w 1988"/>
                <a:gd name="T17" fmla="*/ 643 h 1842"/>
                <a:gd name="T18" fmla="*/ 1456 w 1988"/>
                <a:gd name="T19" fmla="*/ 506 h 1842"/>
                <a:gd name="T20" fmla="*/ 1240 w 1988"/>
                <a:gd name="T21" fmla="*/ 303 h 1842"/>
                <a:gd name="T22" fmla="*/ 1037 w 1988"/>
                <a:gd name="T23" fmla="*/ 274 h 1842"/>
                <a:gd name="T24" fmla="*/ 809 w 1988"/>
                <a:gd name="T25" fmla="*/ 315 h 1842"/>
                <a:gd name="T26" fmla="*/ 556 w 1988"/>
                <a:gd name="T27" fmla="*/ 573 h 1842"/>
                <a:gd name="T28" fmla="*/ 494 w 1988"/>
                <a:gd name="T29" fmla="*/ 942 h 1842"/>
                <a:gd name="T30" fmla="*/ 539 w 1988"/>
                <a:gd name="T31" fmla="*/ 1249 h 1842"/>
                <a:gd name="T32" fmla="*/ 792 w 1988"/>
                <a:gd name="T33" fmla="*/ 1527 h 1842"/>
                <a:gd name="T34" fmla="*/ 1041 w 1988"/>
                <a:gd name="T35" fmla="*/ 1572 h 1842"/>
                <a:gd name="T36" fmla="*/ 1257 w 1988"/>
                <a:gd name="T37" fmla="*/ 1539 h 1842"/>
                <a:gd name="T38" fmla="*/ 1460 w 1988"/>
                <a:gd name="T39" fmla="*/ 1356 h 1842"/>
                <a:gd name="T40" fmla="*/ 1497 w 1988"/>
                <a:gd name="T41" fmla="*/ 1170 h 1842"/>
                <a:gd name="T42" fmla="*/ 1987 w 1988"/>
                <a:gd name="T43" fmla="*/ 1170 h 1842"/>
                <a:gd name="T44" fmla="*/ 1962 w 1988"/>
                <a:gd name="T45" fmla="*/ 1336 h 1842"/>
                <a:gd name="T46" fmla="*/ 1638 w 1988"/>
                <a:gd name="T47" fmla="*/ 1721 h 1842"/>
                <a:gd name="T48" fmla="*/ 1041 w 1988"/>
                <a:gd name="T49" fmla="*/ 1841 h 1842"/>
                <a:gd name="T50" fmla="*/ 568 w 1988"/>
                <a:gd name="T51" fmla="*/ 1771 h 1842"/>
                <a:gd name="T52" fmla="*/ 62 w 1988"/>
                <a:gd name="T53" fmla="*/ 1307 h 1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988" h="1842">
                  <a:moveTo>
                    <a:pt x="62" y="1307"/>
                  </a:moveTo>
                  <a:cubicBezTo>
                    <a:pt x="21" y="1191"/>
                    <a:pt x="0" y="1066"/>
                    <a:pt x="0" y="933"/>
                  </a:cubicBezTo>
                  <a:cubicBezTo>
                    <a:pt x="0" y="751"/>
                    <a:pt x="33" y="573"/>
                    <a:pt x="120" y="423"/>
                  </a:cubicBezTo>
                  <a:cubicBezTo>
                    <a:pt x="211" y="270"/>
                    <a:pt x="348" y="154"/>
                    <a:pt x="518" y="91"/>
                  </a:cubicBezTo>
                  <a:cubicBezTo>
                    <a:pt x="680" y="33"/>
                    <a:pt x="850" y="0"/>
                    <a:pt x="1033" y="0"/>
                  </a:cubicBezTo>
                  <a:cubicBezTo>
                    <a:pt x="1240" y="0"/>
                    <a:pt x="1439" y="46"/>
                    <a:pt x="1618" y="125"/>
                  </a:cubicBezTo>
                  <a:cubicBezTo>
                    <a:pt x="1784" y="195"/>
                    <a:pt x="1912" y="349"/>
                    <a:pt x="1950" y="531"/>
                  </a:cubicBezTo>
                  <a:cubicBezTo>
                    <a:pt x="1958" y="568"/>
                    <a:pt x="1962" y="606"/>
                    <a:pt x="1966" y="643"/>
                  </a:cubicBezTo>
                  <a:lnTo>
                    <a:pt x="1481" y="643"/>
                  </a:lnTo>
                  <a:cubicBezTo>
                    <a:pt x="1481" y="597"/>
                    <a:pt x="1472" y="552"/>
                    <a:pt x="1456" y="506"/>
                  </a:cubicBezTo>
                  <a:cubicBezTo>
                    <a:pt x="1419" y="411"/>
                    <a:pt x="1340" y="332"/>
                    <a:pt x="1240" y="303"/>
                  </a:cubicBezTo>
                  <a:cubicBezTo>
                    <a:pt x="1174" y="282"/>
                    <a:pt x="1107" y="274"/>
                    <a:pt x="1037" y="274"/>
                  </a:cubicBezTo>
                  <a:cubicBezTo>
                    <a:pt x="958" y="274"/>
                    <a:pt x="879" y="286"/>
                    <a:pt x="809" y="315"/>
                  </a:cubicBezTo>
                  <a:cubicBezTo>
                    <a:pt x="688" y="357"/>
                    <a:pt x="597" y="452"/>
                    <a:pt x="556" y="573"/>
                  </a:cubicBezTo>
                  <a:cubicBezTo>
                    <a:pt x="514" y="689"/>
                    <a:pt x="494" y="813"/>
                    <a:pt x="494" y="942"/>
                  </a:cubicBezTo>
                  <a:cubicBezTo>
                    <a:pt x="494" y="1050"/>
                    <a:pt x="510" y="1153"/>
                    <a:pt x="539" y="1249"/>
                  </a:cubicBezTo>
                  <a:cubicBezTo>
                    <a:pt x="572" y="1377"/>
                    <a:pt x="672" y="1481"/>
                    <a:pt x="792" y="1527"/>
                  </a:cubicBezTo>
                  <a:cubicBezTo>
                    <a:pt x="871" y="1556"/>
                    <a:pt x="954" y="1572"/>
                    <a:pt x="1041" y="1572"/>
                  </a:cubicBezTo>
                  <a:cubicBezTo>
                    <a:pt x="1116" y="1572"/>
                    <a:pt x="1186" y="1560"/>
                    <a:pt x="1257" y="1539"/>
                  </a:cubicBezTo>
                  <a:cubicBezTo>
                    <a:pt x="1348" y="1510"/>
                    <a:pt x="1423" y="1444"/>
                    <a:pt x="1460" y="1356"/>
                  </a:cubicBezTo>
                  <a:cubicBezTo>
                    <a:pt x="1485" y="1298"/>
                    <a:pt x="1497" y="1236"/>
                    <a:pt x="1497" y="1170"/>
                  </a:cubicBezTo>
                  <a:lnTo>
                    <a:pt x="1987" y="1170"/>
                  </a:lnTo>
                  <a:cubicBezTo>
                    <a:pt x="1983" y="1228"/>
                    <a:pt x="1974" y="1282"/>
                    <a:pt x="1962" y="1336"/>
                  </a:cubicBezTo>
                  <a:cubicBezTo>
                    <a:pt x="1920" y="1510"/>
                    <a:pt x="1800" y="1655"/>
                    <a:pt x="1638" y="1721"/>
                  </a:cubicBezTo>
                  <a:cubicBezTo>
                    <a:pt x="1456" y="1800"/>
                    <a:pt x="1253" y="1841"/>
                    <a:pt x="1041" y="1841"/>
                  </a:cubicBezTo>
                  <a:cubicBezTo>
                    <a:pt x="875" y="1841"/>
                    <a:pt x="718" y="1817"/>
                    <a:pt x="568" y="1771"/>
                  </a:cubicBezTo>
                  <a:cubicBezTo>
                    <a:pt x="336" y="1692"/>
                    <a:pt x="137" y="1527"/>
                    <a:pt x="62" y="1307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77" name="Freeform 8">
              <a:extLst>
                <a:ext uri="{FF2B5EF4-FFF2-40B4-BE49-F238E27FC236}">
                  <a16:creationId xmlns:a16="http://schemas.microsoft.com/office/drawing/2014/main" id="{67AB8C65-6208-49E4-BBF7-0DEA53214C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1138" y="4083050"/>
              <a:ext cx="153987" cy="398463"/>
            </a:xfrm>
            <a:custGeom>
              <a:avLst/>
              <a:gdLst>
                <a:gd name="T0" fmla="*/ 415 w 428"/>
                <a:gd name="T1" fmla="*/ 0 h 1109"/>
                <a:gd name="T2" fmla="*/ 0 w 428"/>
                <a:gd name="T3" fmla="*/ 38 h 1109"/>
                <a:gd name="T4" fmla="*/ 0 w 428"/>
                <a:gd name="T5" fmla="*/ 100 h 1109"/>
                <a:gd name="T6" fmla="*/ 12 w 428"/>
                <a:gd name="T7" fmla="*/ 100 h 1109"/>
                <a:gd name="T8" fmla="*/ 178 w 428"/>
                <a:gd name="T9" fmla="*/ 241 h 1109"/>
                <a:gd name="T10" fmla="*/ 178 w 428"/>
                <a:gd name="T11" fmla="*/ 1108 h 1109"/>
                <a:gd name="T12" fmla="*/ 427 w 428"/>
                <a:gd name="T13" fmla="*/ 1108 h 1109"/>
                <a:gd name="T14" fmla="*/ 427 w 428"/>
                <a:gd name="T15" fmla="*/ 0 h 1109"/>
                <a:gd name="T16" fmla="*/ 415 w 428"/>
                <a:gd name="T17" fmla="*/ 0 h 1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8" h="1109">
                  <a:moveTo>
                    <a:pt x="415" y="0"/>
                  </a:moveTo>
                  <a:lnTo>
                    <a:pt x="0" y="38"/>
                  </a:lnTo>
                  <a:lnTo>
                    <a:pt x="0" y="100"/>
                  </a:lnTo>
                  <a:lnTo>
                    <a:pt x="12" y="100"/>
                  </a:lnTo>
                  <a:cubicBezTo>
                    <a:pt x="178" y="121"/>
                    <a:pt x="178" y="121"/>
                    <a:pt x="178" y="241"/>
                  </a:cubicBezTo>
                  <a:lnTo>
                    <a:pt x="178" y="1108"/>
                  </a:lnTo>
                  <a:lnTo>
                    <a:pt x="427" y="1108"/>
                  </a:lnTo>
                  <a:lnTo>
                    <a:pt x="427" y="0"/>
                  </a:lnTo>
                  <a:lnTo>
                    <a:pt x="41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78" name="Freeform 9">
              <a:extLst>
                <a:ext uri="{FF2B5EF4-FFF2-40B4-BE49-F238E27FC236}">
                  <a16:creationId xmlns:a16="http://schemas.microsoft.com/office/drawing/2014/main" id="{FE438021-C9BF-4B0A-8C78-857F810FAB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6088" y="4198938"/>
              <a:ext cx="315912" cy="282575"/>
            </a:xfrm>
            <a:custGeom>
              <a:avLst/>
              <a:gdLst>
                <a:gd name="T0" fmla="*/ 643 w 876"/>
                <a:gd name="T1" fmla="*/ 4 h 785"/>
                <a:gd name="T2" fmla="*/ 353 w 876"/>
                <a:gd name="T3" fmla="*/ 170 h 785"/>
                <a:gd name="T4" fmla="*/ 353 w 876"/>
                <a:gd name="T5" fmla="*/ 0 h 785"/>
                <a:gd name="T6" fmla="*/ 336 w 876"/>
                <a:gd name="T7" fmla="*/ 4 h 785"/>
                <a:gd name="T8" fmla="*/ 0 w 876"/>
                <a:gd name="T9" fmla="*/ 58 h 785"/>
                <a:gd name="T10" fmla="*/ 0 w 876"/>
                <a:gd name="T11" fmla="*/ 116 h 785"/>
                <a:gd name="T12" fmla="*/ 17 w 876"/>
                <a:gd name="T13" fmla="*/ 116 h 785"/>
                <a:gd name="T14" fmla="*/ 145 w 876"/>
                <a:gd name="T15" fmla="*/ 240 h 785"/>
                <a:gd name="T16" fmla="*/ 145 w 876"/>
                <a:gd name="T17" fmla="*/ 784 h 785"/>
                <a:gd name="T18" fmla="*/ 353 w 876"/>
                <a:gd name="T19" fmla="*/ 784 h 785"/>
                <a:gd name="T20" fmla="*/ 353 w 876"/>
                <a:gd name="T21" fmla="*/ 386 h 785"/>
                <a:gd name="T22" fmla="*/ 560 w 876"/>
                <a:gd name="T23" fmla="*/ 141 h 785"/>
                <a:gd name="T24" fmla="*/ 664 w 876"/>
                <a:gd name="T25" fmla="*/ 361 h 785"/>
                <a:gd name="T26" fmla="*/ 664 w 876"/>
                <a:gd name="T27" fmla="*/ 784 h 785"/>
                <a:gd name="T28" fmla="*/ 871 w 876"/>
                <a:gd name="T29" fmla="*/ 784 h 785"/>
                <a:gd name="T30" fmla="*/ 871 w 876"/>
                <a:gd name="T31" fmla="*/ 240 h 785"/>
                <a:gd name="T32" fmla="*/ 643 w 876"/>
                <a:gd name="T33" fmla="*/ 4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6" h="785">
                  <a:moveTo>
                    <a:pt x="643" y="4"/>
                  </a:moveTo>
                  <a:cubicBezTo>
                    <a:pt x="490" y="4"/>
                    <a:pt x="398" y="108"/>
                    <a:pt x="353" y="170"/>
                  </a:cubicBezTo>
                  <a:cubicBezTo>
                    <a:pt x="353" y="112"/>
                    <a:pt x="353" y="0"/>
                    <a:pt x="353" y="0"/>
                  </a:cubicBezTo>
                  <a:lnTo>
                    <a:pt x="336" y="4"/>
                  </a:lnTo>
                  <a:lnTo>
                    <a:pt x="0" y="58"/>
                  </a:lnTo>
                  <a:lnTo>
                    <a:pt x="0" y="116"/>
                  </a:lnTo>
                  <a:lnTo>
                    <a:pt x="17" y="116"/>
                  </a:lnTo>
                  <a:cubicBezTo>
                    <a:pt x="124" y="120"/>
                    <a:pt x="145" y="141"/>
                    <a:pt x="145" y="240"/>
                  </a:cubicBezTo>
                  <a:lnTo>
                    <a:pt x="145" y="784"/>
                  </a:lnTo>
                  <a:lnTo>
                    <a:pt x="353" y="784"/>
                  </a:lnTo>
                  <a:lnTo>
                    <a:pt x="353" y="386"/>
                  </a:lnTo>
                  <a:cubicBezTo>
                    <a:pt x="353" y="278"/>
                    <a:pt x="452" y="141"/>
                    <a:pt x="560" y="141"/>
                  </a:cubicBezTo>
                  <a:cubicBezTo>
                    <a:pt x="660" y="141"/>
                    <a:pt x="664" y="224"/>
                    <a:pt x="664" y="361"/>
                  </a:cubicBezTo>
                  <a:lnTo>
                    <a:pt x="664" y="784"/>
                  </a:lnTo>
                  <a:lnTo>
                    <a:pt x="871" y="784"/>
                  </a:lnTo>
                  <a:lnTo>
                    <a:pt x="871" y="240"/>
                  </a:lnTo>
                  <a:cubicBezTo>
                    <a:pt x="875" y="87"/>
                    <a:pt x="792" y="4"/>
                    <a:pt x="643" y="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80" name="Freeform 10">
              <a:extLst>
                <a:ext uri="{FF2B5EF4-FFF2-40B4-BE49-F238E27FC236}">
                  <a16:creationId xmlns:a16="http://schemas.microsoft.com/office/drawing/2014/main" id="{849292BF-951E-4A5B-9806-8EA5E70F40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6138" y="4200525"/>
              <a:ext cx="212725" cy="288925"/>
            </a:xfrm>
            <a:custGeom>
              <a:avLst/>
              <a:gdLst>
                <a:gd name="T0" fmla="*/ 348 w 590"/>
                <a:gd name="T1" fmla="*/ 303 h 802"/>
                <a:gd name="T2" fmla="*/ 195 w 590"/>
                <a:gd name="T3" fmla="*/ 170 h 802"/>
                <a:gd name="T4" fmla="*/ 307 w 590"/>
                <a:gd name="T5" fmla="*/ 100 h 802"/>
                <a:gd name="T6" fmla="*/ 502 w 590"/>
                <a:gd name="T7" fmla="*/ 166 h 802"/>
                <a:gd name="T8" fmla="*/ 535 w 590"/>
                <a:gd name="T9" fmla="*/ 187 h 802"/>
                <a:gd name="T10" fmla="*/ 535 w 590"/>
                <a:gd name="T11" fmla="*/ 162 h 802"/>
                <a:gd name="T12" fmla="*/ 535 w 590"/>
                <a:gd name="T13" fmla="*/ 33 h 802"/>
                <a:gd name="T14" fmla="*/ 506 w 590"/>
                <a:gd name="T15" fmla="*/ 25 h 802"/>
                <a:gd name="T16" fmla="*/ 315 w 590"/>
                <a:gd name="T17" fmla="*/ 0 h 802"/>
                <a:gd name="T18" fmla="*/ 0 w 590"/>
                <a:gd name="T19" fmla="*/ 224 h 802"/>
                <a:gd name="T20" fmla="*/ 228 w 590"/>
                <a:gd name="T21" fmla="*/ 465 h 802"/>
                <a:gd name="T22" fmla="*/ 390 w 590"/>
                <a:gd name="T23" fmla="*/ 606 h 802"/>
                <a:gd name="T24" fmla="*/ 249 w 590"/>
                <a:gd name="T25" fmla="*/ 697 h 802"/>
                <a:gd name="T26" fmla="*/ 20 w 590"/>
                <a:gd name="T27" fmla="*/ 618 h 802"/>
                <a:gd name="T28" fmla="*/ 0 w 590"/>
                <a:gd name="T29" fmla="*/ 606 h 802"/>
                <a:gd name="T30" fmla="*/ 0 w 590"/>
                <a:gd name="T31" fmla="*/ 767 h 802"/>
                <a:gd name="T32" fmla="*/ 16 w 590"/>
                <a:gd name="T33" fmla="*/ 771 h 802"/>
                <a:gd name="T34" fmla="*/ 244 w 590"/>
                <a:gd name="T35" fmla="*/ 801 h 802"/>
                <a:gd name="T36" fmla="*/ 580 w 590"/>
                <a:gd name="T37" fmla="*/ 568 h 802"/>
                <a:gd name="T38" fmla="*/ 348 w 590"/>
                <a:gd name="T39" fmla="*/ 303 h 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90" h="802">
                  <a:moveTo>
                    <a:pt x="348" y="303"/>
                  </a:moveTo>
                  <a:cubicBezTo>
                    <a:pt x="265" y="261"/>
                    <a:pt x="195" y="228"/>
                    <a:pt x="195" y="170"/>
                  </a:cubicBezTo>
                  <a:cubicBezTo>
                    <a:pt x="195" y="104"/>
                    <a:pt x="274" y="100"/>
                    <a:pt x="307" y="100"/>
                  </a:cubicBezTo>
                  <a:cubicBezTo>
                    <a:pt x="394" y="100"/>
                    <a:pt x="468" y="145"/>
                    <a:pt x="502" y="166"/>
                  </a:cubicBezTo>
                  <a:lnTo>
                    <a:pt x="535" y="187"/>
                  </a:lnTo>
                  <a:lnTo>
                    <a:pt x="535" y="162"/>
                  </a:lnTo>
                  <a:lnTo>
                    <a:pt x="535" y="33"/>
                  </a:lnTo>
                  <a:lnTo>
                    <a:pt x="506" y="25"/>
                  </a:lnTo>
                  <a:cubicBezTo>
                    <a:pt x="468" y="17"/>
                    <a:pt x="398" y="0"/>
                    <a:pt x="315" y="0"/>
                  </a:cubicBezTo>
                  <a:cubicBezTo>
                    <a:pt x="120" y="0"/>
                    <a:pt x="0" y="83"/>
                    <a:pt x="0" y="224"/>
                  </a:cubicBezTo>
                  <a:cubicBezTo>
                    <a:pt x="0" y="353"/>
                    <a:pt x="124" y="411"/>
                    <a:pt x="228" y="465"/>
                  </a:cubicBezTo>
                  <a:cubicBezTo>
                    <a:pt x="311" y="506"/>
                    <a:pt x="390" y="543"/>
                    <a:pt x="390" y="606"/>
                  </a:cubicBezTo>
                  <a:cubicBezTo>
                    <a:pt x="390" y="664"/>
                    <a:pt x="340" y="697"/>
                    <a:pt x="249" y="697"/>
                  </a:cubicBezTo>
                  <a:cubicBezTo>
                    <a:pt x="149" y="697"/>
                    <a:pt x="70" y="647"/>
                    <a:pt x="20" y="618"/>
                  </a:cubicBezTo>
                  <a:lnTo>
                    <a:pt x="0" y="606"/>
                  </a:lnTo>
                  <a:lnTo>
                    <a:pt x="0" y="767"/>
                  </a:lnTo>
                  <a:lnTo>
                    <a:pt x="16" y="771"/>
                  </a:lnTo>
                  <a:cubicBezTo>
                    <a:pt x="58" y="780"/>
                    <a:pt x="137" y="801"/>
                    <a:pt x="244" y="801"/>
                  </a:cubicBezTo>
                  <a:cubicBezTo>
                    <a:pt x="456" y="801"/>
                    <a:pt x="580" y="713"/>
                    <a:pt x="580" y="568"/>
                  </a:cubicBezTo>
                  <a:cubicBezTo>
                    <a:pt x="589" y="419"/>
                    <a:pt x="460" y="357"/>
                    <a:pt x="348" y="303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81" name="Freeform 11">
              <a:extLst>
                <a:ext uri="{FF2B5EF4-FFF2-40B4-BE49-F238E27FC236}">
                  <a16:creationId xmlns:a16="http://schemas.microsoft.com/office/drawing/2014/main" id="{EBEE6AD6-AFD9-4ED1-B568-6795CABBDE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5375" y="4198938"/>
              <a:ext cx="325438" cy="396875"/>
            </a:xfrm>
            <a:custGeom>
              <a:avLst/>
              <a:gdLst>
                <a:gd name="T0" fmla="*/ 577 w 906"/>
                <a:gd name="T1" fmla="*/ 4 h 1104"/>
                <a:gd name="T2" fmla="*/ 357 w 906"/>
                <a:gd name="T3" fmla="*/ 112 h 1104"/>
                <a:gd name="T4" fmla="*/ 357 w 906"/>
                <a:gd name="T5" fmla="*/ 0 h 1104"/>
                <a:gd name="T6" fmla="*/ 336 w 906"/>
                <a:gd name="T7" fmla="*/ 4 h 1104"/>
                <a:gd name="T8" fmla="*/ 0 w 906"/>
                <a:gd name="T9" fmla="*/ 58 h 1104"/>
                <a:gd name="T10" fmla="*/ 0 w 906"/>
                <a:gd name="T11" fmla="*/ 116 h 1104"/>
                <a:gd name="T12" fmla="*/ 13 w 906"/>
                <a:gd name="T13" fmla="*/ 116 h 1104"/>
                <a:gd name="T14" fmla="*/ 137 w 906"/>
                <a:gd name="T15" fmla="*/ 240 h 1104"/>
                <a:gd name="T16" fmla="*/ 137 w 906"/>
                <a:gd name="T17" fmla="*/ 1103 h 1104"/>
                <a:gd name="T18" fmla="*/ 345 w 906"/>
                <a:gd name="T19" fmla="*/ 1103 h 1104"/>
                <a:gd name="T20" fmla="*/ 345 w 906"/>
                <a:gd name="T21" fmla="*/ 709 h 1104"/>
                <a:gd name="T22" fmla="*/ 560 w 906"/>
                <a:gd name="T23" fmla="*/ 800 h 1104"/>
                <a:gd name="T24" fmla="*/ 896 w 906"/>
                <a:gd name="T25" fmla="*/ 390 h 1104"/>
                <a:gd name="T26" fmla="*/ 577 w 906"/>
                <a:gd name="T27" fmla="*/ 4 h 1104"/>
                <a:gd name="T28" fmla="*/ 515 w 906"/>
                <a:gd name="T29" fmla="*/ 120 h 1104"/>
                <a:gd name="T30" fmla="*/ 672 w 906"/>
                <a:gd name="T31" fmla="*/ 394 h 1104"/>
                <a:gd name="T32" fmla="*/ 515 w 906"/>
                <a:gd name="T33" fmla="*/ 688 h 1104"/>
                <a:gd name="T34" fmla="*/ 349 w 906"/>
                <a:gd name="T35" fmla="*/ 456 h 1104"/>
                <a:gd name="T36" fmla="*/ 349 w 906"/>
                <a:gd name="T37" fmla="*/ 390 h 1104"/>
                <a:gd name="T38" fmla="*/ 515 w 906"/>
                <a:gd name="T39" fmla="*/ 120 h 1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06" h="1104">
                  <a:moveTo>
                    <a:pt x="577" y="4"/>
                  </a:moveTo>
                  <a:cubicBezTo>
                    <a:pt x="498" y="4"/>
                    <a:pt x="424" y="41"/>
                    <a:pt x="357" y="112"/>
                  </a:cubicBezTo>
                  <a:cubicBezTo>
                    <a:pt x="357" y="75"/>
                    <a:pt x="357" y="0"/>
                    <a:pt x="357" y="0"/>
                  </a:cubicBezTo>
                  <a:lnTo>
                    <a:pt x="336" y="4"/>
                  </a:lnTo>
                  <a:lnTo>
                    <a:pt x="0" y="58"/>
                  </a:lnTo>
                  <a:lnTo>
                    <a:pt x="0" y="116"/>
                  </a:lnTo>
                  <a:lnTo>
                    <a:pt x="13" y="116"/>
                  </a:lnTo>
                  <a:cubicBezTo>
                    <a:pt x="117" y="120"/>
                    <a:pt x="137" y="141"/>
                    <a:pt x="137" y="240"/>
                  </a:cubicBezTo>
                  <a:lnTo>
                    <a:pt x="137" y="1103"/>
                  </a:lnTo>
                  <a:lnTo>
                    <a:pt x="345" y="1103"/>
                  </a:lnTo>
                  <a:cubicBezTo>
                    <a:pt x="345" y="1103"/>
                    <a:pt x="345" y="775"/>
                    <a:pt x="345" y="709"/>
                  </a:cubicBezTo>
                  <a:cubicBezTo>
                    <a:pt x="382" y="755"/>
                    <a:pt x="444" y="800"/>
                    <a:pt x="560" y="800"/>
                  </a:cubicBezTo>
                  <a:cubicBezTo>
                    <a:pt x="780" y="800"/>
                    <a:pt x="896" y="659"/>
                    <a:pt x="896" y="390"/>
                  </a:cubicBezTo>
                  <a:cubicBezTo>
                    <a:pt x="905" y="145"/>
                    <a:pt x="784" y="4"/>
                    <a:pt x="577" y="4"/>
                  </a:cubicBezTo>
                  <a:close/>
                  <a:moveTo>
                    <a:pt x="515" y="120"/>
                  </a:moveTo>
                  <a:cubicBezTo>
                    <a:pt x="656" y="120"/>
                    <a:pt x="672" y="274"/>
                    <a:pt x="672" y="394"/>
                  </a:cubicBezTo>
                  <a:cubicBezTo>
                    <a:pt x="672" y="593"/>
                    <a:pt x="623" y="688"/>
                    <a:pt x="515" y="688"/>
                  </a:cubicBezTo>
                  <a:cubicBezTo>
                    <a:pt x="378" y="688"/>
                    <a:pt x="349" y="560"/>
                    <a:pt x="349" y="456"/>
                  </a:cubicBezTo>
                  <a:lnTo>
                    <a:pt x="349" y="390"/>
                  </a:lnTo>
                  <a:cubicBezTo>
                    <a:pt x="353" y="307"/>
                    <a:pt x="370" y="120"/>
                    <a:pt x="515" y="120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82" name="Freeform 12">
              <a:extLst>
                <a:ext uri="{FF2B5EF4-FFF2-40B4-BE49-F238E27FC236}">
                  <a16:creationId xmlns:a16="http://schemas.microsoft.com/office/drawing/2014/main" id="{B20C81A5-EB9D-4064-83CE-2A3793E9C5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3200" y="4198938"/>
              <a:ext cx="123825" cy="282575"/>
            </a:xfrm>
            <a:custGeom>
              <a:avLst/>
              <a:gdLst>
                <a:gd name="T0" fmla="*/ 0 w 345"/>
                <a:gd name="T1" fmla="*/ 58 h 785"/>
                <a:gd name="T2" fmla="*/ 0 w 345"/>
                <a:gd name="T3" fmla="*/ 116 h 785"/>
                <a:gd name="T4" fmla="*/ 12 w 345"/>
                <a:gd name="T5" fmla="*/ 116 h 785"/>
                <a:gd name="T6" fmla="*/ 137 w 345"/>
                <a:gd name="T7" fmla="*/ 240 h 785"/>
                <a:gd name="T8" fmla="*/ 137 w 345"/>
                <a:gd name="T9" fmla="*/ 784 h 785"/>
                <a:gd name="T10" fmla="*/ 344 w 345"/>
                <a:gd name="T11" fmla="*/ 784 h 785"/>
                <a:gd name="T12" fmla="*/ 344 w 345"/>
                <a:gd name="T13" fmla="*/ 0 h 785"/>
                <a:gd name="T14" fmla="*/ 328 w 345"/>
                <a:gd name="T15" fmla="*/ 4 h 785"/>
                <a:gd name="T16" fmla="*/ 0 w 345"/>
                <a:gd name="T17" fmla="*/ 58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5" h="785">
                  <a:moveTo>
                    <a:pt x="0" y="58"/>
                  </a:moveTo>
                  <a:lnTo>
                    <a:pt x="0" y="116"/>
                  </a:lnTo>
                  <a:lnTo>
                    <a:pt x="12" y="116"/>
                  </a:lnTo>
                  <a:cubicBezTo>
                    <a:pt x="116" y="120"/>
                    <a:pt x="137" y="141"/>
                    <a:pt x="137" y="240"/>
                  </a:cubicBezTo>
                  <a:lnTo>
                    <a:pt x="137" y="784"/>
                  </a:lnTo>
                  <a:lnTo>
                    <a:pt x="344" y="784"/>
                  </a:lnTo>
                  <a:lnTo>
                    <a:pt x="344" y="0"/>
                  </a:lnTo>
                  <a:lnTo>
                    <a:pt x="328" y="4"/>
                  </a:lnTo>
                  <a:lnTo>
                    <a:pt x="0" y="5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83" name="Freeform 13">
              <a:extLst>
                <a:ext uri="{FF2B5EF4-FFF2-40B4-BE49-F238E27FC236}">
                  <a16:creationId xmlns:a16="http://schemas.microsoft.com/office/drawing/2014/main" id="{5ACAC193-4B39-411E-A98B-65D4586316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6063" y="4084638"/>
              <a:ext cx="93662" cy="82550"/>
            </a:xfrm>
            <a:custGeom>
              <a:avLst/>
              <a:gdLst>
                <a:gd name="T0" fmla="*/ 129 w 262"/>
                <a:gd name="T1" fmla="*/ 228 h 229"/>
                <a:gd name="T2" fmla="*/ 261 w 262"/>
                <a:gd name="T3" fmla="*/ 112 h 229"/>
                <a:gd name="T4" fmla="*/ 133 w 262"/>
                <a:gd name="T5" fmla="*/ 0 h 229"/>
                <a:gd name="T6" fmla="*/ 4 w 262"/>
                <a:gd name="T7" fmla="*/ 112 h 229"/>
                <a:gd name="T8" fmla="*/ 129 w 262"/>
                <a:gd name="T9" fmla="*/ 228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2" h="229">
                  <a:moveTo>
                    <a:pt x="129" y="228"/>
                  </a:moveTo>
                  <a:cubicBezTo>
                    <a:pt x="199" y="228"/>
                    <a:pt x="261" y="178"/>
                    <a:pt x="261" y="112"/>
                  </a:cubicBezTo>
                  <a:cubicBezTo>
                    <a:pt x="261" y="49"/>
                    <a:pt x="203" y="0"/>
                    <a:pt x="133" y="0"/>
                  </a:cubicBezTo>
                  <a:cubicBezTo>
                    <a:pt x="62" y="0"/>
                    <a:pt x="4" y="49"/>
                    <a:pt x="4" y="112"/>
                  </a:cubicBezTo>
                  <a:cubicBezTo>
                    <a:pt x="0" y="178"/>
                    <a:pt x="58" y="228"/>
                    <a:pt x="129" y="22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84" name="Freeform 14">
              <a:extLst>
                <a:ext uri="{FF2B5EF4-FFF2-40B4-BE49-F238E27FC236}">
                  <a16:creationId xmlns:a16="http://schemas.microsoft.com/office/drawing/2014/main" id="{F1CF25A4-83BA-48B6-B573-44A5EC8B8A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638" y="4200525"/>
              <a:ext cx="244475" cy="280988"/>
            </a:xfrm>
            <a:custGeom>
              <a:avLst/>
              <a:gdLst>
                <a:gd name="T0" fmla="*/ 676 w 677"/>
                <a:gd name="T1" fmla="*/ 174 h 781"/>
                <a:gd name="T2" fmla="*/ 676 w 677"/>
                <a:gd name="T3" fmla="*/ 12 h 781"/>
                <a:gd name="T4" fmla="*/ 663 w 677"/>
                <a:gd name="T5" fmla="*/ 12 h 781"/>
                <a:gd name="T6" fmla="*/ 564 w 677"/>
                <a:gd name="T7" fmla="*/ 4 h 781"/>
                <a:gd name="T8" fmla="*/ 348 w 677"/>
                <a:gd name="T9" fmla="*/ 158 h 781"/>
                <a:gd name="T10" fmla="*/ 348 w 677"/>
                <a:gd name="T11" fmla="*/ 0 h 781"/>
                <a:gd name="T12" fmla="*/ 331 w 677"/>
                <a:gd name="T13" fmla="*/ 0 h 781"/>
                <a:gd name="T14" fmla="*/ 0 w 677"/>
                <a:gd name="T15" fmla="*/ 54 h 781"/>
                <a:gd name="T16" fmla="*/ 0 w 677"/>
                <a:gd name="T17" fmla="*/ 112 h 781"/>
                <a:gd name="T18" fmla="*/ 12 w 677"/>
                <a:gd name="T19" fmla="*/ 112 h 781"/>
                <a:gd name="T20" fmla="*/ 141 w 677"/>
                <a:gd name="T21" fmla="*/ 236 h 781"/>
                <a:gd name="T22" fmla="*/ 141 w 677"/>
                <a:gd name="T23" fmla="*/ 780 h 781"/>
                <a:gd name="T24" fmla="*/ 348 w 677"/>
                <a:gd name="T25" fmla="*/ 780 h 781"/>
                <a:gd name="T26" fmla="*/ 348 w 677"/>
                <a:gd name="T27" fmla="*/ 390 h 781"/>
                <a:gd name="T28" fmla="*/ 568 w 677"/>
                <a:gd name="T29" fmla="*/ 170 h 781"/>
                <a:gd name="T30" fmla="*/ 643 w 677"/>
                <a:gd name="T31" fmla="*/ 183 h 781"/>
                <a:gd name="T32" fmla="*/ 676 w 677"/>
                <a:gd name="T33" fmla="*/ 191 h 781"/>
                <a:gd name="T34" fmla="*/ 676 w 677"/>
                <a:gd name="T35" fmla="*/ 174 h 7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77" h="781">
                  <a:moveTo>
                    <a:pt x="676" y="174"/>
                  </a:moveTo>
                  <a:lnTo>
                    <a:pt x="676" y="12"/>
                  </a:lnTo>
                  <a:lnTo>
                    <a:pt x="663" y="12"/>
                  </a:lnTo>
                  <a:cubicBezTo>
                    <a:pt x="630" y="8"/>
                    <a:pt x="593" y="4"/>
                    <a:pt x="564" y="4"/>
                  </a:cubicBezTo>
                  <a:cubicBezTo>
                    <a:pt x="443" y="4"/>
                    <a:pt x="381" y="91"/>
                    <a:pt x="348" y="158"/>
                  </a:cubicBezTo>
                  <a:cubicBezTo>
                    <a:pt x="348" y="95"/>
                    <a:pt x="348" y="0"/>
                    <a:pt x="348" y="0"/>
                  </a:cubicBezTo>
                  <a:lnTo>
                    <a:pt x="331" y="0"/>
                  </a:lnTo>
                  <a:lnTo>
                    <a:pt x="0" y="54"/>
                  </a:lnTo>
                  <a:lnTo>
                    <a:pt x="0" y="112"/>
                  </a:lnTo>
                  <a:lnTo>
                    <a:pt x="12" y="112"/>
                  </a:lnTo>
                  <a:cubicBezTo>
                    <a:pt x="116" y="116"/>
                    <a:pt x="141" y="137"/>
                    <a:pt x="141" y="236"/>
                  </a:cubicBezTo>
                  <a:lnTo>
                    <a:pt x="141" y="780"/>
                  </a:lnTo>
                  <a:lnTo>
                    <a:pt x="348" y="780"/>
                  </a:lnTo>
                  <a:lnTo>
                    <a:pt x="348" y="390"/>
                  </a:lnTo>
                  <a:cubicBezTo>
                    <a:pt x="348" y="324"/>
                    <a:pt x="369" y="170"/>
                    <a:pt x="568" y="170"/>
                  </a:cubicBezTo>
                  <a:cubicBezTo>
                    <a:pt x="593" y="170"/>
                    <a:pt x="618" y="178"/>
                    <a:pt x="643" y="183"/>
                  </a:cubicBezTo>
                  <a:lnTo>
                    <a:pt x="676" y="191"/>
                  </a:lnTo>
                  <a:lnTo>
                    <a:pt x="676" y="17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85" name="Freeform 15">
              <a:extLst>
                <a:ext uri="{FF2B5EF4-FFF2-40B4-BE49-F238E27FC236}">
                  <a16:creationId xmlns:a16="http://schemas.microsoft.com/office/drawing/2014/main" id="{78D87D0B-F45C-400C-B730-924F0D44E1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275" y="4200525"/>
              <a:ext cx="266700" cy="287338"/>
            </a:xfrm>
            <a:custGeom>
              <a:avLst/>
              <a:gdLst>
                <a:gd name="T0" fmla="*/ 738 w 743"/>
                <a:gd name="T1" fmla="*/ 315 h 797"/>
                <a:gd name="T2" fmla="*/ 390 w 743"/>
                <a:gd name="T3" fmla="*/ 0 h 797"/>
                <a:gd name="T4" fmla="*/ 0 w 743"/>
                <a:gd name="T5" fmla="*/ 373 h 797"/>
                <a:gd name="T6" fmla="*/ 456 w 743"/>
                <a:gd name="T7" fmla="*/ 796 h 797"/>
                <a:gd name="T8" fmla="*/ 713 w 743"/>
                <a:gd name="T9" fmla="*/ 755 h 797"/>
                <a:gd name="T10" fmla="*/ 726 w 743"/>
                <a:gd name="T11" fmla="*/ 751 h 797"/>
                <a:gd name="T12" fmla="*/ 726 w 743"/>
                <a:gd name="T13" fmla="*/ 651 h 797"/>
                <a:gd name="T14" fmla="*/ 705 w 743"/>
                <a:gd name="T15" fmla="*/ 660 h 797"/>
                <a:gd name="T16" fmla="*/ 543 w 743"/>
                <a:gd name="T17" fmla="*/ 684 h 797"/>
                <a:gd name="T18" fmla="*/ 232 w 743"/>
                <a:gd name="T19" fmla="*/ 332 h 797"/>
                <a:gd name="T20" fmla="*/ 742 w 743"/>
                <a:gd name="T21" fmla="*/ 332 h 797"/>
                <a:gd name="T22" fmla="*/ 742 w 743"/>
                <a:gd name="T23" fmla="*/ 315 h 797"/>
                <a:gd name="T24" fmla="*/ 738 w 743"/>
                <a:gd name="T25" fmla="*/ 315 h 797"/>
                <a:gd name="T26" fmla="*/ 386 w 743"/>
                <a:gd name="T27" fmla="*/ 83 h 797"/>
                <a:gd name="T28" fmla="*/ 531 w 743"/>
                <a:gd name="T29" fmla="*/ 236 h 797"/>
                <a:gd name="T30" fmla="*/ 228 w 743"/>
                <a:gd name="T31" fmla="*/ 236 h 797"/>
                <a:gd name="T32" fmla="*/ 386 w 743"/>
                <a:gd name="T33" fmla="*/ 83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43" h="797">
                  <a:moveTo>
                    <a:pt x="738" y="315"/>
                  </a:moveTo>
                  <a:cubicBezTo>
                    <a:pt x="738" y="104"/>
                    <a:pt x="622" y="0"/>
                    <a:pt x="390" y="0"/>
                  </a:cubicBezTo>
                  <a:cubicBezTo>
                    <a:pt x="128" y="0"/>
                    <a:pt x="0" y="124"/>
                    <a:pt x="0" y="373"/>
                  </a:cubicBezTo>
                  <a:cubicBezTo>
                    <a:pt x="0" y="639"/>
                    <a:pt x="170" y="796"/>
                    <a:pt x="456" y="796"/>
                  </a:cubicBezTo>
                  <a:cubicBezTo>
                    <a:pt x="581" y="796"/>
                    <a:pt x="676" y="763"/>
                    <a:pt x="713" y="755"/>
                  </a:cubicBezTo>
                  <a:lnTo>
                    <a:pt x="726" y="751"/>
                  </a:lnTo>
                  <a:lnTo>
                    <a:pt x="726" y="651"/>
                  </a:lnTo>
                  <a:lnTo>
                    <a:pt x="705" y="660"/>
                  </a:lnTo>
                  <a:cubicBezTo>
                    <a:pt x="672" y="672"/>
                    <a:pt x="610" y="684"/>
                    <a:pt x="543" y="684"/>
                  </a:cubicBezTo>
                  <a:cubicBezTo>
                    <a:pt x="319" y="684"/>
                    <a:pt x="236" y="498"/>
                    <a:pt x="232" y="332"/>
                  </a:cubicBezTo>
                  <a:cubicBezTo>
                    <a:pt x="261" y="332"/>
                    <a:pt x="742" y="332"/>
                    <a:pt x="742" y="332"/>
                  </a:cubicBezTo>
                  <a:lnTo>
                    <a:pt x="742" y="315"/>
                  </a:lnTo>
                  <a:lnTo>
                    <a:pt x="738" y="315"/>
                  </a:lnTo>
                  <a:close/>
                  <a:moveTo>
                    <a:pt x="386" y="83"/>
                  </a:moveTo>
                  <a:cubicBezTo>
                    <a:pt x="498" y="83"/>
                    <a:pt x="527" y="166"/>
                    <a:pt x="531" y="236"/>
                  </a:cubicBezTo>
                  <a:cubicBezTo>
                    <a:pt x="506" y="236"/>
                    <a:pt x="257" y="236"/>
                    <a:pt x="228" y="236"/>
                  </a:cubicBezTo>
                  <a:cubicBezTo>
                    <a:pt x="232" y="183"/>
                    <a:pt x="269" y="83"/>
                    <a:pt x="386" y="8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86" name="Freeform 16">
              <a:extLst>
                <a:ext uri="{FF2B5EF4-FFF2-40B4-BE49-F238E27FC236}">
                  <a16:creationId xmlns:a16="http://schemas.microsoft.com/office/drawing/2014/main" id="{5DA571E1-6F5E-44FD-AA33-AA30112046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0175" y="4071938"/>
              <a:ext cx="314325" cy="409575"/>
            </a:xfrm>
            <a:custGeom>
              <a:avLst/>
              <a:gdLst>
                <a:gd name="T0" fmla="*/ 634 w 872"/>
                <a:gd name="T1" fmla="*/ 357 h 1138"/>
                <a:gd name="T2" fmla="*/ 348 w 872"/>
                <a:gd name="T3" fmla="*/ 523 h 1138"/>
                <a:gd name="T4" fmla="*/ 348 w 872"/>
                <a:gd name="T5" fmla="*/ 0 h 1138"/>
                <a:gd name="T6" fmla="*/ 332 w 872"/>
                <a:gd name="T7" fmla="*/ 4 h 1138"/>
                <a:gd name="T8" fmla="*/ 0 w 872"/>
                <a:gd name="T9" fmla="*/ 46 h 1138"/>
                <a:gd name="T10" fmla="*/ 0 w 872"/>
                <a:gd name="T11" fmla="*/ 104 h 1138"/>
                <a:gd name="T12" fmla="*/ 16 w 872"/>
                <a:gd name="T13" fmla="*/ 104 h 1138"/>
                <a:gd name="T14" fmla="*/ 141 w 872"/>
                <a:gd name="T15" fmla="*/ 233 h 1138"/>
                <a:gd name="T16" fmla="*/ 141 w 872"/>
                <a:gd name="T17" fmla="*/ 1137 h 1138"/>
                <a:gd name="T18" fmla="*/ 348 w 872"/>
                <a:gd name="T19" fmla="*/ 1137 h 1138"/>
                <a:gd name="T20" fmla="*/ 348 w 872"/>
                <a:gd name="T21" fmla="*/ 747 h 1138"/>
                <a:gd name="T22" fmla="*/ 547 w 872"/>
                <a:gd name="T23" fmla="*/ 494 h 1138"/>
                <a:gd name="T24" fmla="*/ 663 w 872"/>
                <a:gd name="T25" fmla="*/ 660 h 1138"/>
                <a:gd name="T26" fmla="*/ 663 w 872"/>
                <a:gd name="T27" fmla="*/ 1137 h 1138"/>
                <a:gd name="T28" fmla="*/ 871 w 872"/>
                <a:gd name="T29" fmla="*/ 1137 h 1138"/>
                <a:gd name="T30" fmla="*/ 871 w 872"/>
                <a:gd name="T31" fmla="*/ 635 h 1138"/>
                <a:gd name="T32" fmla="*/ 634 w 872"/>
                <a:gd name="T33" fmla="*/ 357 h 1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2" h="1138">
                  <a:moveTo>
                    <a:pt x="634" y="357"/>
                  </a:moveTo>
                  <a:cubicBezTo>
                    <a:pt x="481" y="357"/>
                    <a:pt x="394" y="452"/>
                    <a:pt x="348" y="523"/>
                  </a:cubicBezTo>
                  <a:cubicBezTo>
                    <a:pt x="348" y="440"/>
                    <a:pt x="348" y="0"/>
                    <a:pt x="348" y="0"/>
                  </a:cubicBezTo>
                  <a:lnTo>
                    <a:pt x="332" y="4"/>
                  </a:lnTo>
                  <a:lnTo>
                    <a:pt x="0" y="46"/>
                  </a:lnTo>
                  <a:lnTo>
                    <a:pt x="0" y="104"/>
                  </a:lnTo>
                  <a:lnTo>
                    <a:pt x="16" y="104"/>
                  </a:lnTo>
                  <a:cubicBezTo>
                    <a:pt x="120" y="108"/>
                    <a:pt x="141" y="133"/>
                    <a:pt x="141" y="233"/>
                  </a:cubicBezTo>
                  <a:lnTo>
                    <a:pt x="141" y="1137"/>
                  </a:lnTo>
                  <a:lnTo>
                    <a:pt x="348" y="1137"/>
                  </a:lnTo>
                  <a:lnTo>
                    <a:pt x="348" y="747"/>
                  </a:lnTo>
                  <a:cubicBezTo>
                    <a:pt x="348" y="606"/>
                    <a:pt x="456" y="494"/>
                    <a:pt x="547" y="494"/>
                  </a:cubicBezTo>
                  <a:cubicBezTo>
                    <a:pt x="663" y="494"/>
                    <a:pt x="663" y="581"/>
                    <a:pt x="663" y="660"/>
                  </a:cubicBezTo>
                  <a:lnTo>
                    <a:pt x="663" y="1137"/>
                  </a:lnTo>
                  <a:lnTo>
                    <a:pt x="871" y="1137"/>
                  </a:lnTo>
                  <a:lnTo>
                    <a:pt x="871" y="635"/>
                  </a:lnTo>
                  <a:cubicBezTo>
                    <a:pt x="871" y="552"/>
                    <a:pt x="871" y="357"/>
                    <a:pt x="634" y="357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87" name="Freeform 17">
              <a:extLst>
                <a:ext uri="{FF2B5EF4-FFF2-40B4-BE49-F238E27FC236}">
                  <a16:creationId xmlns:a16="http://schemas.microsoft.com/office/drawing/2014/main" id="{8A783239-18B5-4286-9249-829D8BF831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4350" y="4200525"/>
              <a:ext cx="266700" cy="287338"/>
            </a:xfrm>
            <a:custGeom>
              <a:avLst/>
              <a:gdLst>
                <a:gd name="T0" fmla="*/ 742 w 743"/>
                <a:gd name="T1" fmla="*/ 315 h 797"/>
                <a:gd name="T2" fmla="*/ 394 w 743"/>
                <a:gd name="T3" fmla="*/ 0 h 797"/>
                <a:gd name="T4" fmla="*/ 0 w 743"/>
                <a:gd name="T5" fmla="*/ 373 h 797"/>
                <a:gd name="T6" fmla="*/ 456 w 743"/>
                <a:gd name="T7" fmla="*/ 796 h 797"/>
                <a:gd name="T8" fmla="*/ 713 w 743"/>
                <a:gd name="T9" fmla="*/ 755 h 797"/>
                <a:gd name="T10" fmla="*/ 726 w 743"/>
                <a:gd name="T11" fmla="*/ 751 h 797"/>
                <a:gd name="T12" fmla="*/ 726 w 743"/>
                <a:gd name="T13" fmla="*/ 651 h 797"/>
                <a:gd name="T14" fmla="*/ 705 w 743"/>
                <a:gd name="T15" fmla="*/ 660 h 797"/>
                <a:gd name="T16" fmla="*/ 543 w 743"/>
                <a:gd name="T17" fmla="*/ 684 h 797"/>
                <a:gd name="T18" fmla="*/ 232 w 743"/>
                <a:gd name="T19" fmla="*/ 332 h 797"/>
                <a:gd name="T20" fmla="*/ 742 w 743"/>
                <a:gd name="T21" fmla="*/ 332 h 797"/>
                <a:gd name="T22" fmla="*/ 742 w 743"/>
                <a:gd name="T23" fmla="*/ 315 h 797"/>
                <a:gd name="T24" fmla="*/ 386 w 743"/>
                <a:gd name="T25" fmla="*/ 83 h 797"/>
                <a:gd name="T26" fmla="*/ 531 w 743"/>
                <a:gd name="T27" fmla="*/ 236 h 797"/>
                <a:gd name="T28" fmla="*/ 228 w 743"/>
                <a:gd name="T29" fmla="*/ 236 h 797"/>
                <a:gd name="T30" fmla="*/ 386 w 743"/>
                <a:gd name="T31" fmla="*/ 83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43" h="797">
                  <a:moveTo>
                    <a:pt x="742" y="315"/>
                  </a:moveTo>
                  <a:cubicBezTo>
                    <a:pt x="742" y="104"/>
                    <a:pt x="626" y="0"/>
                    <a:pt x="394" y="0"/>
                  </a:cubicBezTo>
                  <a:cubicBezTo>
                    <a:pt x="133" y="0"/>
                    <a:pt x="0" y="124"/>
                    <a:pt x="0" y="373"/>
                  </a:cubicBezTo>
                  <a:cubicBezTo>
                    <a:pt x="0" y="639"/>
                    <a:pt x="170" y="796"/>
                    <a:pt x="456" y="796"/>
                  </a:cubicBezTo>
                  <a:cubicBezTo>
                    <a:pt x="581" y="796"/>
                    <a:pt x="676" y="763"/>
                    <a:pt x="713" y="755"/>
                  </a:cubicBezTo>
                  <a:lnTo>
                    <a:pt x="726" y="751"/>
                  </a:lnTo>
                  <a:lnTo>
                    <a:pt x="726" y="651"/>
                  </a:lnTo>
                  <a:lnTo>
                    <a:pt x="705" y="660"/>
                  </a:lnTo>
                  <a:cubicBezTo>
                    <a:pt x="672" y="672"/>
                    <a:pt x="610" y="684"/>
                    <a:pt x="543" y="684"/>
                  </a:cubicBezTo>
                  <a:cubicBezTo>
                    <a:pt x="319" y="684"/>
                    <a:pt x="236" y="498"/>
                    <a:pt x="232" y="332"/>
                  </a:cubicBezTo>
                  <a:cubicBezTo>
                    <a:pt x="261" y="332"/>
                    <a:pt x="742" y="332"/>
                    <a:pt x="742" y="332"/>
                  </a:cubicBezTo>
                  <a:lnTo>
                    <a:pt x="742" y="315"/>
                  </a:lnTo>
                  <a:close/>
                  <a:moveTo>
                    <a:pt x="386" y="83"/>
                  </a:moveTo>
                  <a:cubicBezTo>
                    <a:pt x="498" y="83"/>
                    <a:pt x="527" y="166"/>
                    <a:pt x="531" y="236"/>
                  </a:cubicBezTo>
                  <a:cubicBezTo>
                    <a:pt x="506" y="236"/>
                    <a:pt x="257" y="236"/>
                    <a:pt x="228" y="236"/>
                  </a:cubicBezTo>
                  <a:cubicBezTo>
                    <a:pt x="236" y="183"/>
                    <a:pt x="270" y="83"/>
                    <a:pt x="386" y="8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88" name="Freeform 18">
              <a:extLst>
                <a:ext uri="{FF2B5EF4-FFF2-40B4-BE49-F238E27FC236}">
                  <a16:creationId xmlns:a16="http://schemas.microsoft.com/office/drawing/2014/main" id="{779A855E-5C63-4836-927D-4F009B9957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4113" y="4121150"/>
              <a:ext cx="212725" cy="366713"/>
            </a:xfrm>
            <a:custGeom>
              <a:avLst/>
              <a:gdLst>
                <a:gd name="T0" fmla="*/ 141 w 589"/>
                <a:gd name="T1" fmla="*/ 237 h 1017"/>
                <a:gd name="T2" fmla="*/ 0 w 589"/>
                <a:gd name="T3" fmla="*/ 237 h 1017"/>
                <a:gd name="T4" fmla="*/ 0 w 589"/>
                <a:gd name="T5" fmla="*/ 328 h 1017"/>
                <a:gd name="T6" fmla="*/ 141 w 589"/>
                <a:gd name="T7" fmla="*/ 328 h 1017"/>
                <a:gd name="T8" fmla="*/ 141 w 589"/>
                <a:gd name="T9" fmla="*/ 797 h 1017"/>
                <a:gd name="T10" fmla="*/ 427 w 589"/>
                <a:gd name="T11" fmla="*/ 1016 h 1017"/>
                <a:gd name="T12" fmla="*/ 551 w 589"/>
                <a:gd name="T13" fmla="*/ 1004 h 1017"/>
                <a:gd name="T14" fmla="*/ 564 w 589"/>
                <a:gd name="T15" fmla="*/ 1004 h 1017"/>
                <a:gd name="T16" fmla="*/ 564 w 589"/>
                <a:gd name="T17" fmla="*/ 909 h 1017"/>
                <a:gd name="T18" fmla="*/ 547 w 589"/>
                <a:gd name="T19" fmla="*/ 913 h 1017"/>
                <a:gd name="T20" fmla="*/ 485 w 589"/>
                <a:gd name="T21" fmla="*/ 917 h 1017"/>
                <a:gd name="T22" fmla="*/ 352 w 589"/>
                <a:gd name="T23" fmla="*/ 772 h 1017"/>
                <a:gd name="T24" fmla="*/ 352 w 589"/>
                <a:gd name="T25" fmla="*/ 328 h 1017"/>
                <a:gd name="T26" fmla="*/ 588 w 589"/>
                <a:gd name="T27" fmla="*/ 328 h 1017"/>
                <a:gd name="T28" fmla="*/ 588 w 589"/>
                <a:gd name="T29" fmla="*/ 237 h 1017"/>
                <a:gd name="T30" fmla="*/ 352 w 589"/>
                <a:gd name="T31" fmla="*/ 237 h 1017"/>
                <a:gd name="T32" fmla="*/ 352 w 589"/>
                <a:gd name="T33" fmla="*/ 0 h 1017"/>
                <a:gd name="T34" fmla="*/ 141 w 589"/>
                <a:gd name="T35" fmla="*/ 0 h 1017"/>
                <a:gd name="T36" fmla="*/ 141 w 589"/>
                <a:gd name="T37" fmla="*/ 237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89" h="1017">
                  <a:moveTo>
                    <a:pt x="141" y="237"/>
                  </a:moveTo>
                  <a:lnTo>
                    <a:pt x="0" y="237"/>
                  </a:lnTo>
                  <a:lnTo>
                    <a:pt x="0" y="328"/>
                  </a:lnTo>
                  <a:lnTo>
                    <a:pt x="141" y="328"/>
                  </a:lnTo>
                  <a:lnTo>
                    <a:pt x="141" y="797"/>
                  </a:lnTo>
                  <a:cubicBezTo>
                    <a:pt x="141" y="1000"/>
                    <a:pt x="270" y="1016"/>
                    <a:pt x="427" y="1016"/>
                  </a:cubicBezTo>
                  <a:cubicBezTo>
                    <a:pt x="464" y="1016"/>
                    <a:pt x="505" y="1012"/>
                    <a:pt x="551" y="1004"/>
                  </a:cubicBezTo>
                  <a:lnTo>
                    <a:pt x="564" y="1004"/>
                  </a:lnTo>
                  <a:lnTo>
                    <a:pt x="564" y="909"/>
                  </a:lnTo>
                  <a:lnTo>
                    <a:pt x="547" y="913"/>
                  </a:lnTo>
                  <a:cubicBezTo>
                    <a:pt x="530" y="917"/>
                    <a:pt x="510" y="917"/>
                    <a:pt x="485" y="917"/>
                  </a:cubicBezTo>
                  <a:cubicBezTo>
                    <a:pt x="360" y="917"/>
                    <a:pt x="352" y="880"/>
                    <a:pt x="352" y="772"/>
                  </a:cubicBezTo>
                  <a:lnTo>
                    <a:pt x="352" y="328"/>
                  </a:lnTo>
                  <a:lnTo>
                    <a:pt x="588" y="328"/>
                  </a:lnTo>
                  <a:lnTo>
                    <a:pt x="588" y="237"/>
                  </a:lnTo>
                  <a:lnTo>
                    <a:pt x="352" y="237"/>
                  </a:lnTo>
                  <a:lnTo>
                    <a:pt x="352" y="0"/>
                  </a:lnTo>
                  <a:lnTo>
                    <a:pt x="141" y="0"/>
                  </a:lnTo>
                  <a:lnTo>
                    <a:pt x="141" y="237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89" name="Freeform 19">
              <a:extLst>
                <a:ext uri="{FF2B5EF4-FFF2-40B4-BE49-F238E27FC236}">
                  <a16:creationId xmlns:a16="http://schemas.microsoft.com/office/drawing/2014/main" id="{AC178BB8-2394-495B-8CE7-0EF10E807E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49963" y="4087813"/>
              <a:ext cx="450850" cy="395287"/>
            </a:xfrm>
            <a:custGeom>
              <a:avLst/>
              <a:gdLst>
                <a:gd name="T0" fmla="*/ 1245 w 1254"/>
                <a:gd name="T1" fmla="*/ 0 h 1096"/>
                <a:gd name="T2" fmla="*/ 1033 w 1254"/>
                <a:gd name="T3" fmla="*/ 0 h 1096"/>
                <a:gd name="T4" fmla="*/ 1033 w 1254"/>
                <a:gd name="T5" fmla="*/ 829 h 1096"/>
                <a:gd name="T6" fmla="*/ 485 w 1254"/>
                <a:gd name="T7" fmla="*/ 0 h 1096"/>
                <a:gd name="T8" fmla="*/ 0 w 1254"/>
                <a:gd name="T9" fmla="*/ 0 h 1096"/>
                <a:gd name="T10" fmla="*/ 0 w 1254"/>
                <a:gd name="T11" fmla="*/ 62 h 1096"/>
                <a:gd name="T12" fmla="*/ 42 w 1254"/>
                <a:gd name="T13" fmla="*/ 70 h 1096"/>
                <a:gd name="T14" fmla="*/ 178 w 1254"/>
                <a:gd name="T15" fmla="*/ 220 h 1096"/>
                <a:gd name="T16" fmla="*/ 178 w 1254"/>
                <a:gd name="T17" fmla="*/ 1095 h 1096"/>
                <a:gd name="T18" fmla="*/ 403 w 1254"/>
                <a:gd name="T19" fmla="*/ 1095 h 1096"/>
                <a:gd name="T20" fmla="*/ 403 w 1254"/>
                <a:gd name="T21" fmla="*/ 228 h 1096"/>
                <a:gd name="T22" fmla="*/ 975 w 1254"/>
                <a:gd name="T23" fmla="*/ 1095 h 1096"/>
                <a:gd name="T24" fmla="*/ 1253 w 1254"/>
                <a:gd name="T25" fmla="*/ 1095 h 1096"/>
                <a:gd name="T26" fmla="*/ 1253 w 1254"/>
                <a:gd name="T27" fmla="*/ 0 h 1096"/>
                <a:gd name="T28" fmla="*/ 1245 w 1254"/>
                <a:gd name="T29" fmla="*/ 0 h 10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54" h="1096">
                  <a:moveTo>
                    <a:pt x="1245" y="0"/>
                  </a:moveTo>
                  <a:lnTo>
                    <a:pt x="1033" y="0"/>
                  </a:lnTo>
                  <a:cubicBezTo>
                    <a:pt x="1033" y="0"/>
                    <a:pt x="1033" y="751"/>
                    <a:pt x="1033" y="829"/>
                  </a:cubicBezTo>
                  <a:cubicBezTo>
                    <a:pt x="992" y="763"/>
                    <a:pt x="485" y="0"/>
                    <a:pt x="485" y="0"/>
                  </a:cubicBezTo>
                  <a:lnTo>
                    <a:pt x="0" y="0"/>
                  </a:lnTo>
                  <a:lnTo>
                    <a:pt x="0" y="62"/>
                  </a:lnTo>
                  <a:lnTo>
                    <a:pt x="42" y="70"/>
                  </a:lnTo>
                  <a:cubicBezTo>
                    <a:pt x="170" y="91"/>
                    <a:pt x="178" y="95"/>
                    <a:pt x="178" y="220"/>
                  </a:cubicBezTo>
                  <a:lnTo>
                    <a:pt x="178" y="1095"/>
                  </a:lnTo>
                  <a:lnTo>
                    <a:pt x="403" y="1095"/>
                  </a:lnTo>
                  <a:cubicBezTo>
                    <a:pt x="403" y="1095"/>
                    <a:pt x="403" y="307"/>
                    <a:pt x="403" y="228"/>
                  </a:cubicBezTo>
                  <a:cubicBezTo>
                    <a:pt x="448" y="294"/>
                    <a:pt x="975" y="1095"/>
                    <a:pt x="975" y="1095"/>
                  </a:cubicBezTo>
                  <a:lnTo>
                    <a:pt x="1253" y="1095"/>
                  </a:lnTo>
                  <a:lnTo>
                    <a:pt x="1253" y="0"/>
                  </a:lnTo>
                  <a:lnTo>
                    <a:pt x="124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90" name="Freeform 20">
              <a:extLst>
                <a:ext uri="{FF2B5EF4-FFF2-40B4-BE49-F238E27FC236}">
                  <a16:creationId xmlns:a16="http://schemas.microsoft.com/office/drawing/2014/main" id="{BAE0FA7D-59D2-45BA-B10E-18134EFB9C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73838" y="4200525"/>
              <a:ext cx="266700" cy="287338"/>
            </a:xfrm>
            <a:custGeom>
              <a:avLst/>
              <a:gdLst>
                <a:gd name="T0" fmla="*/ 390 w 740"/>
                <a:gd name="T1" fmla="*/ 0 h 797"/>
                <a:gd name="T2" fmla="*/ 0 w 740"/>
                <a:gd name="T3" fmla="*/ 373 h 797"/>
                <a:gd name="T4" fmla="*/ 456 w 740"/>
                <a:gd name="T5" fmla="*/ 796 h 797"/>
                <a:gd name="T6" fmla="*/ 714 w 740"/>
                <a:gd name="T7" fmla="*/ 755 h 797"/>
                <a:gd name="T8" fmla="*/ 726 w 740"/>
                <a:gd name="T9" fmla="*/ 751 h 797"/>
                <a:gd name="T10" fmla="*/ 726 w 740"/>
                <a:gd name="T11" fmla="*/ 651 h 797"/>
                <a:gd name="T12" fmla="*/ 705 w 740"/>
                <a:gd name="T13" fmla="*/ 660 h 797"/>
                <a:gd name="T14" fmla="*/ 539 w 740"/>
                <a:gd name="T15" fmla="*/ 684 h 797"/>
                <a:gd name="T16" fmla="*/ 228 w 740"/>
                <a:gd name="T17" fmla="*/ 332 h 797"/>
                <a:gd name="T18" fmla="*/ 739 w 740"/>
                <a:gd name="T19" fmla="*/ 332 h 797"/>
                <a:gd name="T20" fmla="*/ 739 w 740"/>
                <a:gd name="T21" fmla="*/ 315 h 797"/>
                <a:gd name="T22" fmla="*/ 390 w 740"/>
                <a:gd name="T23" fmla="*/ 0 h 797"/>
                <a:gd name="T24" fmla="*/ 386 w 740"/>
                <a:gd name="T25" fmla="*/ 83 h 797"/>
                <a:gd name="T26" fmla="*/ 531 w 740"/>
                <a:gd name="T27" fmla="*/ 236 h 797"/>
                <a:gd name="T28" fmla="*/ 228 w 740"/>
                <a:gd name="T29" fmla="*/ 236 h 797"/>
                <a:gd name="T30" fmla="*/ 386 w 740"/>
                <a:gd name="T31" fmla="*/ 83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40" h="797">
                  <a:moveTo>
                    <a:pt x="390" y="0"/>
                  </a:moveTo>
                  <a:cubicBezTo>
                    <a:pt x="129" y="0"/>
                    <a:pt x="0" y="124"/>
                    <a:pt x="0" y="373"/>
                  </a:cubicBezTo>
                  <a:cubicBezTo>
                    <a:pt x="0" y="639"/>
                    <a:pt x="170" y="796"/>
                    <a:pt x="456" y="796"/>
                  </a:cubicBezTo>
                  <a:cubicBezTo>
                    <a:pt x="581" y="796"/>
                    <a:pt x="676" y="767"/>
                    <a:pt x="714" y="755"/>
                  </a:cubicBezTo>
                  <a:lnTo>
                    <a:pt x="726" y="751"/>
                  </a:lnTo>
                  <a:lnTo>
                    <a:pt x="726" y="651"/>
                  </a:lnTo>
                  <a:lnTo>
                    <a:pt x="705" y="660"/>
                  </a:lnTo>
                  <a:cubicBezTo>
                    <a:pt x="672" y="672"/>
                    <a:pt x="610" y="684"/>
                    <a:pt x="539" y="684"/>
                  </a:cubicBezTo>
                  <a:cubicBezTo>
                    <a:pt x="315" y="684"/>
                    <a:pt x="232" y="498"/>
                    <a:pt x="228" y="332"/>
                  </a:cubicBezTo>
                  <a:lnTo>
                    <a:pt x="739" y="332"/>
                  </a:lnTo>
                  <a:lnTo>
                    <a:pt x="739" y="315"/>
                  </a:lnTo>
                  <a:cubicBezTo>
                    <a:pt x="739" y="104"/>
                    <a:pt x="622" y="0"/>
                    <a:pt x="390" y="0"/>
                  </a:cubicBezTo>
                  <a:close/>
                  <a:moveTo>
                    <a:pt x="386" y="83"/>
                  </a:moveTo>
                  <a:cubicBezTo>
                    <a:pt x="498" y="83"/>
                    <a:pt x="527" y="162"/>
                    <a:pt x="531" y="236"/>
                  </a:cubicBezTo>
                  <a:lnTo>
                    <a:pt x="228" y="236"/>
                  </a:lnTo>
                  <a:cubicBezTo>
                    <a:pt x="232" y="187"/>
                    <a:pt x="270" y="83"/>
                    <a:pt x="386" y="8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94" name="Freeform 21">
              <a:extLst>
                <a:ext uri="{FF2B5EF4-FFF2-40B4-BE49-F238E27FC236}">
                  <a16:creationId xmlns:a16="http://schemas.microsoft.com/office/drawing/2014/main" id="{046260FB-FF8D-4FC7-BCB2-4E9C22CBDE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4075" y="4121150"/>
              <a:ext cx="212725" cy="366713"/>
            </a:xfrm>
            <a:custGeom>
              <a:avLst/>
              <a:gdLst>
                <a:gd name="T0" fmla="*/ 141 w 590"/>
                <a:gd name="T1" fmla="*/ 237 h 1017"/>
                <a:gd name="T2" fmla="*/ 0 w 590"/>
                <a:gd name="T3" fmla="*/ 237 h 1017"/>
                <a:gd name="T4" fmla="*/ 0 w 590"/>
                <a:gd name="T5" fmla="*/ 328 h 1017"/>
                <a:gd name="T6" fmla="*/ 141 w 590"/>
                <a:gd name="T7" fmla="*/ 328 h 1017"/>
                <a:gd name="T8" fmla="*/ 141 w 590"/>
                <a:gd name="T9" fmla="*/ 797 h 1017"/>
                <a:gd name="T10" fmla="*/ 427 w 590"/>
                <a:gd name="T11" fmla="*/ 1016 h 1017"/>
                <a:gd name="T12" fmla="*/ 551 w 590"/>
                <a:gd name="T13" fmla="*/ 1004 h 1017"/>
                <a:gd name="T14" fmla="*/ 564 w 590"/>
                <a:gd name="T15" fmla="*/ 1004 h 1017"/>
                <a:gd name="T16" fmla="*/ 564 w 590"/>
                <a:gd name="T17" fmla="*/ 909 h 1017"/>
                <a:gd name="T18" fmla="*/ 547 w 590"/>
                <a:gd name="T19" fmla="*/ 913 h 1017"/>
                <a:gd name="T20" fmla="*/ 485 w 590"/>
                <a:gd name="T21" fmla="*/ 917 h 1017"/>
                <a:gd name="T22" fmla="*/ 352 w 590"/>
                <a:gd name="T23" fmla="*/ 772 h 1017"/>
                <a:gd name="T24" fmla="*/ 352 w 590"/>
                <a:gd name="T25" fmla="*/ 328 h 1017"/>
                <a:gd name="T26" fmla="*/ 589 w 590"/>
                <a:gd name="T27" fmla="*/ 328 h 1017"/>
                <a:gd name="T28" fmla="*/ 589 w 590"/>
                <a:gd name="T29" fmla="*/ 237 h 1017"/>
                <a:gd name="T30" fmla="*/ 352 w 590"/>
                <a:gd name="T31" fmla="*/ 237 h 1017"/>
                <a:gd name="T32" fmla="*/ 352 w 590"/>
                <a:gd name="T33" fmla="*/ 0 h 1017"/>
                <a:gd name="T34" fmla="*/ 141 w 590"/>
                <a:gd name="T35" fmla="*/ 0 h 1017"/>
                <a:gd name="T36" fmla="*/ 141 w 590"/>
                <a:gd name="T37" fmla="*/ 237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0" h="1017">
                  <a:moveTo>
                    <a:pt x="141" y="237"/>
                  </a:moveTo>
                  <a:lnTo>
                    <a:pt x="0" y="237"/>
                  </a:lnTo>
                  <a:lnTo>
                    <a:pt x="0" y="328"/>
                  </a:lnTo>
                  <a:lnTo>
                    <a:pt x="141" y="328"/>
                  </a:lnTo>
                  <a:lnTo>
                    <a:pt x="141" y="797"/>
                  </a:lnTo>
                  <a:cubicBezTo>
                    <a:pt x="141" y="1000"/>
                    <a:pt x="269" y="1016"/>
                    <a:pt x="427" y="1016"/>
                  </a:cubicBezTo>
                  <a:cubicBezTo>
                    <a:pt x="464" y="1016"/>
                    <a:pt x="506" y="1012"/>
                    <a:pt x="551" y="1004"/>
                  </a:cubicBezTo>
                  <a:lnTo>
                    <a:pt x="564" y="1004"/>
                  </a:lnTo>
                  <a:lnTo>
                    <a:pt x="564" y="909"/>
                  </a:lnTo>
                  <a:lnTo>
                    <a:pt x="547" y="913"/>
                  </a:lnTo>
                  <a:cubicBezTo>
                    <a:pt x="531" y="917"/>
                    <a:pt x="510" y="917"/>
                    <a:pt x="485" y="917"/>
                  </a:cubicBezTo>
                  <a:cubicBezTo>
                    <a:pt x="361" y="917"/>
                    <a:pt x="352" y="880"/>
                    <a:pt x="352" y="772"/>
                  </a:cubicBezTo>
                  <a:lnTo>
                    <a:pt x="352" y="328"/>
                  </a:lnTo>
                  <a:lnTo>
                    <a:pt x="589" y="328"/>
                  </a:lnTo>
                  <a:lnTo>
                    <a:pt x="589" y="237"/>
                  </a:lnTo>
                  <a:lnTo>
                    <a:pt x="352" y="237"/>
                  </a:lnTo>
                  <a:lnTo>
                    <a:pt x="352" y="0"/>
                  </a:lnTo>
                  <a:lnTo>
                    <a:pt x="141" y="0"/>
                  </a:lnTo>
                  <a:lnTo>
                    <a:pt x="141" y="237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95" name="Freeform 22">
              <a:extLst>
                <a:ext uri="{FF2B5EF4-FFF2-40B4-BE49-F238E27FC236}">
                  <a16:creationId xmlns:a16="http://schemas.microsoft.com/office/drawing/2014/main" id="{4B01A9DB-8ABF-44F7-9CA3-DFB04D7DC9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0063" y="4206875"/>
              <a:ext cx="331787" cy="274638"/>
            </a:xfrm>
            <a:custGeom>
              <a:avLst/>
              <a:gdLst>
                <a:gd name="T0" fmla="*/ 705 w 921"/>
                <a:gd name="T1" fmla="*/ 248 h 764"/>
                <a:gd name="T2" fmla="*/ 920 w 921"/>
                <a:gd name="T3" fmla="*/ 0 h 764"/>
                <a:gd name="T4" fmla="*/ 701 w 921"/>
                <a:gd name="T5" fmla="*/ 0 h 764"/>
                <a:gd name="T6" fmla="*/ 497 w 921"/>
                <a:gd name="T7" fmla="*/ 236 h 764"/>
                <a:gd name="T8" fmla="*/ 319 w 921"/>
                <a:gd name="T9" fmla="*/ 0 h 764"/>
                <a:gd name="T10" fmla="*/ 0 w 921"/>
                <a:gd name="T11" fmla="*/ 0 h 764"/>
                <a:gd name="T12" fmla="*/ 0 w 921"/>
                <a:gd name="T13" fmla="*/ 62 h 764"/>
                <a:gd name="T14" fmla="*/ 12 w 921"/>
                <a:gd name="T15" fmla="*/ 62 h 764"/>
                <a:gd name="T16" fmla="*/ 211 w 921"/>
                <a:gd name="T17" fmla="*/ 178 h 764"/>
                <a:gd name="T18" fmla="*/ 344 w 921"/>
                <a:gd name="T19" fmla="*/ 352 h 764"/>
                <a:gd name="T20" fmla="*/ 128 w 921"/>
                <a:gd name="T21" fmla="*/ 601 h 764"/>
                <a:gd name="T22" fmla="*/ 348 w 921"/>
                <a:gd name="T23" fmla="*/ 601 h 764"/>
                <a:gd name="T24" fmla="*/ 443 w 921"/>
                <a:gd name="T25" fmla="*/ 489 h 764"/>
                <a:gd name="T26" fmla="*/ 651 w 921"/>
                <a:gd name="T27" fmla="*/ 763 h 764"/>
                <a:gd name="T28" fmla="*/ 900 w 921"/>
                <a:gd name="T29" fmla="*/ 763 h 764"/>
                <a:gd name="T30" fmla="*/ 506 w 921"/>
                <a:gd name="T31" fmla="*/ 248 h 764"/>
                <a:gd name="T32" fmla="*/ 705 w 921"/>
                <a:gd name="T33" fmla="*/ 248 h 7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21" h="764">
                  <a:moveTo>
                    <a:pt x="705" y="248"/>
                  </a:moveTo>
                  <a:lnTo>
                    <a:pt x="920" y="0"/>
                  </a:lnTo>
                  <a:lnTo>
                    <a:pt x="701" y="0"/>
                  </a:lnTo>
                  <a:lnTo>
                    <a:pt x="497" y="236"/>
                  </a:lnTo>
                  <a:lnTo>
                    <a:pt x="319" y="0"/>
                  </a:lnTo>
                  <a:lnTo>
                    <a:pt x="0" y="0"/>
                  </a:lnTo>
                  <a:lnTo>
                    <a:pt x="0" y="62"/>
                  </a:lnTo>
                  <a:lnTo>
                    <a:pt x="12" y="62"/>
                  </a:lnTo>
                  <a:cubicBezTo>
                    <a:pt x="120" y="70"/>
                    <a:pt x="145" y="87"/>
                    <a:pt x="211" y="178"/>
                  </a:cubicBezTo>
                  <a:lnTo>
                    <a:pt x="344" y="352"/>
                  </a:lnTo>
                  <a:lnTo>
                    <a:pt x="128" y="601"/>
                  </a:lnTo>
                  <a:lnTo>
                    <a:pt x="348" y="601"/>
                  </a:lnTo>
                  <a:lnTo>
                    <a:pt x="443" y="489"/>
                  </a:lnTo>
                  <a:lnTo>
                    <a:pt x="651" y="763"/>
                  </a:lnTo>
                  <a:lnTo>
                    <a:pt x="900" y="763"/>
                  </a:lnTo>
                  <a:lnTo>
                    <a:pt x="506" y="248"/>
                  </a:lnTo>
                  <a:lnTo>
                    <a:pt x="705" y="24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96" name="Freeform 23">
              <a:extLst>
                <a:ext uri="{FF2B5EF4-FFF2-40B4-BE49-F238E27FC236}">
                  <a16:creationId xmlns:a16="http://schemas.microsoft.com/office/drawing/2014/main" id="{8A01B638-F96C-40CF-B004-E8C37B4686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5500" y="4010025"/>
              <a:ext cx="176213" cy="111125"/>
            </a:xfrm>
            <a:custGeom>
              <a:avLst/>
              <a:gdLst>
                <a:gd name="T0" fmla="*/ 224 w 490"/>
                <a:gd name="T1" fmla="*/ 307 h 308"/>
                <a:gd name="T2" fmla="*/ 0 w 490"/>
                <a:gd name="T3" fmla="*/ 307 h 308"/>
                <a:gd name="T4" fmla="*/ 269 w 490"/>
                <a:gd name="T5" fmla="*/ 0 h 308"/>
                <a:gd name="T6" fmla="*/ 489 w 490"/>
                <a:gd name="T7" fmla="*/ 0 h 308"/>
                <a:gd name="T8" fmla="*/ 224 w 490"/>
                <a:gd name="T9" fmla="*/ 307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0" h="308">
                  <a:moveTo>
                    <a:pt x="224" y="307"/>
                  </a:moveTo>
                  <a:lnTo>
                    <a:pt x="0" y="307"/>
                  </a:lnTo>
                  <a:lnTo>
                    <a:pt x="269" y="0"/>
                  </a:lnTo>
                  <a:lnTo>
                    <a:pt x="489" y="0"/>
                  </a:lnTo>
                  <a:lnTo>
                    <a:pt x="224" y="307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</p:grpSp>
      <p:sp>
        <p:nvSpPr>
          <p:cNvPr id="97" name="Footer">
            <a:extLst>
              <a:ext uri="{FF2B5EF4-FFF2-40B4-BE49-F238E27FC236}">
                <a16:creationId xmlns:a16="http://schemas.microsoft.com/office/drawing/2014/main" id="{32664E64-A18F-4C37-8BB6-9AA5A21ED741}"/>
              </a:ext>
            </a:extLst>
          </p:cNvPr>
          <p:cNvSpPr txBox="1"/>
          <p:nvPr userDrawn="1"/>
        </p:nvSpPr>
        <p:spPr>
          <a:xfrm>
            <a:off x="6641794" y="4911221"/>
            <a:ext cx="24625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rPr>
              <a:t>© Hitachi Vantara LLC 2021.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110864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86272875-7CFB-E54E-A464-DFC119BD2050}"/>
              </a:ext>
            </a:extLst>
          </p:cNvPr>
          <p:cNvSpPr/>
          <p:nvPr userDrawn="1"/>
        </p:nvSpPr>
        <p:spPr>
          <a:xfrm>
            <a:off x="0" y="0"/>
            <a:ext cx="5943600" cy="5157216"/>
          </a:xfrm>
          <a:prstGeom prst="rect">
            <a:avLst/>
          </a:prstGeom>
          <a:gradFill>
            <a:gsLst>
              <a:gs pos="0">
                <a:schemeClr val="accent2">
                  <a:lumMod val="42000"/>
                </a:schemeClr>
              </a:gs>
              <a:gs pos="93000">
                <a:schemeClr val="accent2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5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1348" y="2803117"/>
            <a:ext cx="4286425" cy="830997"/>
          </a:xfrm>
          <a:prstGeom prst="rect">
            <a:avLst/>
          </a:prstGeom>
          <a:effectLst/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charset="2"/>
              <a:buNone/>
              <a:tabLst/>
              <a:defRPr sz="2400" cap="none" baseline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Subtitle placeholder</a:t>
            </a:r>
          </a:p>
          <a:p>
            <a:r>
              <a:rPr lang="en-US" dirty="0"/>
              <a:t>Subtitle placeholder</a:t>
            </a:r>
          </a:p>
        </p:txBody>
      </p:sp>
      <p:sp>
        <p:nvSpPr>
          <p:cNvPr id="57" name="Title 1"/>
          <p:cNvSpPr>
            <a:spLocks noGrp="1"/>
          </p:cNvSpPr>
          <p:nvPr>
            <p:ph type="ctrTitle" hasCustomPrompt="1"/>
          </p:nvPr>
        </p:nvSpPr>
        <p:spPr>
          <a:xfrm>
            <a:off x="681348" y="725773"/>
            <a:ext cx="5148359" cy="2071294"/>
          </a:xfrm>
          <a:prstGeom prst="rect">
            <a:avLst/>
          </a:prstGeom>
          <a:effectLst/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4400" b="1" cap="none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2 Line Hitachi Title Slide Placeholder </a:t>
            </a:r>
            <a:br>
              <a:rPr lang="en-US" dirty="0"/>
            </a:br>
            <a:r>
              <a:rPr lang="en-US" dirty="0"/>
              <a:t>2 Line Hitachi </a:t>
            </a:r>
          </a:p>
        </p:txBody>
      </p:sp>
      <p:sp>
        <p:nvSpPr>
          <p:cNvPr id="58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681349" y="3905309"/>
            <a:ext cx="3544411" cy="307777"/>
          </a:xfrm>
        </p:spPr>
        <p:txBody>
          <a:bodyPr anchor="t"/>
          <a:lstStyle>
            <a:lvl1pPr marL="0" indent="0">
              <a:spcBef>
                <a:spcPts val="0"/>
              </a:spcBef>
              <a:spcAft>
                <a:spcPts val="300"/>
              </a:spcAft>
              <a:buNone/>
              <a:defRPr sz="1400" b="1" baseline="0">
                <a:solidFill>
                  <a:schemeClr val="bg1"/>
                </a:solidFill>
              </a:defRPr>
            </a:lvl1pPr>
            <a:lvl2pPr marL="280987" indent="0">
              <a:buNone/>
              <a:defRPr/>
            </a:lvl2pPr>
            <a:lvl3pPr marL="574675" indent="0">
              <a:buNone/>
              <a:defRPr/>
            </a:lvl3pPr>
            <a:lvl4pPr marL="855663" indent="0">
              <a:buNone/>
              <a:defRPr/>
            </a:lvl4pPr>
            <a:lvl5pPr marL="1090613" indent="0">
              <a:buNone/>
              <a:defRPr/>
            </a:lvl5pPr>
          </a:lstStyle>
          <a:p>
            <a:pPr lvl="0"/>
            <a:r>
              <a:rPr lang="en-US" dirty="0"/>
              <a:t>Name Here</a:t>
            </a:r>
          </a:p>
        </p:txBody>
      </p:sp>
      <p:sp>
        <p:nvSpPr>
          <p:cNvPr id="7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681349" y="4134651"/>
            <a:ext cx="3544411" cy="461665"/>
          </a:xfrm>
        </p:spPr>
        <p:txBody>
          <a:bodyPr anchor="t"/>
          <a:lstStyle>
            <a:lvl1pPr marL="0" indent="0">
              <a:spcBef>
                <a:spcPts val="0"/>
              </a:spcBef>
              <a:spcAft>
                <a:spcPts val="300"/>
              </a:spcAft>
              <a:buNone/>
              <a:defRPr sz="1200">
                <a:solidFill>
                  <a:schemeClr val="bg1"/>
                </a:solidFill>
              </a:defRPr>
            </a:lvl1pPr>
            <a:lvl2pPr marL="280987" indent="0">
              <a:buNone/>
              <a:defRPr/>
            </a:lvl2pPr>
            <a:lvl3pPr marL="574675" indent="0">
              <a:buNone/>
              <a:defRPr/>
            </a:lvl3pPr>
            <a:lvl4pPr marL="855663" indent="0">
              <a:buNone/>
              <a:defRPr/>
            </a:lvl4pPr>
            <a:lvl5pPr marL="1090613" indent="0">
              <a:buNone/>
              <a:defRPr/>
            </a:lvl5pPr>
          </a:lstStyle>
          <a:p>
            <a:pPr lvl="0"/>
            <a:r>
              <a:rPr lang="en-US" dirty="0"/>
              <a:t>Title/Department</a:t>
            </a:r>
            <a:br>
              <a:rPr lang="en-US" dirty="0"/>
            </a:br>
            <a:r>
              <a:rPr lang="en-US" dirty="0"/>
              <a:t>Date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11" y="4915450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111F478C-84AE-4601-9BE4-60468A3A6C06}" type="slidenum">
              <a:rPr lang="en-US" sz="800" smtClean="0">
                <a:solidFill>
                  <a:prstClr val="white">
                    <a:alpha val="50000"/>
                  </a:prstClr>
                </a:solidFill>
                <a:latin typeface="Arial"/>
              </a:rPr>
              <a:pPr/>
              <a:t>‹#›</a:t>
            </a:fld>
            <a:endParaRPr lang="en-US" sz="800" dirty="0">
              <a:solidFill>
                <a:prstClr val="white">
                  <a:alpha val="50000"/>
                </a:prstClr>
              </a:solidFill>
              <a:latin typeface="Arial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F6F85EA-1CAA-F34C-8631-AB308554EFA3}"/>
              </a:ext>
            </a:extLst>
          </p:cNvPr>
          <p:cNvSpPr txBox="1"/>
          <p:nvPr userDrawn="1"/>
        </p:nvSpPr>
        <p:spPr>
          <a:xfrm>
            <a:off x="1611" y="4915450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111F478C-84AE-4601-9BE4-60468A3A6C06}" type="slidenum">
              <a:rPr lang="en-US" sz="800" smtClean="0">
                <a:solidFill>
                  <a:prstClr val="white">
                    <a:alpha val="50000"/>
                  </a:prstClr>
                </a:solidFill>
                <a:latin typeface="Arial"/>
              </a:rPr>
              <a:pPr/>
              <a:t>‹#›</a:t>
            </a:fld>
            <a:endParaRPr lang="en-US" sz="800" dirty="0">
              <a:solidFill>
                <a:prstClr val="white">
                  <a:alpha val="50000"/>
                </a:prstClr>
              </a:solidFill>
              <a:latin typeface="Arial"/>
            </a:endParaRPr>
          </a:p>
        </p:txBody>
      </p:sp>
      <p:pic>
        <p:nvPicPr>
          <p:cNvPr id="69" name="Graphic 68">
            <a:extLst>
              <a:ext uri="{FF2B5EF4-FFF2-40B4-BE49-F238E27FC236}">
                <a16:creationId xmlns:a16="http://schemas.microsoft.com/office/drawing/2014/main" id="{7F8506D6-2826-9940-A9FF-C97A6858C4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994" y="812800"/>
            <a:ext cx="559153" cy="43307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E827B045-DA66-3E4B-B65B-223F18D3992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37908" y="-1"/>
            <a:ext cx="3218475" cy="5157217"/>
          </a:xfrm>
          <a:prstGeom prst="rect">
            <a:avLst/>
          </a:prstGeom>
        </p:spPr>
      </p:pic>
      <p:sp>
        <p:nvSpPr>
          <p:cNvPr id="38" name="Image Shade">
            <a:extLst>
              <a:ext uri="{FF2B5EF4-FFF2-40B4-BE49-F238E27FC236}">
                <a16:creationId xmlns:a16="http://schemas.microsoft.com/office/drawing/2014/main" id="{684D50C3-27A4-C84C-935D-9AEC86AD5174}"/>
              </a:ext>
            </a:extLst>
          </p:cNvPr>
          <p:cNvSpPr/>
          <p:nvPr userDrawn="1"/>
        </p:nvSpPr>
        <p:spPr>
          <a:xfrm>
            <a:off x="5942892" y="0"/>
            <a:ext cx="3201108" cy="2571750"/>
          </a:xfrm>
          <a:prstGeom prst="rect">
            <a:avLst/>
          </a:prstGeom>
          <a:gradFill flip="none" rotWithShape="1">
            <a:gsLst>
              <a:gs pos="36000">
                <a:schemeClr val="tx2">
                  <a:alpha val="0"/>
                </a:schemeClr>
              </a:gs>
              <a:gs pos="69000">
                <a:schemeClr val="tx2">
                  <a:alpha val="65000"/>
                </a:schemeClr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grpSp>
        <p:nvGrpSpPr>
          <p:cNvPr id="40" name="Hitachi CS Logo">
            <a:extLst>
              <a:ext uri="{FF2B5EF4-FFF2-40B4-BE49-F238E27FC236}">
                <a16:creationId xmlns:a16="http://schemas.microsoft.com/office/drawing/2014/main" id="{0095BF12-C8CC-914D-93DE-FC47874897F5}"/>
              </a:ext>
            </a:extLst>
          </p:cNvPr>
          <p:cNvGrpSpPr/>
          <p:nvPr userDrawn="1"/>
        </p:nvGrpSpPr>
        <p:grpSpPr>
          <a:xfrm>
            <a:off x="7684916" y="225821"/>
            <a:ext cx="1247901" cy="356665"/>
            <a:chOff x="2751138" y="3262313"/>
            <a:chExt cx="4665662" cy="1333500"/>
          </a:xfrm>
          <a:solidFill>
            <a:schemeClr val="bg1"/>
          </a:solidFill>
        </p:grpSpPr>
        <p:sp>
          <p:nvSpPr>
            <p:cNvPr id="42" name="Freeform 1">
              <a:extLst>
                <a:ext uri="{FF2B5EF4-FFF2-40B4-BE49-F238E27FC236}">
                  <a16:creationId xmlns:a16="http://schemas.microsoft.com/office/drawing/2014/main" id="{49E5E312-7F1E-C14D-991F-374A722EA9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0138" y="3275013"/>
              <a:ext cx="673100" cy="631825"/>
            </a:xfrm>
            <a:custGeom>
              <a:avLst/>
              <a:gdLst>
                <a:gd name="T0" fmla="*/ 465 w 1868"/>
                <a:gd name="T1" fmla="*/ 0 h 1755"/>
                <a:gd name="T2" fmla="*/ 465 w 1868"/>
                <a:gd name="T3" fmla="*/ 700 h 1755"/>
                <a:gd name="T4" fmla="*/ 1402 w 1868"/>
                <a:gd name="T5" fmla="*/ 700 h 1755"/>
                <a:gd name="T6" fmla="*/ 1402 w 1868"/>
                <a:gd name="T7" fmla="*/ 0 h 1755"/>
                <a:gd name="T8" fmla="*/ 1867 w 1868"/>
                <a:gd name="T9" fmla="*/ 0 h 1755"/>
                <a:gd name="T10" fmla="*/ 1867 w 1868"/>
                <a:gd name="T11" fmla="*/ 1754 h 1755"/>
                <a:gd name="T12" fmla="*/ 1402 w 1868"/>
                <a:gd name="T13" fmla="*/ 1754 h 1755"/>
                <a:gd name="T14" fmla="*/ 1402 w 1868"/>
                <a:gd name="T15" fmla="*/ 983 h 1755"/>
                <a:gd name="T16" fmla="*/ 465 w 1868"/>
                <a:gd name="T17" fmla="*/ 983 h 1755"/>
                <a:gd name="T18" fmla="*/ 465 w 1868"/>
                <a:gd name="T19" fmla="*/ 1754 h 1755"/>
                <a:gd name="T20" fmla="*/ 0 w 1868"/>
                <a:gd name="T21" fmla="*/ 1754 h 1755"/>
                <a:gd name="T22" fmla="*/ 0 w 1868"/>
                <a:gd name="T23" fmla="*/ 0 h 1755"/>
                <a:gd name="T24" fmla="*/ 465 w 1868"/>
                <a:gd name="T25" fmla="*/ 0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68" h="1755">
                  <a:moveTo>
                    <a:pt x="465" y="0"/>
                  </a:moveTo>
                  <a:cubicBezTo>
                    <a:pt x="465" y="0"/>
                    <a:pt x="465" y="705"/>
                    <a:pt x="465" y="700"/>
                  </a:cubicBezTo>
                  <a:lnTo>
                    <a:pt x="1402" y="700"/>
                  </a:lnTo>
                  <a:cubicBezTo>
                    <a:pt x="1402" y="705"/>
                    <a:pt x="1402" y="0"/>
                    <a:pt x="1402" y="0"/>
                  </a:cubicBezTo>
                  <a:cubicBezTo>
                    <a:pt x="1402" y="0"/>
                    <a:pt x="1863" y="0"/>
                    <a:pt x="1867" y="0"/>
                  </a:cubicBezTo>
                  <a:cubicBezTo>
                    <a:pt x="1867" y="0"/>
                    <a:pt x="1867" y="1750"/>
                    <a:pt x="1867" y="1754"/>
                  </a:cubicBezTo>
                  <a:lnTo>
                    <a:pt x="1402" y="1754"/>
                  </a:lnTo>
                  <a:cubicBezTo>
                    <a:pt x="1402" y="1754"/>
                    <a:pt x="1402" y="987"/>
                    <a:pt x="1402" y="983"/>
                  </a:cubicBezTo>
                  <a:cubicBezTo>
                    <a:pt x="1402" y="987"/>
                    <a:pt x="465" y="983"/>
                    <a:pt x="465" y="983"/>
                  </a:cubicBezTo>
                  <a:cubicBezTo>
                    <a:pt x="465" y="987"/>
                    <a:pt x="465" y="1754"/>
                    <a:pt x="465" y="1754"/>
                  </a:cubicBezTo>
                  <a:lnTo>
                    <a:pt x="0" y="1754"/>
                  </a:lnTo>
                  <a:cubicBezTo>
                    <a:pt x="0" y="1754"/>
                    <a:pt x="4" y="0"/>
                    <a:pt x="0" y="0"/>
                  </a:cubicBezTo>
                  <a:lnTo>
                    <a:pt x="46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43" name="Freeform 2">
              <a:extLst>
                <a:ext uri="{FF2B5EF4-FFF2-40B4-BE49-F238E27FC236}">
                  <a16:creationId xmlns:a16="http://schemas.microsoft.com/office/drawing/2014/main" id="{436C6DE9-96AB-5342-A62D-62B5D87968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3050" y="3275013"/>
              <a:ext cx="677863" cy="631825"/>
            </a:xfrm>
            <a:custGeom>
              <a:avLst/>
              <a:gdLst>
                <a:gd name="T0" fmla="*/ 1883 w 1884"/>
                <a:gd name="T1" fmla="*/ 0 h 1755"/>
                <a:gd name="T2" fmla="*/ 1883 w 1884"/>
                <a:gd name="T3" fmla="*/ 298 h 1755"/>
                <a:gd name="T4" fmla="*/ 1174 w 1884"/>
                <a:gd name="T5" fmla="*/ 298 h 1755"/>
                <a:gd name="T6" fmla="*/ 1174 w 1884"/>
                <a:gd name="T7" fmla="*/ 1754 h 1755"/>
                <a:gd name="T8" fmla="*/ 709 w 1884"/>
                <a:gd name="T9" fmla="*/ 1754 h 1755"/>
                <a:gd name="T10" fmla="*/ 709 w 1884"/>
                <a:gd name="T11" fmla="*/ 298 h 1755"/>
                <a:gd name="T12" fmla="*/ 0 w 1884"/>
                <a:gd name="T13" fmla="*/ 298 h 1755"/>
                <a:gd name="T14" fmla="*/ 0 w 1884"/>
                <a:gd name="T15" fmla="*/ 0 h 1755"/>
                <a:gd name="T16" fmla="*/ 1883 w 1884"/>
                <a:gd name="T17" fmla="*/ 0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84" h="1755">
                  <a:moveTo>
                    <a:pt x="1883" y="0"/>
                  </a:moveTo>
                  <a:cubicBezTo>
                    <a:pt x="1883" y="4"/>
                    <a:pt x="1883" y="298"/>
                    <a:pt x="1883" y="298"/>
                  </a:cubicBezTo>
                  <a:lnTo>
                    <a:pt x="1174" y="298"/>
                  </a:lnTo>
                  <a:lnTo>
                    <a:pt x="1174" y="1754"/>
                  </a:lnTo>
                  <a:lnTo>
                    <a:pt x="709" y="1754"/>
                  </a:lnTo>
                  <a:lnTo>
                    <a:pt x="709" y="298"/>
                  </a:lnTo>
                  <a:lnTo>
                    <a:pt x="0" y="298"/>
                  </a:lnTo>
                  <a:lnTo>
                    <a:pt x="0" y="0"/>
                  </a:lnTo>
                  <a:lnTo>
                    <a:pt x="1883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44" name="Freeform 3">
              <a:extLst>
                <a:ext uri="{FF2B5EF4-FFF2-40B4-BE49-F238E27FC236}">
                  <a16:creationId xmlns:a16="http://schemas.microsoft.com/office/drawing/2014/main" id="{9B809CCA-D783-8F45-A26F-4828F20167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4863" y="3275013"/>
              <a:ext cx="796925" cy="631825"/>
            </a:xfrm>
            <a:custGeom>
              <a:avLst/>
              <a:gdLst>
                <a:gd name="T0" fmla="*/ 2214 w 2215"/>
                <a:gd name="T1" fmla="*/ 1754 h 1755"/>
                <a:gd name="T2" fmla="*/ 1695 w 2215"/>
                <a:gd name="T3" fmla="*/ 1754 h 1755"/>
                <a:gd name="T4" fmla="*/ 1542 w 2215"/>
                <a:gd name="T5" fmla="*/ 1377 h 1755"/>
                <a:gd name="T6" fmla="*/ 672 w 2215"/>
                <a:gd name="T7" fmla="*/ 1377 h 1755"/>
                <a:gd name="T8" fmla="*/ 518 w 2215"/>
                <a:gd name="T9" fmla="*/ 1754 h 1755"/>
                <a:gd name="T10" fmla="*/ 0 w 2215"/>
                <a:gd name="T11" fmla="*/ 1754 h 1755"/>
                <a:gd name="T12" fmla="*/ 825 w 2215"/>
                <a:gd name="T13" fmla="*/ 0 h 1755"/>
                <a:gd name="T14" fmla="*/ 1392 w 2215"/>
                <a:gd name="T15" fmla="*/ 0 h 1755"/>
                <a:gd name="T16" fmla="*/ 2214 w 2215"/>
                <a:gd name="T17" fmla="*/ 1754 h 1755"/>
                <a:gd name="T18" fmla="*/ 788 w 2215"/>
                <a:gd name="T19" fmla="*/ 1095 h 1755"/>
                <a:gd name="T20" fmla="*/ 1434 w 2215"/>
                <a:gd name="T21" fmla="*/ 1095 h 1755"/>
                <a:gd name="T22" fmla="*/ 1107 w 2215"/>
                <a:gd name="T23" fmla="*/ 298 h 1755"/>
                <a:gd name="T24" fmla="*/ 788 w 2215"/>
                <a:gd name="T25" fmla="*/ 1095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15" h="1755">
                  <a:moveTo>
                    <a:pt x="2214" y="1754"/>
                  </a:moveTo>
                  <a:cubicBezTo>
                    <a:pt x="2214" y="1754"/>
                    <a:pt x="1691" y="1754"/>
                    <a:pt x="1695" y="1754"/>
                  </a:cubicBezTo>
                  <a:lnTo>
                    <a:pt x="1542" y="1377"/>
                  </a:lnTo>
                  <a:lnTo>
                    <a:pt x="672" y="1377"/>
                  </a:lnTo>
                  <a:cubicBezTo>
                    <a:pt x="672" y="1377"/>
                    <a:pt x="522" y="1754"/>
                    <a:pt x="518" y="1754"/>
                  </a:cubicBezTo>
                  <a:lnTo>
                    <a:pt x="0" y="1754"/>
                  </a:lnTo>
                  <a:lnTo>
                    <a:pt x="825" y="0"/>
                  </a:lnTo>
                  <a:lnTo>
                    <a:pt x="1392" y="0"/>
                  </a:lnTo>
                  <a:lnTo>
                    <a:pt x="2214" y="1754"/>
                  </a:lnTo>
                  <a:close/>
                  <a:moveTo>
                    <a:pt x="788" y="1095"/>
                  </a:moveTo>
                  <a:lnTo>
                    <a:pt x="1434" y="1095"/>
                  </a:lnTo>
                  <a:lnTo>
                    <a:pt x="1107" y="298"/>
                  </a:lnTo>
                  <a:lnTo>
                    <a:pt x="788" y="1095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45" name="Freeform 4">
              <a:extLst>
                <a:ext uri="{FF2B5EF4-FFF2-40B4-BE49-F238E27FC236}">
                  <a16:creationId xmlns:a16="http://schemas.microsoft.com/office/drawing/2014/main" id="{3594D6F0-ABBF-984F-9425-5309368DD7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85000" y="3275013"/>
              <a:ext cx="166688" cy="631825"/>
            </a:xfrm>
            <a:custGeom>
              <a:avLst/>
              <a:gdLst>
                <a:gd name="T0" fmla="*/ 232 w 465"/>
                <a:gd name="T1" fmla="*/ 1754 h 1755"/>
                <a:gd name="T2" fmla="*/ 0 w 465"/>
                <a:gd name="T3" fmla="*/ 1754 h 1755"/>
                <a:gd name="T4" fmla="*/ 0 w 465"/>
                <a:gd name="T5" fmla="*/ 0 h 1755"/>
                <a:gd name="T6" fmla="*/ 464 w 465"/>
                <a:gd name="T7" fmla="*/ 0 h 1755"/>
                <a:gd name="T8" fmla="*/ 464 w 465"/>
                <a:gd name="T9" fmla="*/ 1754 h 1755"/>
                <a:gd name="T10" fmla="*/ 232 w 465"/>
                <a:gd name="T11" fmla="*/ 1754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5" h="1755">
                  <a:moveTo>
                    <a:pt x="232" y="1754"/>
                  </a:moveTo>
                  <a:lnTo>
                    <a:pt x="0" y="1754"/>
                  </a:lnTo>
                  <a:lnTo>
                    <a:pt x="0" y="0"/>
                  </a:lnTo>
                  <a:lnTo>
                    <a:pt x="464" y="0"/>
                  </a:lnTo>
                  <a:lnTo>
                    <a:pt x="464" y="1754"/>
                  </a:lnTo>
                  <a:lnTo>
                    <a:pt x="232" y="175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46" name="Freeform 5">
              <a:extLst>
                <a:ext uri="{FF2B5EF4-FFF2-40B4-BE49-F238E27FC236}">
                  <a16:creationId xmlns:a16="http://schemas.microsoft.com/office/drawing/2014/main" id="{51F5AE6D-CBD0-1344-9480-B72601B042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9588" y="3275013"/>
              <a:ext cx="673100" cy="631825"/>
            </a:xfrm>
            <a:custGeom>
              <a:avLst/>
              <a:gdLst>
                <a:gd name="T0" fmla="*/ 465 w 1868"/>
                <a:gd name="T1" fmla="*/ 0 h 1755"/>
                <a:gd name="T2" fmla="*/ 465 w 1868"/>
                <a:gd name="T3" fmla="*/ 700 h 1755"/>
                <a:gd name="T4" fmla="*/ 1402 w 1868"/>
                <a:gd name="T5" fmla="*/ 700 h 1755"/>
                <a:gd name="T6" fmla="*/ 1402 w 1868"/>
                <a:gd name="T7" fmla="*/ 0 h 1755"/>
                <a:gd name="T8" fmla="*/ 1867 w 1868"/>
                <a:gd name="T9" fmla="*/ 0 h 1755"/>
                <a:gd name="T10" fmla="*/ 1867 w 1868"/>
                <a:gd name="T11" fmla="*/ 1754 h 1755"/>
                <a:gd name="T12" fmla="*/ 1402 w 1868"/>
                <a:gd name="T13" fmla="*/ 1754 h 1755"/>
                <a:gd name="T14" fmla="*/ 1402 w 1868"/>
                <a:gd name="T15" fmla="*/ 983 h 1755"/>
                <a:gd name="T16" fmla="*/ 465 w 1868"/>
                <a:gd name="T17" fmla="*/ 983 h 1755"/>
                <a:gd name="T18" fmla="*/ 465 w 1868"/>
                <a:gd name="T19" fmla="*/ 1754 h 1755"/>
                <a:gd name="T20" fmla="*/ 0 w 1868"/>
                <a:gd name="T21" fmla="*/ 1754 h 1755"/>
                <a:gd name="T22" fmla="*/ 0 w 1868"/>
                <a:gd name="T23" fmla="*/ 0 h 1755"/>
                <a:gd name="T24" fmla="*/ 465 w 1868"/>
                <a:gd name="T25" fmla="*/ 0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68" h="1755">
                  <a:moveTo>
                    <a:pt x="465" y="0"/>
                  </a:moveTo>
                  <a:cubicBezTo>
                    <a:pt x="465" y="0"/>
                    <a:pt x="465" y="705"/>
                    <a:pt x="465" y="700"/>
                  </a:cubicBezTo>
                  <a:lnTo>
                    <a:pt x="1402" y="700"/>
                  </a:lnTo>
                  <a:cubicBezTo>
                    <a:pt x="1402" y="705"/>
                    <a:pt x="1402" y="0"/>
                    <a:pt x="1402" y="0"/>
                  </a:cubicBezTo>
                  <a:cubicBezTo>
                    <a:pt x="1402" y="0"/>
                    <a:pt x="1863" y="0"/>
                    <a:pt x="1867" y="0"/>
                  </a:cubicBezTo>
                  <a:cubicBezTo>
                    <a:pt x="1867" y="0"/>
                    <a:pt x="1867" y="1750"/>
                    <a:pt x="1867" y="1754"/>
                  </a:cubicBezTo>
                  <a:lnTo>
                    <a:pt x="1402" y="1754"/>
                  </a:lnTo>
                  <a:cubicBezTo>
                    <a:pt x="1402" y="1754"/>
                    <a:pt x="1402" y="987"/>
                    <a:pt x="1402" y="983"/>
                  </a:cubicBezTo>
                  <a:cubicBezTo>
                    <a:pt x="1402" y="987"/>
                    <a:pt x="465" y="983"/>
                    <a:pt x="465" y="983"/>
                  </a:cubicBezTo>
                  <a:cubicBezTo>
                    <a:pt x="465" y="987"/>
                    <a:pt x="465" y="1754"/>
                    <a:pt x="465" y="1754"/>
                  </a:cubicBezTo>
                  <a:lnTo>
                    <a:pt x="0" y="1754"/>
                  </a:lnTo>
                  <a:cubicBezTo>
                    <a:pt x="0" y="1754"/>
                    <a:pt x="5" y="0"/>
                    <a:pt x="0" y="0"/>
                  </a:cubicBezTo>
                  <a:lnTo>
                    <a:pt x="46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48" name="Freeform 6">
              <a:extLst>
                <a:ext uri="{FF2B5EF4-FFF2-40B4-BE49-F238E27FC236}">
                  <a16:creationId xmlns:a16="http://schemas.microsoft.com/office/drawing/2014/main" id="{75898877-6460-C142-B8C7-C80118FBE6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4450" y="3275013"/>
              <a:ext cx="168275" cy="631825"/>
            </a:xfrm>
            <a:custGeom>
              <a:avLst/>
              <a:gdLst>
                <a:gd name="T0" fmla="*/ 233 w 466"/>
                <a:gd name="T1" fmla="*/ 1754 h 1755"/>
                <a:gd name="T2" fmla="*/ 0 w 466"/>
                <a:gd name="T3" fmla="*/ 1754 h 1755"/>
                <a:gd name="T4" fmla="*/ 0 w 466"/>
                <a:gd name="T5" fmla="*/ 0 h 1755"/>
                <a:gd name="T6" fmla="*/ 465 w 466"/>
                <a:gd name="T7" fmla="*/ 0 h 1755"/>
                <a:gd name="T8" fmla="*/ 465 w 466"/>
                <a:gd name="T9" fmla="*/ 1754 h 1755"/>
                <a:gd name="T10" fmla="*/ 233 w 466"/>
                <a:gd name="T11" fmla="*/ 1754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6" h="1755">
                  <a:moveTo>
                    <a:pt x="233" y="1754"/>
                  </a:moveTo>
                  <a:lnTo>
                    <a:pt x="0" y="1754"/>
                  </a:lnTo>
                  <a:lnTo>
                    <a:pt x="0" y="0"/>
                  </a:lnTo>
                  <a:lnTo>
                    <a:pt x="465" y="0"/>
                  </a:lnTo>
                  <a:lnTo>
                    <a:pt x="465" y="1754"/>
                  </a:lnTo>
                  <a:lnTo>
                    <a:pt x="233" y="175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49" name="Freeform 7">
              <a:extLst>
                <a:ext uri="{FF2B5EF4-FFF2-40B4-BE49-F238E27FC236}">
                  <a16:creationId xmlns:a16="http://schemas.microsoft.com/office/drawing/2014/main" id="{1DB39FE5-8B9A-5847-B415-91E9AB534C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3213" y="3262313"/>
              <a:ext cx="715962" cy="663575"/>
            </a:xfrm>
            <a:custGeom>
              <a:avLst/>
              <a:gdLst>
                <a:gd name="T0" fmla="*/ 62 w 1988"/>
                <a:gd name="T1" fmla="*/ 1307 h 1842"/>
                <a:gd name="T2" fmla="*/ 0 w 1988"/>
                <a:gd name="T3" fmla="*/ 933 h 1842"/>
                <a:gd name="T4" fmla="*/ 120 w 1988"/>
                <a:gd name="T5" fmla="*/ 423 h 1842"/>
                <a:gd name="T6" fmla="*/ 518 w 1988"/>
                <a:gd name="T7" fmla="*/ 91 h 1842"/>
                <a:gd name="T8" fmla="*/ 1033 w 1988"/>
                <a:gd name="T9" fmla="*/ 0 h 1842"/>
                <a:gd name="T10" fmla="*/ 1618 w 1988"/>
                <a:gd name="T11" fmla="*/ 125 h 1842"/>
                <a:gd name="T12" fmla="*/ 1950 w 1988"/>
                <a:gd name="T13" fmla="*/ 531 h 1842"/>
                <a:gd name="T14" fmla="*/ 1966 w 1988"/>
                <a:gd name="T15" fmla="*/ 643 h 1842"/>
                <a:gd name="T16" fmla="*/ 1481 w 1988"/>
                <a:gd name="T17" fmla="*/ 643 h 1842"/>
                <a:gd name="T18" fmla="*/ 1456 w 1988"/>
                <a:gd name="T19" fmla="*/ 506 h 1842"/>
                <a:gd name="T20" fmla="*/ 1240 w 1988"/>
                <a:gd name="T21" fmla="*/ 303 h 1842"/>
                <a:gd name="T22" fmla="*/ 1037 w 1988"/>
                <a:gd name="T23" fmla="*/ 274 h 1842"/>
                <a:gd name="T24" fmla="*/ 809 w 1988"/>
                <a:gd name="T25" fmla="*/ 315 h 1842"/>
                <a:gd name="T26" fmla="*/ 556 w 1988"/>
                <a:gd name="T27" fmla="*/ 573 h 1842"/>
                <a:gd name="T28" fmla="*/ 494 w 1988"/>
                <a:gd name="T29" fmla="*/ 942 h 1842"/>
                <a:gd name="T30" fmla="*/ 539 w 1988"/>
                <a:gd name="T31" fmla="*/ 1249 h 1842"/>
                <a:gd name="T32" fmla="*/ 792 w 1988"/>
                <a:gd name="T33" fmla="*/ 1527 h 1842"/>
                <a:gd name="T34" fmla="*/ 1041 w 1988"/>
                <a:gd name="T35" fmla="*/ 1572 h 1842"/>
                <a:gd name="T36" fmla="*/ 1257 w 1988"/>
                <a:gd name="T37" fmla="*/ 1539 h 1842"/>
                <a:gd name="T38" fmla="*/ 1460 w 1988"/>
                <a:gd name="T39" fmla="*/ 1356 h 1842"/>
                <a:gd name="T40" fmla="*/ 1497 w 1988"/>
                <a:gd name="T41" fmla="*/ 1170 h 1842"/>
                <a:gd name="T42" fmla="*/ 1987 w 1988"/>
                <a:gd name="T43" fmla="*/ 1170 h 1842"/>
                <a:gd name="T44" fmla="*/ 1962 w 1988"/>
                <a:gd name="T45" fmla="*/ 1336 h 1842"/>
                <a:gd name="T46" fmla="*/ 1638 w 1988"/>
                <a:gd name="T47" fmla="*/ 1721 h 1842"/>
                <a:gd name="T48" fmla="*/ 1041 w 1988"/>
                <a:gd name="T49" fmla="*/ 1841 h 1842"/>
                <a:gd name="T50" fmla="*/ 568 w 1988"/>
                <a:gd name="T51" fmla="*/ 1771 h 1842"/>
                <a:gd name="T52" fmla="*/ 62 w 1988"/>
                <a:gd name="T53" fmla="*/ 1307 h 1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988" h="1842">
                  <a:moveTo>
                    <a:pt x="62" y="1307"/>
                  </a:moveTo>
                  <a:cubicBezTo>
                    <a:pt x="21" y="1191"/>
                    <a:pt x="0" y="1066"/>
                    <a:pt x="0" y="933"/>
                  </a:cubicBezTo>
                  <a:cubicBezTo>
                    <a:pt x="0" y="751"/>
                    <a:pt x="33" y="573"/>
                    <a:pt x="120" y="423"/>
                  </a:cubicBezTo>
                  <a:cubicBezTo>
                    <a:pt x="211" y="270"/>
                    <a:pt x="348" y="154"/>
                    <a:pt x="518" y="91"/>
                  </a:cubicBezTo>
                  <a:cubicBezTo>
                    <a:pt x="680" y="33"/>
                    <a:pt x="850" y="0"/>
                    <a:pt x="1033" y="0"/>
                  </a:cubicBezTo>
                  <a:cubicBezTo>
                    <a:pt x="1240" y="0"/>
                    <a:pt x="1439" y="46"/>
                    <a:pt x="1618" y="125"/>
                  </a:cubicBezTo>
                  <a:cubicBezTo>
                    <a:pt x="1784" y="195"/>
                    <a:pt x="1912" y="349"/>
                    <a:pt x="1950" y="531"/>
                  </a:cubicBezTo>
                  <a:cubicBezTo>
                    <a:pt x="1958" y="568"/>
                    <a:pt x="1962" y="606"/>
                    <a:pt x="1966" y="643"/>
                  </a:cubicBezTo>
                  <a:lnTo>
                    <a:pt x="1481" y="643"/>
                  </a:lnTo>
                  <a:cubicBezTo>
                    <a:pt x="1481" y="597"/>
                    <a:pt x="1472" y="552"/>
                    <a:pt x="1456" y="506"/>
                  </a:cubicBezTo>
                  <a:cubicBezTo>
                    <a:pt x="1419" y="411"/>
                    <a:pt x="1340" y="332"/>
                    <a:pt x="1240" y="303"/>
                  </a:cubicBezTo>
                  <a:cubicBezTo>
                    <a:pt x="1174" y="282"/>
                    <a:pt x="1107" y="274"/>
                    <a:pt x="1037" y="274"/>
                  </a:cubicBezTo>
                  <a:cubicBezTo>
                    <a:pt x="958" y="274"/>
                    <a:pt x="879" y="286"/>
                    <a:pt x="809" y="315"/>
                  </a:cubicBezTo>
                  <a:cubicBezTo>
                    <a:pt x="688" y="357"/>
                    <a:pt x="597" y="452"/>
                    <a:pt x="556" y="573"/>
                  </a:cubicBezTo>
                  <a:cubicBezTo>
                    <a:pt x="514" y="689"/>
                    <a:pt x="494" y="813"/>
                    <a:pt x="494" y="942"/>
                  </a:cubicBezTo>
                  <a:cubicBezTo>
                    <a:pt x="494" y="1050"/>
                    <a:pt x="510" y="1153"/>
                    <a:pt x="539" y="1249"/>
                  </a:cubicBezTo>
                  <a:cubicBezTo>
                    <a:pt x="572" y="1377"/>
                    <a:pt x="672" y="1481"/>
                    <a:pt x="792" y="1527"/>
                  </a:cubicBezTo>
                  <a:cubicBezTo>
                    <a:pt x="871" y="1556"/>
                    <a:pt x="954" y="1572"/>
                    <a:pt x="1041" y="1572"/>
                  </a:cubicBezTo>
                  <a:cubicBezTo>
                    <a:pt x="1116" y="1572"/>
                    <a:pt x="1186" y="1560"/>
                    <a:pt x="1257" y="1539"/>
                  </a:cubicBezTo>
                  <a:cubicBezTo>
                    <a:pt x="1348" y="1510"/>
                    <a:pt x="1423" y="1444"/>
                    <a:pt x="1460" y="1356"/>
                  </a:cubicBezTo>
                  <a:cubicBezTo>
                    <a:pt x="1485" y="1298"/>
                    <a:pt x="1497" y="1236"/>
                    <a:pt x="1497" y="1170"/>
                  </a:cubicBezTo>
                  <a:lnTo>
                    <a:pt x="1987" y="1170"/>
                  </a:lnTo>
                  <a:cubicBezTo>
                    <a:pt x="1983" y="1228"/>
                    <a:pt x="1974" y="1282"/>
                    <a:pt x="1962" y="1336"/>
                  </a:cubicBezTo>
                  <a:cubicBezTo>
                    <a:pt x="1920" y="1510"/>
                    <a:pt x="1800" y="1655"/>
                    <a:pt x="1638" y="1721"/>
                  </a:cubicBezTo>
                  <a:cubicBezTo>
                    <a:pt x="1456" y="1800"/>
                    <a:pt x="1253" y="1841"/>
                    <a:pt x="1041" y="1841"/>
                  </a:cubicBezTo>
                  <a:cubicBezTo>
                    <a:pt x="875" y="1841"/>
                    <a:pt x="718" y="1817"/>
                    <a:pt x="568" y="1771"/>
                  </a:cubicBezTo>
                  <a:cubicBezTo>
                    <a:pt x="336" y="1692"/>
                    <a:pt x="137" y="1527"/>
                    <a:pt x="62" y="1307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50" name="Freeform 8">
              <a:extLst>
                <a:ext uri="{FF2B5EF4-FFF2-40B4-BE49-F238E27FC236}">
                  <a16:creationId xmlns:a16="http://schemas.microsoft.com/office/drawing/2014/main" id="{FA304E9D-F430-7842-8C41-DBAD47E292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1138" y="4083050"/>
              <a:ext cx="153987" cy="398463"/>
            </a:xfrm>
            <a:custGeom>
              <a:avLst/>
              <a:gdLst>
                <a:gd name="T0" fmla="*/ 415 w 428"/>
                <a:gd name="T1" fmla="*/ 0 h 1109"/>
                <a:gd name="T2" fmla="*/ 0 w 428"/>
                <a:gd name="T3" fmla="*/ 38 h 1109"/>
                <a:gd name="T4" fmla="*/ 0 w 428"/>
                <a:gd name="T5" fmla="*/ 100 h 1109"/>
                <a:gd name="T6" fmla="*/ 12 w 428"/>
                <a:gd name="T7" fmla="*/ 100 h 1109"/>
                <a:gd name="T8" fmla="*/ 178 w 428"/>
                <a:gd name="T9" fmla="*/ 241 h 1109"/>
                <a:gd name="T10" fmla="*/ 178 w 428"/>
                <a:gd name="T11" fmla="*/ 1108 h 1109"/>
                <a:gd name="T12" fmla="*/ 427 w 428"/>
                <a:gd name="T13" fmla="*/ 1108 h 1109"/>
                <a:gd name="T14" fmla="*/ 427 w 428"/>
                <a:gd name="T15" fmla="*/ 0 h 1109"/>
                <a:gd name="T16" fmla="*/ 415 w 428"/>
                <a:gd name="T17" fmla="*/ 0 h 1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8" h="1109">
                  <a:moveTo>
                    <a:pt x="415" y="0"/>
                  </a:moveTo>
                  <a:lnTo>
                    <a:pt x="0" y="38"/>
                  </a:lnTo>
                  <a:lnTo>
                    <a:pt x="0" y="100"/>
                  </a:lnTo>
                  <a:lnTo>
                    <a:pt x="12" y="100"/>
                  </a:lnTo>
                  <a:cubicBezTo>
                    <a:pt x="178" y="121"/>
                    <a:pt x="178" y="121"/>
                    <a:pt x="178" y="241"/>
                  </a:cubicBezTo>
                  <a:lnTo>
                    <a:pt x="178" y="1108"/>
                  </a:lnTo>
                  <a:lnTo>
                    <a:pt x="427" y="1108"/>
                  </a:lnTo>
                  <a:lnTo>
                    <a:pt x="427" y="0"/>
                  </a:lnTo>
                  <a:lnTo>
                    <a:pt x="41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51" name="Freeform 9">
              <a:extLst>
                <a:ext uri="{FF2B5EF4-FFF2-40B4-BE49-F238E27FC236}">
                  <a16:creationId xmlns:a16="http://schemas.microsoft.com/office/drawing/2014/main" id="{567F18F9-3239-DE42-8CA0-AE22D4F243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6088" y="4198938"/>
              <a:ext cx="315912" cy="282575"/>
            </a:xfrm>
            <a:custGeom>
              <a:avLst/>
              <a:gdLst>
                <a:gd name="T0" fmla="*/ 643 w 876"/>
                <a:gd name="T1" fmla="*/ 4 h 785"/>
                <a:gd name="T2" fmla="*/ 353 w 876"/>
                <a:gd name="T3" fmla="*/ 170 h 785"/>
                <a:gd name="T4" fmla="*/ 353 w 876"/>
                <a:gd name="T5" fmla="*/ 0 h 785"/>
                <a:gd name="T6" fmla="*/ 336 w 876"/>
                <a:gd name="T7" fmla="*/ 4 h 785"/>
                <a:gd name="T8" fmla="*/ 0 w 876"/>
                <a:gd name="T9" fmla="*/ 58 h 785"/>
                <a:gd name="T10" fmla="*/ 0 w 876"/>
                <a:gd name="T11" fmla="*/ 116 h 785"/>
                <a:gd name="T12" fmla="*/ 17 w 876"/>
                <a:gd name="T13" fmla="*/ 116 h 785"/>
                <a:gd name="T14" fmla="*/ 145 w 876"/>
                <a:gd name="T15" fmla="*/ 240 h 785"/>
                <a:gd name="T16" fmla="*/ 145 w 876"/>
                <a:gd name="T17" fmla="*/ 784 h 785"/>
                <a:gd name="T18" fmla="*/ 353 w 876"/>
                <a:gd name="T19" fmla="*/ 784 h 785"/>
                <a:gd name="T20" fmla="*/ 353 w 876"/>
                <a:gd name="T21" fmla="*/ 386 h 785"/>
                <a:gd name="T22" fmla="*/ 560 w 876"/>
                <a:gd name="T23" fmla="*/ 141 h 785"/>
                <a:gd name="T24" fmla="*/ 664 w 876"/>
                <a:gd name="T25" fmla="*/ 361 h 785"/>
                <a:gd name="T26" fmla="*/ 664 w 876"/>
                <a:gd name="T27" fmla="*/ 784 h 785"/>
                <a:gd name="T28" fmla="*/ 871 w 876"/>
                <a:gd name="T29" fmla="*/ 784 h 785"/>
                <a:gd name="T30" fmla="*/ 871 w 876"/>
                <a:gd name="T31" fmla="*/ 240 h 785"/>
                <a:gd name="T32" fmla="*/ 643 w 876"/>
                <a:gd name="T33" fmla="*/ 4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6" h="785">
                  <a:moveTo>
                    <a:pt x="643" y="4"/>
                  </a:moveTo>
                  <a:cubicBezTo>
                    <a:pt x="490" y="4"/>
                    <a:pt x="398" y="108"/>
                    <a:pt x="353" y="170"/>
                  </a:cubicBezTo>
                  <a:cubicBezTo>
                    <a:pt x="353" y="112"/>
                    <a:pt x="353" y="0"/>
                    <a:pt x="353" y="0"/>
                  </a:cubicBezTo>
                  <a:lnTo>
                    <a:pt x="336" y="4"/>
                  </a:lnTo>
                  <a:lnTo>
                    <a:pt x="0" y="58"/>
                  </a:lnTo>
                  <a:lnTo>
                    <a:pt x="0" y="116"/>
                  </a:lnTo>
                  <a:lnTo>
                    <a:pt x="17" y="116"/>
                  </a:lnTo>
                  <a:cubicBezTo>
                    <a:pt x="124" y="120"/>
                    <a:pt x="145" y="141"/>
                    <a:pt x="145" y="240"/>
                  </a:cubicBezTo>
                  <a:lnTo>
                    <a:pt x="145" y="784"/>
                  </a:lnTo>
                  <a:lnTo>
                    <a:pt x="353" y="784"/>
                  </a:lnTo>
                  <a:lnTo>
                    <a:pt x="353" y="386"/>
                  </a:lnTo>
                  <a:cubicBezTo>
                    <a:pt x="353" y="278"/>
                    <a:pt x="452" y="141"/>
                    <a:pt x="560" y="141"/>
                  </a:cubicBezTo>
                  <a:cubicBezTo>
                    <a:pt x="660" y="141"/>
                    <a:pt x="664" y="224"/>
                    <a:pt x="664" y="361"/>
                  </a:cubicBezTo>
                  <a:lnTo>
                    <a:pt x="664" y="784"/>
                  </a:lnTo>
                  <a:lnTo>
                    <a:pt x="871" y="784"/>
                  </a:lnTo>
                  <a:lnTo>
                    <a:pt x="871" y="240"/>
                  </a:lnTo>
                  <a:cubicBezTo>
                    <a:pt x="875" y="87"/>
                    <a:pt x="792" y="4"/>
                    <a:pt x="643" y="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52" name="Freeform 10">
              <a:extLst>
                <a:ext uri="{FF2B5EF4-FFF2-40B4-BE49-F238E27FC236}">
                  <a16:creationId xmlns:a16="http://schemas.microsoft.com/office/drawing/2014/main" id="{7D7B7946-8FB8-6E4D-A169-8317A19D47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6138" y="4200525"/>
              <a:ext cx="212725" cy="288925"/>
            </a:xfrm>
            <a:custGeom>
              <a:avLst/>
              <a:gdLst>
                <a:gd name="T0" fmla="*/ 348 w 590"/>
                <a:gd name="T1" fmla="*/ 303 h 802"/>
                <a:gd name="T2" fmla="*/ 195 w 590"/>
                <a:gd name="T3" fmla="*/ 170 h 802"/>
                <a:gd name="T4" fmla="*/ 307 w 590"/>
                <a:gd name="T5" fmla="*/ 100 h 802"/>
                <a:gd name="T6" fmla="*/ 502 w 590"/>
                <a:gd name="T7" fmla="*/ 166 h 802"/>
                <a:gd name="T8" fmla="*/ 535 w 590"/>
                <a:gd name="T9" fmla="*/ 187 h 802"/>
                <a:gd name="T10" fmla="*/ 535 w 590"/>
                <a:gd name="T11" fmla="*/ 162 h 802"/>
                <a:gd name="T12" fmla="*/ 535 w 590"/>
                <a:gd name="T13" fmla="*/ 33 h 802"/>
                <a:gd name="T14" fmla="*/ 506 w 590"/>
                <a:gd name="T15" fmla="*/ 25 h 802"/>
                <a:gd name="T16" fmla="*/ 315 w 590"/>
                <a:gd name="T17" fmla="*/ 0 h 802"/>
                <a:gd name="T18" fmla="*/ 0 w 590"/>
                <a:gd name="T19" fmla="*/ 224 h 802"/>
                <a:gd name="T20" fmla="*/ 228 w 590"/>
                <a:gd name="T21" fmla="*/ 465 h 802"/>
                <a:gd name="T22" fmla="*/ 390 w 590"/>
                <a:gd name="T23" fmla="*/ 606 h 802"/>
                <a:gd name="T24" fmla="*/ 249 w 590"/>
                <a:gd name="T25" fmla="*/ 697 h 802"/>
                <a:gd name="T26" fmla="*/ 20 w 590"/>
                <a:gd name="T27" fmla="*/ 618 h 802"/>
                <a:gd name="T28" fmla="*/ 0 w 590"/>
                <a:gd name="T29" fmla="*/ 606 h 802"/>
                <a:gd name="T30" fmla="*/ 0 w 590"/>
                <a:gd name="T31" fmla="*/ 767 h 802"/>
                <a:gd name="T32" fmla="*/ 16 w 590"/>
                <a:gd name="T33" fmla="*/ 771 h 802"/>
                <a:gd name="T34" fmla="*/ 244 w 590"/>
                <a:gd name="T35" fmla="*/ 801 h 802"/>
                <a:gd name="T36" fmla="*/ 580 w 590"/>
                <a:gd name="T37" fmla="*/ 568 h 802"/>
                <a:gd name="T38" fmla="*/ 348 w 590"/>
                <a:gd name="T39" fmla="*/ 303 h 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90" h="802">
                  <a:moveTo>
                    <a:pt x="348" y="303"/>
                  </a:moveTo>
                  <a:cubicBezTo>
                    <a:pt x="265" y="261"/>
                    <a:pt x="195" y="228"/>
                    <a:pt x="195" y="170"/>
                  </a:cubicBezTo>
                  <a:cubicBezTo>
                    <a:pt x="195" y="104"/>
                    <a:pt x="274" y="100"/>
                    <a:pt x="307" y="100"/>
                  </a:cubicBezTo>
                  <a:cubicBezTo>
                    <a:pt x="394" y="100"/>
                    <a:pt x="468" y="145"/>
                    <a:pt x="502" y="166"/>
                  </a:cubicBezTo>
                  <a:lnTo>
                    <a:pt x="535" y="187"/>
                  </a:lnTo>
                  <a:lnTo>
                    <a:pt x="535" y="162"/>
                  </a:lnTo>
                  <a:lnTo>
                    <a:pt x="535" y="33"/>
                  </a:lnTo>
                  <a:lnTo>
                    <a:pt x="506" y="25"/>
                  </a:lnTo>
                  <a:cubicBezTo>
                    <a:pt x="468" y="17"/>
                    <a:pt x="398" y="0"/>
                    <a:pt x="315" y="0"/>
                  </a:cubicBezTo>
                  <a:cubicBezTo>
                    <a:pt x="120" y="0"/>
                    <a:pt x="0" y="83"/>
                    <a:pt x="0" y="224"/>
                  </a:cubicBezTo>
                  <a:cubicBezTo>
                    <a:pt x="0" y="353"/>
                    <a:pt x="124" y="411"/>
                    <a:pt x="228" y="465"/>
                  </a:cubicBezTo>
                  <a:cubicBezTo>
                    <a:pt x="311" y="506"/>
                    <a:pt x="390" y="543"/>
                    <a:pt x="390" y="606"/>
                  </a:cubicBezTo>
                  <a:cubicBezTo>
                    <a:pt x="390" y="664"/>
                    <a:pt x="340" y="697"/>
                    <a:pt x="249" y="697"/>
                  </a:cubicBezTo>
                  <a:cubicBezTo>
                    <a:pt x="149" y="697"/>
                    <a:pt x="70" y="647"/>
                    <a:pt x="20" y="618"/>
                  </a:cubicBezTo>
                  <a:lnTo>
                    <a:pt x="0" y="606"/>
                  </a:lnTo>
                  <a:lnTo>
                    <a:pt x="0" y="767"/>
                  </a:lnTo>
                  <a:lnTo>
                    <a:pt x="16" y="771"/>
                  </a:lnTo>
                  <a:cubicBezTo>
                    <a:pt x="58" y="780"/>
                    <a:pt x="137" y="801"/>
                    <a:pt x="244" y="801"/>
                  </a:cubicBezTo>
                  <a:cubicBezTo>
                    <a:pt x="456" y="801"/>
                    <a:pt x="580" y="713"/>
                    <a:pt x="580" y="568"/>
                  </a:cubicBezTo>
                  <a:cubicBezTo>
                    <a:pt x="589" y="419"/>
                    <a:pt x="460" y="357"/>
                    <a:pt x="348" y="303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53" name="Freeform 11">
              <a:extLst>
                <a:ext uri="{FF2B5EF4-FFF2-40B4-BE49-F238E27FC236}">
                  <a16:creationId xmlns:a16="http://schemas.microsoft.com/office/drawing/2014/main" id="{D1A5655C-04EA-2E4A-9A47-C0FDACCBD3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5375" y="4198938"/>
              <a:ext cx="325438" cy="396875"/>
            </a:xfrm>
            <a:custGeom>
              <a:avLst/>
              <a:gdLst>
                <a:gd name="T0" fmla="*/ 577 w 906"/>
                <a:gd name="T1" fmla="*/ 4 h 1104"/>
                <a:gd name="T2" fmla="*/ 357 w 906"/>
                <a:gd name="T3" fmla="*/ 112 h 1104"/>
                <a:gd name="T4" fmla="*/ 357 w 906"/>
                <a:gd name="T5" fmla="*/ 0 h 1104"/>
                <a:gd name="T6" fmla="*/ 336 w 906"/>
                <a:gd name="T7" fmla="*/ 4 h 1104"/>
                <a:gd name="T8" fmla="*/ 0 w 906"/>
                <a:gd name="T9" fmla="*/ 58 h 1104"/>
                <a:gd name="T10" fmla="*/ 0 w 906"/>
                <a:gd name="T11" fmla="*/ 116 h 1104"/>
                <a:gd name="T12" fmla="*/ 13 w 906"/>
                <a:gd name="T13" fmla="*/ 116 h 1104"/>
                <a:gd name="T14" fmla="*/ 137 w 906"/>
                <a:gd name="T15" fmla="*/ 240 h 1104"/>
                <a:gd name="T16" fmla="*/ 137 w 906"/>
                <a:gd name="T17" fmla="*/ 1103 h 1104"/>
                <a:gd name="T18" fmla="*/ 345 w 906"/>
                <a:gd name="T19" fmla="*/ 1103 h 1104"/>
                <a:gd name="T20" fmla="*/ 345 w 906"/>
                <a:gd name="T21" fmla="*/ 709 h 1104"/>
                <a:gd name="T22" fmla="*/ 560 w 906"/>
                <a:gd name="T23" fmla="*/ 800 h 1104"/>
                <a:gd name="T24" fmla="*/ 896 w 906"/>
                <a:gd name="T25" fmla="*/ 390 h 1104"/>
                <a:gd name="T26" fmla="*/ 577 w 906"/>
                <a:gd name="T27" fmla="*/ 4 h 1104"/>
                <a:gd name="T28" fmla="*/ 515 w 906"/>
                <a:gd name="T29" fmla="*/ 120 h 1104"/>
                <a:gd name="T30" fmla="*/ 672 w 906"/>
                <a:gd name="T31" fmla="*/ 394 h 1104"/>
                <a:gd name="T32" fmla="*/ 515 w 906"/>
                <a:gd name="T33" fmla="*/ 688 h 1104"/>
                <a:gd name="T34" fmla="*/ 349 w 906"/>
                <a:gd name="T35" fmla="*/ 456 h 1104"/>
                <a:gd name="T36" fmla="*/ 349 w 906"/>
                <a:gd name="T37" fmla="*/ 390 h 1104"/>
                <a:gd name="T38" fmla="*/ 515 w 906"/>
                <a:gd name="T39" fmla="*/ 120 h 1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06" h="1104">
                  <a:moveTo>
                    <a:pt x="577" y="4"/>
                  </a:moveTo>
                  <a:cubicBezTo>
                    <a:pt x="498" y="4"/>
                    <a:pt x="424" y="41"/>
                    <a:pt x="357" y="112"/>
                  </a:cubicBezTo>
                  <a:cubicBezTo>
                    <a:pt x="357" y="75"/>
                    <a:pt x="357" y="0"/>
                    <a:pt x="357" y="0"/>
                  </a:cubicBezTo>
                  <a:lnTo>
                    <a:pt x="336" y="4"/>
                  </a:lnTo>
                  <a:lnTo>
                    <a:pt x="0" y="58"/>
                  </a:lnTo>
                  <a:lnTo>
                    <a:pt x="0" y="116"/>
                  </a:lnTo>
                  <a:lnTo>
                    <a:pt x="13" y="116"/>
                  </a:lnTo>
                  <a:cubicBezTo>
                    <a:pt x="117" y="120"/>
                    <a:pt x="137" y="141"/>
                    <a:pt x="137" y="240"/>
                  </a:cubicBezTo>
                  <a:lnTo>
                    <a:pt x="137" y="1103"/>
                  </a:lnTo>
                  <a:lnTo>
                    <a:pt x="345" y="1103"/>
                  </a:lnTo>
                  <a:cubicBezTo>
                    <a:pt x="345" y="1103"/>
                    <a:pt x="345" y="775"/>
                    <a:pt x="345" y="709"/>
                  </a:cubicBezTo>
                  <a:cubicBezTo>
                    <a:pt x="382" y="755"/>
                    <a:pt x="444" y="800"/>
                    <a:pt x="560" y="800"/>
                  </a:cubicBezTo>
                  <a:cubicBezTo>
                    <a:pt x="780" y="800"/>
                    <a:pt x="896" y="659"/>
                    <a:pt x="896" y="390"/>
                  </a:cubicBezTo>
                  <a:cubicBezTo>
                    <a:pt x="905" y="145"/>
                    <a:pt x="784" y="4"/>
                    <a:pt x="577" y="4"/>
                  </a:cubicBezTo>
                  <a:close/>
                  <a:moveTo>
                    <a:pt x="515" y="120"/>
                  </a:moveTo>
                  <a:cubicBezTo>
                    <a:pt x="656" y="120"/>
                    <a:pt x="672" y="274"/>
                    <a:pt x="672" y="394"/>
                  </a:cubicBezTo>
                  <a:cubicBezTo>
                    <a:pt x="672" y="593"/>
                    <a:pt x="623" y="688"/>
                    <a:pt x="515" y="688"/>
                  </a:cubicBezTo>
                  <a:cubicBezTo>
                    <a:pt x="378" y="688"/>
                    <a:pt x="349" y="560"/>
                    <a:pt x="349" y="456"/>
                  </a:cubicBezTo>
                  <a:lnTo>
                    <a:pt x="349" y="390"/>
                  </a:lnTo>
                  <a:cubicBezTo>
                    <a:pt x="353" y="307"/>
                    <a:pt x="370" y="120"/>
                    <a:pt x="515" y="120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54" name="Freeform 12">
              <a:extLst>
                <a:ext uri="{FF2B5EF4-FFF2-40B4-BE49-F238E27FC236}">
                  <a16:creationId xmlns:a16="http://schemas.microsoft.com/office/drawing/2014/main" id="{654F19AB-3165-0C45-956D-18DF9FE52D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3200" y="4198938"/>
              <a:ext cx="123825" cy="282575"/>
            </a:xfrm>
            <a:custGeom>
              <a:avLst/>
              <a:gdLst>
                <a:gd name="T0" fmla="*/ 0 w 345"/>
                <a:gd name="T1" fmla="*/ 58 h 785"/>
                <a:gd name="T2" fmla="*/ 0 w 345"/>
                <a:gd name="T3" fmla="*/ 116 h 785"/>
                <a:gd name="T4" fmla="*/ 12 w 345"/>
                <a:gd name="T5" fmla="*/ 116 h 785"/>
                <a:gd name="T6" fmla="*/ 137 w 345"/>
                <a:gd name="T7" fmla="*/ 240 h 785"/>
                <a:gd name="T8" fmla="*/ 137 w 345"/>
                <a:gd name="T9" fmla="*/ 784 h 785"/>
                <a:gd name="T10" fmla="*/ 344 w 345"/>
                <a:gd name="T11" fmla="*/ 784 h 785"/>
                <a:gd name="T12" fmla="*/ 344 w 345"/>
                <a:gd name="T13" fmla="*/ 0 h 785"/>
                <a:gd name="T14" fmla="*/ 328 w 345"/>
                <a:gd name="T15" fmla="*/ 4 h 785"/>
                <a:gd name="T16" fmla="*/ 0 w 345"/>
                <a:gd name="T17" fmla="*/ 58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5" h="785">
                  <a:moveTo>
                    <a:pt x="0" y="58"/>
                  </a:moveTo>
                  <a:lnTo>
                    <a:pt x="0" y="116"/>
                  </a:lnTo>
                  <a:lnTo>
                    <a:pt x="12" y="116"/>
                  </a:lnTo>
                  <a:cubicBezTo>
                    <a:pt x="116" y="120"/>
                    <a:pt x="137" y="141"/>
                    <a:pt x="137" y="240"/>
                  </a:cubicBezTo>
                  <a:lnTo>
                    <a:pt x="137" y="784"/>
                  </a:lnTo>
                  <a:lnTo>
                    <a:pt x="344" y="784"/>
                  </a:lnTo>
                  <a:lnTo>
                    <a:pt x="344" y="0"/>
                  </a:lnTo>
                  <a:lnTo>
                    <a:pt x="328" y="4"/>
                  </a:lnTo>
                  <a:lnTo>
                    <a:pt x="0" y="5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55" name="Freeform 13">
              <a:extLst>
                <a:ext uri="{FF2B5EF4-FFF2-40B4-BE49-F238E27FC236}">
                  <a16:creationId xmlns:a16="http://schemas.microsoft.com/office/drawing/2014/main" id="{19210B54-B61B-D446-8001-6CBBA742D2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6063" y="4084638"/>
              <a:ext cx="93662" cy="82550"/>
            </a:xfrm>
            <a:custGeom>
              <a:avLst/>
              <a:gdLst>
                <a:gd name="T0" fmla="*/ 129 w 262"/>
                <a:gd name="T1" fmla="*/ 228 h 229"/>
                <a:gd name="T2" fmla="*/ 261 w 262"/>
                <a:gd name="T3" fmla="*/ 112 h 229"/>
                <a:gd name="T4" fmla="*/ 133 w 262"/>
                <a:gd name="T5" fmla="*/ 0 h 229"/>
                <a:gd name="T6" fmla="*/ 4 w 262"/>
                <a:gd name="T7" fmla="*/ 112 h 229"/>
                <a:gd name="T8" fmla="*/ 129 w 262"/>
                <a:gd name="T9" fmla="*/ 228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2" h="229">
                  <a:moveTo>
                    <a:pt x="129" y="228"/>
                  </a:moveTo>
                  <a:cubicBezTo>
                    <a:pt x="199" y="228"/>
                    <a:pt x="261" y="178"/>
                    <a:pt x="261" y="112"/>
                  </a:cubicBezTo>
                  <a:cubicBezTo>
                    <a:pt x="261" y="49"/>
                    <a:pt x="203" y="0"/>
                    <a:pt x="133" y="0"/>
                  </a:cubicBezTo>
                  <a:cubicBezTo>
                    <a:pt x="62" y="0"/>
                    <a:pt x="4" y="49"/>
                    <a:pt x="4" y="112"/>
                  </a:cubicBezTo>
                  <a:cubicBezTo>
                    <a:pt x="0" y="178"/>
                    <a:pt x="58" y="228"/>
                    <a:pt x="129" y="22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59" name="Freeform 14">
              <a:extLst>
                <a:ext uri="{FF2B5EF4-FFF2-40B4-BE49-F238E27FC236}">
                  <a16:creationId xmlns:a16="http://schemas.microsoft.com/office/drawing/2014/main" id="{75BE2ACF-9DE4-E046-9EEA-749B2B08E1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638" y="4200525"/>
              <a:ext cx="244475" cy="280988"/>
            </a:xfrm>
            <a:custGeom>
              <a:avLst/>
              <a:gdLst>
                <a:gd name="T0" fmla="*/ 676 w 677"/>
                <a:gd name="T1" fmla="*/ 174 h 781"/>
                <a:gd name="T2" fmla="*/ 676 w 677"/>
                <a:gd name="T3" fmla="*/ 12 h 781"/>
                <a:gd name="T4" fmla="*/ 663 w 677"/>
                <a:gd name="T5" fmla="*/ 12 h 781"/>
                <a:gd name="T6" fmla="*/ 564 w 677"/>
                <a:gd name="T7" fmla="*/ 4 h 781"/>
                <a:gd name="T8" fmla="*/ 348 w 677"/>
                <a:gd name="T9" fmla="*/ 158 h 781"/>
                <a:gd name="T10" fmla="*/ 348 w 677"/>
                <a:gd name="T11" fmla="*/ 0 h 781"/>
                <a:gd name="T12" fmla="*/ 331 w 677"/>
                <a:gd name="T13" fmla="*/ 0 h 781"/>
                <a:gd name="T14" fmla="*/ 0 w 677"/>
                <a:gd name="T15" fmla="*/ 54 h 781"/>
                <a:gd name="T16" fmla="*/ 0 w 677"/>
                <a:gd name="T17" fmla="*/ 112 h 781"/>
                <a:gd name="T18" fmla="*/ 12 w 677"/>
                <a:gd name="T19" fmla="*/ 112 h 781"/>
                <a:gd name="T20" fmla="*/ 141 w 677"/>
                <a:gd name="T21" fmla="*/ 236 h 781"/>
                <a:gd name="T22" fmla="*/ 141 w 677"/>
                <a:gd name="T23" fmla="*/ 780 h 781"/>
                <a:gd name="T24" fmla="*/ 348 w 677"/>
                <a:gd name="T25" fmla="*/ 780 h 781"/>
                <a:gd name="T26" fmla="*/ 348 w 677"/>
                <a:gd name="T27" fmla="*/ 390 h 781"/>
                <a:gd name="T28" fmla="*/ 568 w 677"/>
                <a:gd name="T29" fmla="*/ 170 h 781"/>
                <a:gd name="T30" fmla="*/ 643 w 677"/>
                <a:gd name="T31" fmla="*/ 183 h 781"/>
                <a:gd name="T32" fmla="*/ 676 w 677"/>
                <a:gd name="T33" fmla="*/ 191 h 781"/>
                <a:gd name="T34" fmla="*/ 676 w 677"/>
                <a:gd name="T35" fmla="*/ 174 h 7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77" h="781">
                  <a:moveTo>
                    <a:pt x="676" y="174"/>
                  </a:moveTo>
                  <a:lnTo>
                    <a:pt x="676" y="12"/>
                  </a:lnTo>
                  <a:lnTo>
                    <a:pt x="663" y="12"/>
                  </a:lnTo>
                  <a:cubicBezTo>
                    <a:pt x="630" y="8"/>
                    <a:pt x="593" y="4"/>
                    <a:pt x="564" y="4"/>
                  </a:cubicBezTo>
                  <a:cubicBezTo>
                    <a:pt x="443" y="4"/>
                    <a:pt x="381" y="91"/>
                    <a:pt x="348" y="158"/>
                  </a:cubicBezTo>
                  <a:cubicBezTo>
                    <a:pt x="348" y="95"/>
                    <a:pt x="348" y="0"/>
                    <a:pt x="348" y="0"/>
                  </a:cubicBezTo>
                  <a:lnTo>
                    <a:pt x="331" y="0"/>
                  </a:lnTo>
                  <a:lnTo>
                    <a:pt x="0" y="54"/>
                  </a:lnTo>
                  <a:lnTo>
                    <a:pt x="0" y="112"/>
                  </a:lnTo>
                  <a:lnTo>
                    <a:pt x="12" y="112"/>
                  </a:lnTo>
                  <a:cubicBezTo>
                    <a:pt x="116" y="116"/>
                    <a:pt x="141" y="137"/>
                    <a:pt x="141" y="236"/>
                  </a:cubicBezTo>
                  <a:lnTo>
                    <a:pt x="141" y="780"/>
                  </a:lnTo>
                  <a:lnTo>
                    <a:pt x="348" y="780"/>
                  </a:lnTo>
                  <a:lnTo>
                    <a:pt x="348" y="390"/>
                  </a:lnTo>
                  <a:cubicBezTo>
                    <a:pt x="348" y="324"/>
                    <a:pt x="369" y="170"/>
                    <a:pt x="568" y="170"/>
                  </a:cubicBezTo>
                  <a:cubicBezTo>
                    <a:pt x="593" y="170"/>
                    <a:pt x="618" y="178"/>
                    <a:pt x="643" y="183"/>
                  </a:cubicBezTo>
                  <a:lnTo>
                    <a:pt x="676" y="191"/>
                  </a:lnTo>
                  <a:lnTo>
                    <a:pt x="676" y="17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0" name="Freeform 15">
              <a:extLst>
                <a:ext uri="{FF2B5EF4-FFF2-40B4-BE49-F238E27FC236}">
                  <a16:creationId xmlns:a16="http://schemas.microsoft.com/office/drawing/2014/main" id="{104587F0-80D8-A841-9535-A55E5B87D3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275" y="4200525"/>
              <a:ext cx="266700" cy="287338"/>
            </a:xfrm>
            <a:custGeom>
              <a:avLst/>
              <a:gdLst>
                <a:gd name="T0" fmla="*/ 738 w 743"/>
                <a:gd name="T1" fmla="*/ 315 h 797"/>
                <a:gd name="T2" fmla="*/ 390 w 743"/>
                <a:gd name="T3" fmla="*/ 0 h 797"/>
                <a:gd name="T4" fmla="*/ 0 w 743"/>
                <a:gd name="T5" fmla="*/ 373 h 797"/>
                <a:gd name="T6" fmla="*/ 456 w 743"/>
                <a:gd name="T7" fmla="*/ 796 h 797"/>
                <a:gd name="T8" fmla="*/ 713 w 743"/>
                <a:gd name="T9" fmla="*/ 755 h 797"/>
                <a:gd name="T10" fmla="*/ 726 w 743"/>
                <a:gd name="T11" fmla="*/ 751 h 797"/>
                <a:gd name="T12" fmla="*/ 726 w 743"/>
                <a:gd name="T13" fmla="*/ 651 h 797"/>
                <a:gd name="T14" fmla="*/ 705 w 743"/>
                <a:gd name="T15" fmla="*/ 660 h 797"/>
                <a:gd name="T16" fmla="*/ 543 w 743"/>
                <a:gd name="T17" fmla="*/ 684 h 797"/>
                <a:gd name="T18" fmla="*/ 232 w 743"/>
                <a:gd name="T19" fmla="*/ 332 h 797"/>
                <a:gd name="T20" fmla="*/ 742 w 743"/>
                <a:gd name="T21" fmla="*/ 332 h 797"/>
                <a:gd name="T22" fmla="*/ 742 w 743"/>
                <a:gd name="T23" fmla="*/ 315 h 797"/>
                <a:gd name="T24" fmla="*/ 738 w 743"/>
                <a:gd name="T25" fmla="*/ 315 h 797"/>
                <a:gd name="T26" fmla="*/ 386 w 743"/>
                <a:gd name="T27" fmla="*/ 83 h 797"/>
                <a:gd name="T28" fmla="*/ 531 w 743"/>
                <a:gd name="T29" fmla="*/ 236 h 797"/>
                <a:gd name="T30" fmla="*/ 228 w 743"/>
                <a:gd name="T31" fmla="*/ 236 h 797"/>
                <a:gd name="T32" fmla="*/ 386 w 743"/>
                <a:gd name="T33" fmla="*/ 83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43" h="797">
                  <a:moveTo>
                    <a:pt x="738" y="315"/>
                  </a:moveTo>
                  <a:cubicBezTo>
                    <a:pt x="738" y="104"/>
                    <a:pt x="622" y="0"/>
                    <a:pt x="390" y="0"/>
                  </a:cubicBezTo>
                  <a:cubicBezTo>
                    <a:pt x="128" y="0"/>
                    <a:pt x="0" y="124"/>
                    <a:pt x="0" y="373"/>
                  </a:cubicBezTo>
                  <a:cubicBezTo>
                    <a:pt x="0" y="639"/>
                    <a:pt x="170" y="796"/>
                    <a:pt x="456" y="796"/>
                  </a:cubicBezTo>
                  <a:cubicBezTo>
                    <a:pt x="581" y="796"/>
                    <a:pt x="676" y="763"/>
                    <a:pt x="713" y="755"/>
                  </a:cubicBezTo>
                  <a:lnTo>
                    <a:pt x="726" y="751"/>
                  </a:lnTo>
                  <a:lnTo>
                    <a:pt x="726" y="651"/>
                  </a:lnTo>
                  <a:lnTo>
                    <a:pt x="705" y="660"/>
                  </a:lnTo>
                  <a:cubicBezTo>
                    <a:pt x="672" y="672"/>
                    <a:pt x="610" y="684"/>
                    <a:pt x="543" y="684"/>
                  </a:cubicBezTo>
                  <a:cubicBezTo>
                    <a:pt x="319" y="684"/>
                    <a:pt x="236" y="498"/>
                    <a:pt x="232" y="332"/>
                  </a:cubicBezTo>
                  <a:cubicBezTo>
                    <a:pt x="261" y="332"/>
                    <a:pt x="742" y="332"/>
                    <a:pt x="742" y="332"/>
                  </a:cubicBezTo>
                  <a:lnTo>
                    <a:pt x="742" y="315"/>
                  </a:lnTo>
                  <a:lnTo>
                    <a:pt x="738" y="315"/>
                  </a:lnTo>
                  <a:close/>
                  <a:moveTo>
                    <a:pt x="386" y="83"/>
                  </a:moveTo>
                  <a:cubicBezTo>
                    <a:pt x="498" y="83"/>
                    <a:pt x="527" y="166"/>
                    <a:pt x="531" y="236"/>
                  </a:cubicBezTo>
                  <a:cubicBezTo>
                    <a:pt x="506" y="236"/>
                    <a:pt x="257" y="236"/>
                    <a:pt x="228" y="236"/>
                  </a:cubicBezTo>
                  <a:cubicBezTo>
                    <a:pt x="232" y="183"/>
                    <a:pt x="269" y="83"/>
                    <a:pt x="386" y="8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1" name="Freeform 16">
              <a:extLst>
                <a:ext uri="{FF2B5EF4-FFF2-40B4-BE49-F238E27FC236}">
                  <a16:creationId xmlns:a16="http://schemas.microsoft.com/office/drawing/2014/main" id="{18B8BCCF-CB0E-924F-9F5A-FA5E21F8BF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0175" y="4071938"/>
              <a:ext cx="314325" cy="409575"/>
            </a:xfrm>
            <a:custGeom>
              <a:avLst/>
              <a:gdLst>
                <a:gd name="T0" fmla="*/ 634 w 872"/>
                <a:gd name="T1" fmla="*/ 357 h 1138"/>
                <a:gd name="T2" fmla="*/ 348 w 872"/>
                <a:gd name="T3" fmla="*/ 523 h 1138"/>
                <a:gd name="T4" fmla="*/ 348 w 872"/>
                <a:gd name="T5" fmla="*/ 0 h 1138"/>
                <a:gd name="T6" fmla="*/ 332 w 872"/>
                <a:gd name="T7" fmla="*/ 4 h 1138"/>
                <a:gd name="T8" fmla="*/ 0 w 872"/>
                <a:gd name="T9" fmla="*/ 46 h 1138"/>
                <a:gd name="T10" fmla="*/ 0 w 872"/>
                <a:gd name="T11" fmla="*/ 104 h 1138"/>
                <a:gd name="T12" fmla="*/ 16 w 872"/>
                <a:gd name="T13" fmla="*/ 104 h 1138"/>
                <a:gd name="T14" fmla="*/ 141 w 872"/>
                <a:gd name="T15" fmla="*/ 233 h 1138"/>
                <a:gd name="T16" fmla="*/ 141 w 872"/>
                <a:gd name="T17" fmla="*/ 1137 h 1138"/>
                <a:gd name="T18" fmla="*/ 348 w 872"/>
                <a:gd name="T19" fmla="*/ 1137 h 1138"/>
                <a:gd name="T20" fmla="*/ 348 w 872"/>
                <a:gd name="T21" fmla="*/ 747 h 1138"/>
                <a:gd name="T22" fmla="*/ 547 w 872"/>
                <a:gd name="T23" fmla="*/ 494 h 1138"/>
                <a:gd name="T24" fmla="*/ 663 w 872"/>
                <a:gd name="T25" fmla="*/ 660 h 1138"/>
                <a:gd name="T26" fmla="*/ 663 w 872"/>
                <a:gd name="T27" fmla="*/ 1137 h 1138"/>
                <a:gd name="T28" fmla="*/ 871 w 872"/>
                <a:gd name="T29" fmla="*/ 1137 h 1138"/>
                <a:gd name="T30" fmla="*/ 871 w 872"/>
                <a:gd name="T31" fmla="*/ 635 h 1138"/>
                <a:gd name="T32" fmla="*/ 634 w 872"/>
                <a:gd name="T33" fmla="*/ 357 h 1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2" h="1138">
                  <a:moveTo>
                    <a:pt x="634" y="357"/>
                  </a:moveTo>
                  <a:cubicBezTo>
                    <a:pt x="481" y="357"/>
                    <a:pt x="394" y="452"/>
                    <a:pt x="348" y="523"/>
                  </a:cubicBezTo>
                  <a:cubicBezTo>
                    <a:pt x="348" y="440"/>
                    <a:pt x="348" y="0"/>
                    <a:pt x="348" y="0"/>
                  </a:cubicBezTo>
                  <a:lnTo>
                    <a:pt x="332" y="4"/>
                  </a:lnTo>
                  <a:lnTo>
                    <a:pt x="0" y="46"/>
                  </a:lnTo>
                  <a:lnTo>
                    <a:pt x="0" y="104"/>
                  </a:lnTo>
                  <a:lnTo>
                    <a:pt x="16" y="104"/>
                  </a:lnTo>
                  <a:cubicBezTo>
                    <a:pt x="120" y="108"/>
                    <a:pt x="141" y="133"/>
                    <a:pt x="141" y="233"/>
                  </a:cubicBezTo>
                  <a:lnTo>
                    <a:pt x="141" y="1137"/>
                  </a:lnTo>
                  <a:lnTo>
                    <a:pt x="348" y="1137"/>
                  </a:lnTo>
                  <a:lnTo>
                    <a:pt x="348" y="747"/>
                  </a:lnTo>
                  <a:cubicBezTo>
                    <a:pt x="348" y="606"/>
                    <a:pt x="456" y="494"/>
                    <a:pt x="547" y="494"/>
                  </a:cubicBezTo>
                  <a:cubicBezTo>
                    <a:pt x="663" y="494"/>
                    <a:pt x="663" y="581"/>
                    <a:pt x="663" y="660"/>
                  </a:cubicBezTo>
                  <a:lnTo>
                    <a:pt x="663" y="1137"/>
                  </a:lnTo>
                  <a:lnTo>
                    <a:pt x="871" y="1137"/>
                  </a:lnTo>
                  <a:lnTo>
                    <a:pt x="871" y="635"/>
                  </a:lnTo>
                  <a:cubicBezTo>
                    <a:pt x="871" y="552"/>
                    <a:pt x="871" y="357"/>
                    <a:pt x="634" y="357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2" name="Freeform 17">
              <a:extLst>
                <a:ext uri="{FF2B5EF4-FFF2-40B4-BE49-F238E27FC236}">
                  <a16:creationId xmlns:a16="http://schemas.microsoft.com/office/drawing/2014/main" id="{92FF7965-C3DD-AB4A-8712-FC95BD5129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4350" y="4200525"/>
              <a:ext cx="266700" cy="287338"/>
            </a:xfrm>
            <a:custGeom>
              <a:avLst/>
              <a:gdLst>
                <a:gd name="T0" fmla="*/ 742 w 743"/>
                <a:gd name="T1" fmla="*/ 315 h 797"/>
                <a:gd name="T2" fmla="*/ 394 w 743"/>
                <a:gd name="T3" fmla="*/ 0 h 797"/>
                <a:gd name="T4" fmla="*/ 0 w 743"/>
                <a:gd name="T5" fmla="*/ 373 h 797"/>
                <a:gd name="T6" fmla="*/ 456 w 743"/>
                <a:gd name="T7" fmla="*/ 796 h 797"/>
                <a:gd name="T8" fmla="*/ 713 w 743"/>
                <a:gd name="T9" fmla="*/ 755 h 797"/>
                <a:gd name="T10" fmla="*/ 726 w 743"/>
                <a:gd name="T11" fmla="*/ 751 h 797"/>
                <a:gd name="T12" fmla="*/ 726 w 743"/>
                <a:gd name="T13" fmla="*/ 651 h 797"/>
                <a:gd name="T14" fmla="*/ 705 w 743"/>
                <a:gd name="T15" fmla="*/ 660 h 797"/>
                <a:gd name="T16" fmla="*/ 543 w 743"/>
                <a:gd name="T17" fmla="*/ 684 h 797"/>
                <a:gd name="T18" fmla="*/ 232 w 743"/>
                <a:gd name="T19" fmla="*/ 332 h 797"/>
                <a:gd name="T20" fmla="*/ 742 w 743"/>
                <a:gd name="T21" fmla="*/ 332 h 797"/>
                <a:gd name="T22" fmla="*/ 742 w 743"/>
                <a:gd name="T23" fmla="*/ 315 h 797"/>
                <a:gd name="T24" fmla="*/ 386 w 743"/>
                <a:gd name="T25" fmla="*/ 83 h 797"/>
                <a:gd name="T26" fmla="*/ 531 w 743"/>
                <a:gd name="T27" fmla="*/ 236 h 797"/>
                <a:gd name="T28" fmla="*/ 228 w 743"/>
                <a:gd name="T29" fmla="*/ 236 h 797"/>
                <a:gd name="T30" fmla="*/ 386 w 743"/>
                <a:gd name="T31" fmla="*/ 83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43" h="797">
                  <a:moveTo>
                    <a:pt x="742" y="315"/>
                  </a:moveTo>
                  <a:cubicBezTo>
                    <a:pt x="742" y="104"/>
                    <a:pt x="626" y="0"/>
                    <a:pt x="394" y="0"/>
                  </a:cubicBezTo>
                  <a:cubicBezTo>
                    <a:pt x="133" y="0"/>
                    <a:pt x="0" y="124"/>
                    <a:pt x="0" y="373"/>
                  </a:cubicBezTo>
                  <a:cubicBezTo>
                    <a:pt x="0" y="639"/>
                    <a:pt x="170" y="796"/>
                    <a:pt x="456" y="796"/>
                  </a:cubicBezTo>
                  <a:cubicBezTo>
                    <a:pt x="581" y="796"/>
                    <a:pt x="676" y="763"/>
                    <a:pt x="713" y="755"/>
                  </a:cubicBezTo>
                  <a:lnTo>
                    <a:pt x="726" y="751"/>
                  </a:lnTo>
                  <a:lnTo>
                    <a:pt x="726" y="651"/>
                  </a:lnTo>
                  <a:lnTo>
                    <a:pt x="705" y="660"/>
                  </a:lnTo>
                  <a:cubicBezTo>
                    <a:pt x="672" y="672"/>
                    <a:pt x="610" y="684"/>
                    <a:pt x="543" y="684"/>
                  </a:cubicBezTo>
                  <a:cubicBezTo>
                    <a:pt x="319" y="684"/>
                    <a:pt x="236" y="498"/>
                    <a:pt x="232" y="332"/>
                  </a:cubicBezTo>
                  <a:cubicBezTo>
                    <a:pt x="261" y="332"/>
                    <a:pt x="742" y="332"/>
                    <a:pt x="742" y="332"/>
                  </a:cubicBezTo>
                  <a:lnTo>
                    <a:pt x="742" y="315"/>
                  </a:lnTo>
                  <a:close/>
                  <a:moveTo>
                    <a:pt x="386" y="83"/>
                  </a:moveTo>
                  <a:cubicBezTo>
                    <a:pt x="498" y="83"/>
                    <a:pt x="527" y="166"/>
                    <a:pt x="531" y="236"/>
                  </a:cubicBezTo>
                  <a:cubicBezTo>
                    <a:pt x="506" y="236"/>
                    <a:pt x="257" y="236"/>
                    <a:pt x="228" y="236"/>
                  </a:cubicBezTo>
                  <a:cubicBezTo>
                    <a:pt x="236" y="183"/>
                    <a:pt x="270" y="83"/>
                    <a:pt x="386" y="8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3" name="Freeform 18">
              <a:extLst>
                <a:ext uri="{FF2B5EF4-FFF2-40B4-BE49-F238E27FC236}">
                  <a16:creationId xmlns:a16="http://schemas.microsoft.com/office/drawing/2014/main" id="{6E79049F-2BC7-E145-B545-4A3945E39D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4113" y="4121150"/>
              <a:ext cx="212725" cy="366713"/>
            </a:xfrm>
            <a:custGeom>
              <a:avLst/>
              <a:gdLst>
                <a:gd name="T0" fmla="*/ 141 w 589"/>
                <a:gd name="T1" fmla="*/ 237 h 1017"/>
                <a:gd name="T2" fmla="*/ 0 w 589"/>
                <a:gd name="T3" fmla="*/ 237 h 1017"/>
                <a:gd name="T4" fmla="*/ 0 w 589"/>
                <a:gd name="T5" fmla="*/ 328 h 1017"/>
                <a:gd name="T6" fmla="*/ 141 w 589"/>
                <a:gd name="T7" fmla="*/ 328 h 1017"/>
                <a:gd name="T8" fmla="*/ 141 w 589"/>
                <a:gd name="T9" fmla="*/ 797 h 1017"/>
                <a:gd name="T10" fmla="*/ 427 w 589"/>
                <a:gd name="T11" fmla="*/ 1016 h 1017"/>
                <a:gd name="T12" fmla="*/ 551 w 589"/>
                <a:gd name="T13" fmla="*/ 1004 h 1017"/>
                <a:gd name="T14" fmla="*/ 564 w 589"/>
                <a:gd name="T15" fmla="*/ 1004 h 1017"/>
                <a:gd name="T16" fmla="*/ 564 w 589"/>
                <a:gd name="T17" fmla="*/ 909 h 1017"/>
                <a:gd name="T18" fmla="*/ 547 w 589"/>
                <a:gd name="T19" fmla="*/ 913 h 1017"/>
                <a:gd name="T20" fmla="*/ 485 w 589"/>
                <a:gd name="T21" fmla="*/ 917 h 1017"/>
                <a:gd name="T22" fmla="*/ 352 w 589"/>
                <a:gd name="T23" fmla="*/ 772 h 1017"/>
                <a:gd name="T24" fmla="*/ 352 w 589"/>
                <a:gd name="T25" fmla="*/ 328 h 1017"/>
                <a:gd name="T26" fmla="*/ 588 w 589"/>
                <a:gd name="T27" fmla="*/ 328 h 1017"/>
                <a:gd name="T28" fmla="*/ 588 w 589"/>
                <a:gd name="T29" fmla="*/ 237 h 1017"/>
                <a:gd name="T30" fmla="*/ 352 w 589"/>
                <a:gd name="T31" fmla="*/ 237 h 1017"/>
                <a:gd name="T32" fmla="*/ 352 w 589"/>
                <a:gd name="T33" fmla="*/ 0 h 1017"/>
                <a:gd name="T34" fmla="*/ 141 w 589"/>
                <a:gd name="T35" fmla="*/ 0 h 1017"/>
                <a:gd name="T36" fmla="*/ 141 w 589"/>
                <a:gd name="T37" fmla="*/ 237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89" h="1017">
                  <a:moveTo>
                    <a:pt x="141" y="237"/>
                  </a:moveTo>
                  <a:lnTo>
                    <a:pt x="0" y="237"/>
                  </a:lnTo>
                  <a:lnTo>
                    <a:pt x="0" y="328"/>
                  </a:lnTo>
                  <a:lnTo>
                    <a:pt x="141" y="328"/>
                  </a:lnTo>
                  <a:lnTo>
                    <a:pt x="141" y="797"/>
                  </a:lnTo>
                  <a:cubicBezTo>
                    <a:pt x="141" y="1000"/>
                    <a:pt x="270" y="1016"/>
                    <a:pt x="427" y="1016"/>
                  </a:cubicBezTo>
                  <a:cubicBezTo>
                    <a:pt x="464" y="1016"/>
                    <a:pt x="505" y="1012"/>
                    <a:pt x="551" y="1004"/>
                  </a:cubicBezTo>
                  <a:lnTo>
                    <a:pt x="564" y="1004"/>
                  </a:lnTo>
                  <a:lnTo>
                    <a:pt x="564" y="909"/>
                  </a:lnTo>
                  <a:lnTo>
                    <a:pt x="547" y="913"/>
                  </a:lnTo>
                  <a:cubicBezTo>
                    <a:pt x="530" y="917"/>
                    <a:pt x="510" y="917"/>
                    <a:pt x="485" y="917"/>
                  </a:cubicBezTo>
                  <a:cubicBezTo>
                    <a:pt x="360" y="917"/>
                    <a:pt x="352" y="880"/>
                    <a:pt x="352" y="772"/>
                  </a:cubicBezTo>
                  <a:lnTo>
                    <a:pt x="352" y="328"/>
                  </a:lnTo>
                  <a:lnTo>
                    <a:pt x="588" y="328"/>
                  </a:lnTo>
                  <a:lnTo>
                    <a:pt x="588" y="237"/>
                  </a:lnTo>
                  <a:lnTo>
                    <a:pt x="352" y="237"/>
                  </a:lnTo>
                  <a:lnTo>
                    <a:pt x="352" y="0"/>
                  </a:lnTo>
                  <a:lnTo>
                    <a:pt x="141" y="0"/>
                  </a:lnTo>
                  <a:lnTo>
                    <a:pt x="141" y="237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4" name="Freeform 19">
              <a:extLst>
                <a:ext uri="{FF2B5EF4-FFF2-40B4-BE49-F238E27FC236}">
                  <a16:creationId xmlns:a16="http://schemas.microsoft.com/office/drawing/2014/main" id="{5F0AFAB9-676E-6E46-9C41-2B9D134EB5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49963" y="4087813"/>
              <a:ext cx="450850" cy="395287"/>
            </a:xfrm>
            <a:custGeom>
              <a:avLst/>
              <a:gdLst>
                <a:gd name="T0" fmla="*/ 1245 w 1254"/>
                <a:gd name="T1" fmla="*/ 0 h 1096"/>
                <a:gd name="T2" fmla="*/ 1033 w 1254"/>
                <a:gd name="T3" fmla="*/ 0 h 1096"/>
                <a:gd name="T4" fmla="*/ 1033 w 1254"/>
                <a:gd name="T5" fmla="*/ 829 h 1096"/>
                <a:gd name="T6" fmla="*/ 485 w 1254"/>
                <a:gd name="T7" fmla="*/ 0 h 1096"/>
                <a:gd name="T8" fmla="*/ 0 w 1254"/>
                <a:gd name="T9" fmla="*/ 0 h 1096"/>
                <a:gd name="T10" fmla="*/ 0 w 1254"/>
                <a:gd name="T11" fmla="*/ 62 h 1096"/>
                <a:gd name="T12" fmla="*/ 42 w 1254"/>
                <a:gd name="T13" fmla="*/ 70 h 1096"/>
                <a:gd name="T14" fmla="*/ 178 w 1254"/>
                <a:gd name="T15" fmla="*/ 220 h 1096"/>
                <a:gd name="T16" fmla="*/ 178 w 1254"/>
                <a:gd name="T17" fmla="*/ 1095 h 1096"/>
                <a:gd name="T18" fmla="*/ 403 w 1254"/>
                <a:gd name="T19" fmla="*/ 1095 h 1096"/>
                <a:gd name="T20" fmla="*/ 403 w 1254"/>
                <a:gd name="T21" fmla="*/ 228 h 1096"/>
                <a:gd name="T22" fmla="*/ 975 w 1254"/>
                <a:gd name="T23" fmla="*/ 1095 h 1096"/>
                <a:gd name="T24" fmla="*/ 1253 w 1254"/>
                <a:gd name="T25" fmla="*/ 1095 h 1096"/>
                <a:gd name="T26" fmla="*/ 1253 w 1254"/>
                <a:gd name="T27" fmla="*/ 0 h 1096"/>
                <a:gd name="T28" fmla="*/ 1245 w 1254"/>
                <a:gd name="T29" fmla="*/ 0 h 10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54" h="1096">
                  <a:moveTo>
                    <a:pt x="1245" y="0"/>
                  </a:moveTo>
                  <a:lnTo>
                    <a:pt x="1033" y="0"/>
                  </a:lnTo>
                  <a:cubicBezTo>
                    <a:pt x="1033" y="0"/>
                    <a:pt x="1033" y="751"/>
                    <a:pt x="1033" y="829"/>
                  </a:cubicBezTo>
                  <a:cubicBezTo>
                    <a:pt x="992" y="763"/>
                    <a:pt x="485" y="0"/>
                    <a:pt x="485" y="0"/>
                  </a:cubicBezTo>
                  <a:lnTo>
                    <a:pt x="0" y="0"/>
                  </a:lnTo>
                  <a:lnTo>
                    <a:pt x="0" y="62"/>
                  </a:lnTo>
                  <a:lnTo>
                    <a:pt x="42" y="70"/>
                  </a:lnTo>
                  <a:cubicBezTo>
                    <a:pt x="170" y="91"/>
                    <a:pt x="178" y="95"/>
                    <a:pt x="178" y="220"/>
                  </a:cubicBezTo>
                  <a:lnTo>
                    <a:pt x="178" y="1095"/>
                  </a:lnTo>
                  <a:lnTo>
                    <a:pt x="403" y="1095"/>
                  </a:lnTo>
                  <a:cubicBezTo>
                    <a:pt x="403" y="1095"/>
                    <a:pt x="403" y="307"/>
                    <a:pt x="403" y="228"/>
                  </a:cubicBezTo>
                  <a:cubicBezTo>
                    <a:pt x="448" y="294"/>
                    <a:pt x="975" y="1095"/>
                    <a:pt x="975" y="1095"/>
                  </a:cubicBezTo>
                  <a:lnTo>
                    <a:pt x="1253" y="1095"/>
                  </a:lnTo>
                  <a:lnTo>
                    <a:pt x="1253" y="0"/>
                  </a:lnTo>
                  <a:lnTo>
                    <a:pt x="124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5" name="Freeform 20">
              <a:extLst>
                <a:ext uri="{FF2B5EF4-FFF2-40B4-BE49-F238E27FC236}">
                  <a16:creationId xmlns:a16="http://schemas.microsoft.com/office/drawing/2014/main" id="{52E7E7D0-B884-8647-A2EC-F1B256A3B5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73838" y="4200525"/>
              <a:ext cx="266700" cy="287338"/>
            </a:xfrm>
            <a:custGeom>
              <a:avLst/>
              <a:gdLst>
                <a:gd name="T0" fmla="*/ 390 w 740"/>
                <a:gd name="T1" fmla="*/ 0 h 797"/>
                <a:gd name="T2" fmla="*/ 0 w 740"/>
                <a:gd name="T3" fmla="*/ 373 h 797"/>
                <a:gd name="T4" fmla="*/ 456 w 740"/>
                <a:gd name="T5" fmla="*/ 796 h 797"/>
                <a:gd name="T6" fmla="*/ 714 w 740"/>
                <a:gd name="T7" fmla="*/ 755 h 797"/>
                <a:gd name="T8" fmla="*/ 726 w 740"/>
                <a:gd name="T9" fmla="*/ 751 h 797"/>
                <a:gd name="T10" fmla="*/ 726 w 740"/>
                <a:gd name="T11" fmla="*/ 651 h 797"/>
                <a:gd name="T12" fmla="*/ 705 w 740"/>
                <a:gd name="T13" fmla="*/ 660 h 797"/>
                <a:gd name="T14" fmla="*/ 539 w 740"/>
                <a:gd name="T15" fmla="*/ 684 h 797"/>
                <a:gd name="T16" fmla="*/ 228 w 740"/>
                <a:gd name="T17" fmla="*/ 332 h 797"/>
                <a:gd name="T18" fmla="*/ 739 w 740"/>
                <a:gd name="T19" fmla="*/ 332 h 797"/>
                <a:gd name="T20" fmla="*/ 739 w 740"/>
                <a:gd name="T21" fmla="*/ 315 h 797"/>
                <a:gd name="T22" fmla="*/ 390 w 740"/>
                <a:gd name="T23" fmla="*/ 0 h 797"/>
                <a:gd name="T24" fmla="*/ 386 w 740"/>
                <a:gd name="T25" fmla="*/ 83 h 797"/>
                <a:gd name="T26" fmla="*/ 531 w 740"/>
                <a:gd name="T27" fmla="*/ 236 h 797"/>
                <a:gd name="T28" fmla="*/ 228 w 740"/>
                <a:gd name="T29" fmla="*/ 236 h 797"/>
                <a:gd name="T30" fmla="*/ 386 w 740"/>
                <a:gd name="T31" fmla="*/ 83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40" h="797">
                  <a:moveTo>
                    <a:pt x="390" y="0"/>
                  </a:moveTo>
                  <a:cubicBezTo>
                    <a:pt x="129" y="0"/>
                    <a:pt x="0" y="124"/>
                    <a:pt x="0" y="373"/>
                  </a:cubicBezTo>
                  <a:cubicBezTo>
                    <a:pt x="0" y="639"/>
                    <a:pt x="170" y="796"/>
                    <a:pt x="456" y="796"/>
                  </a:cubicBezTo>
                  <a:cubicBezTo>
                    <a:pt x="581" y="796"/>
                    <a:pt x="676" y="767"/>
                    <a:pt x="714" y="755"/>
                  </a:cubicBezTo>
                  <a:lnTo>
                    <a:pt x="726" y="751"/>
                  </a:lnTo>
                  <a:lnTo>
                    <a:pt x="726" y="651"/>
                  </a:lnTo>
                  <a:lnTo>
                    <a:pt x="705" y="660"/>
                  </a:lnTo>
                  <a:cubicBezTo>
                    <a:pt x="672" y="672"/>
                    <a:pt x="610" y="684"/>
                    <a:pt x="539" y="684"/>
                  </a:cubicBezTo>
                  <a:cubicBezTo>
                    <a:pt x="315" y="684"/>
                    <a:pt x="232" y="498"/>
                    <a:pt x="228" y="332"/>
                  </a:cubicBezTo>
                  <a:lnTo>
                    <a:pt x="739" y="332"/>
                  </a:lnTo>
                  <a:lnTo>
                    <a:pt x="739" y="315"/>
                  </a:lnTo>
                  <a:cubicBezTo>
                    <a:pt x="739" y="104"/>
                    <a:pt x="622" y="0"/>
                    <a:pt x="390" y="0"/>
                  </a:cubicBezTo>
                  <a:close/>
                  <a:moveTo>
                    <a:pt x="386" y="83"/>
                  </a:moveTo>
                  <a:cubicBezTo>
                    <a:pt x="498" y="83"/>
                    <a:pt x="527" y="162"/>
                    <a:pt x="531" y="236"/>
                  </a:cubicBezTo>
                  <a:lnTo>
                    <a:pt x="228" y="236"/>
                  </a:lnTo>
                  <a:cubicBezTo>
                    <a:pt x="232" y="187"/>
                    <a:pt x="270" y="83"/>
                    <a:pt x="386" y="8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6" name="Freeform 21">
              <a:extLst>
                <a:ext uri="{FF2B5EF4-FFF2-40B4-BE49-F238E27FC236}">
                  <a16:creationId xmlns:a16="http://schemas.microsoft.com/office/drawing/2014/main" id="{61F14272-4709-1449-BA3C-DA383B7CE6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4075" y="4121150"/>
              <a:ext cx="212725" cy="366713"/>
            </a:xfrm>
            <a:custGeom>
              <a:avLst/>
              <a:gdLst>
                <a:gd name="T0" fmla="*/ 141 w 590"/>
                <a:gd name="T1" fmla="*/ 237 h 1017"/>
                <a:gd name="T2" fmla="*/ 0 w 590"/>
                <a:gd name="T3" fmla="*/ 237 h 1017"/>
                <a:gd name="T4" fmla="*/ 0 w 590"/>
                <a:gd name="T5" fmla="*/ 328 h 1017"/>
                <a:gd name="T6" fmla="*/ 141 w 590"/>
                <a:gd name="T7" fmla="*/ 328 h 1017"/>
                <a:gd name="T8" fmla="*/ 141 w 590"/>
                <a:gd name="T9" fmla="*/ 797 h 1017"/>
                <a:gd name="T10" fmla="*/ 427 w 590"/>
                <a:gd name="T11" fmla="*/ 1016 h 1017"/>
                <a:gd name="T12" fmla="*/ 551 w 590"/>
                <a:gd name="T13" fmla="*/ 1004 h 1017"/>
                <a:gd name="T14" fmla="*/ 564 w 590"/>
                <a:gd name="T15" fmla="*/ 1004 h 1017"/>
                <a:gd name="T16" fmla="*/ 564 w 590"/>
                <a:gd name="T17" fmla="*/ 909 h 1017"/>
                <a:gd name="T18" fmla="*/ 547 w 590"/>
                <a:gd name="T19" fmla="*/ 913 h 1017"/>
                <a:gd name="T20" fmla="*/ 485 w 590"/>
                <a:gd name="T21" fmla="*/ 917 h 1017"/>
                <a:gd name="T22" fmla="*/ 352 w 590"/>
                <a:gd name="T23" fmla="*/ 772 h 1017"/>
                <a:gd name="T24" fmla="*/ 352 w 590"/>
                <a:gd name="T25" fmla="*/ 328 h 1017"/>
                <a:gd name="T26" fmla="*/ 589 w 590"/>
                <a:gd name="T27" fmla="*/ 328 h 1017"/>
                <a:gd name="T28" fmla="*/ 589 w 590"/>
                <a:gd name="T29" fmla="*/ 237 h 1017"/>
                <a:gd name="T30" fmla="*/ 352 w 590"/>
                <a:gd name="T31" fmla="*/ 237 h 1017"/>
                <a:gd name="T32" fmla="*/ 352 w 590"/>
                <a:gd name="T33" fmla="*/ 0 h 1017"/>
                <a:gd name="T34" fmla="*/ 141 w 590"/>
                <a:gd name="T35" fmla="*/ 0 h 1017"/>
                <a:gd name="T36" fmla="*/ 141 w 590"/>
                <a:gd name="T37" fmla="*/ 237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0" h="1017">
                  <a:moveTo>
                    <a:pt x="141" y="237"/>
                  </a:moveTo>
                  <a:lnTo>
                    <a:pt x="0" y="237"/>
                  </a:lnTo>
                  <a:lnTo>
                    <a:pt x="0" y="328"/>
                  </a:lnTo>
                  <a:lnTo>
                    <a:pt x="141" y="328"/>
                  </a:lnTo>
                  <a:lnTo>
                    <a:pt x="141" y="797"/>
                  </a:lnTo>
                  <a:cubicBezTo>
                    <a:pt x="141" y="1000"/>
                    <a:pt x="269" y="1016"/>
                    <a:pt x="427" y="1016"/>
                  </a:cubicBezTo>
                  <a:cubicBezTo>
                    <a:pt x="464" y="1016"/>
                    <a:pt x="506" y="1012"/>
                    <a:pt x="551" y="1004"/>
                  </a:cubicBezTo>
                  <a:lnTo>
                    <a:pt x="564" y="1004"/>
                  </a:lnTo>
                  <a:lnTo>
                    <a:pt x="564" y="909"/>
                  </a:lnTo>
                  <a:lnTo>
                    <a:pt x="547" y="913"/>
                  </a:lnTo>
                  <a:cubicBezTo>
                    <a:pt x="531" y="917"/>
                    <a:pt x="510" y="917"/>
                    <a:pt x="485" y="917"/>
                  </a:cubicBezTo>
                  <a:cubicBezTo>
                    <a:pt x="361" y="917"/>
                    <a:pt x="352" y="880"/>
                    <a:pt x="352" y="772"/>
                  </a:cubicBezTo>
                  <a:lnTo>
                    <a:pt x="352" y="328"/>
                  </a:lnTo>
                  <a:lnTo>
                    <a:pt x="589" y="328"/>
                  </a:lnTo>
                  <a:lnTo>
                    <a:pt x="589" y="237"/>
                  </a:lnTo>
                  <a:lnTo>
                    <a:pt x="352" y="237"/>
                  </a:lnTo>
                  <a:lnTo>
                    <a:pt x="352" y="0"/>
                  </a:lnTo>
                  <a:lnTo>
                    <a:pt x="141" y="0"/>
                  </a:lnTo>
                  <a:lnTo>
                    <a:pt x="141" y="237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7" name="Freeform 22">
              <a:extLst>
                <a:ext uri="{FF2B5EF4-FFF2-40B4-BE49-F238E27FC236}">
                  <a16:creationId xmlns:a16="http://schemas.microsoft.com/office/drawing/2014/main" id="{27E70208-101F-114B-B69E-4DC59BE1E0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0063" y="4206875"/>
              <a:ext cx="331787" cy="274638"/>
            </a:xfrm>
            <a:custGeom>
              <a:avLst/>
              <a:gdLst>
                <a:gd name="T0" fmla="*/ 705 w 921"/>
                <a:gd name="T1" fmla="*/ 248 h 764"/>
                <a:gd name="T2" fmla="*/ 920 w 921"/>
                <a:gd name="T3" fmla="*/ 0 h 764"/>
                <a:gd name="T4" fmla="*/ 701 w 921"/>
                <a:gd name="T5" fmla="*/ 0 h 764"/>
                <a:gd name="T6" fmla="*/ 497 w 921"/>
                <a:gd name="T7" fmla="*/ 236 h 764"/>
                <a:gd name="T8" fmla="*/ 319 w 921"/>
                <a:gd name="T9" fmla="*/ 0 h 764"/>
                <a:gd name="T10" fmla="*/ 0 w 921"/>
                <a:gd name="T11" fmla="*/ 0 h 764"/>
                <a:gd name="T12" fmla="*/ 0 w 921"/>
                <a:gd name="T13" fmla="*/ 62 h 764"/>
                <a:gd name="T14" fmla="*/ 12 w 921"/>
                <a:gd name="T15" fmla="*/ 62 h 764"/>
                <a:gd name="T16" fmla="*/ 211 w 921"/>
                <a:gd name="T17" fmla="*/ 178 h 764"/>
                <a:gd name="T18" fmla="*/ 344 w 921"/>
                <a:gd name="T19" fmla="*/ 352 h 764"/>
                <a:gd name="T20" fmla="*/ 128 w 921"/>
                <a:gd name="T21" fmla="*/ 601 h 764"/>
                <a:gd name="T22" fmla="*/ 348 w 921"/>
                <a:gd name="T23" fmla="*/ 601 h 764"/>
                <a:gd name="T24" fmla="*/ 443 w 921"/>
                <a:gd name="T25" fmla="*/ 489 h 764"/>
                <a:gd name="T26" fmla="*/ 651 w 921"/>
                <a:gd name="T27" fmla="*/ 763 h 764"/>
                <a:gd name="T28" fmla="*/ 900 w 921"/>
                <a:gd name="T29" fmla="*/ 763 h 764"/>
                <a:gd name="T30" fmla="*/ 506 w 921"/>
                <a:gd name="T31" fmla="*/ 248 h 764"/>
                <a:gd name="T32" fmla="*/ 705 w 921"/>
                <a:gd name="T33" fmla="*/ 248 h 7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21" h="764">
                  <a:moveTo>
                    <a:pt x="705" y="248"/>
                  </a:moveTo>
                  <a:lnTo>
                    <a:pt x="920" y="0"/>
                  </a:lnTo>
                  <a:lnTo>
                    <a:pt x="701" y="0"/>
                  </a:lnTo>
                  <a:lnTo>
                    <a:pt x="497" y="236"/>
                  </a:lnTo>
                  <a:lnTo>
                    <a:pt x="319" y="0"/>
                  </a:lnTo>
                  <a:lnTo>
                    <a:pt x="0" y="0"/>
                  </a:lnTo>
                  <a:lnTo>
                    <a:pt x="0" y="62"/>
                  </a:lnTo>
                  <a:lnTo>
                    <a:pt x="12" y="62"/>
                  </a:lnTo>
                  <a:cubicBezTo>
                    <a:pt x="120" y="70"/>
                    <a:pt x="145" y="87"/>
                    <a:pt x="211" y="178"/>
                  </a:cubicBezTo>
                  <a:lnTo>
                    <a:pt x="344" y="352"/>
                  </a:lnTo>
                  <a:lnTo>
                    <a:pt x="128" y="601"/>
                  </a:lnTo>
                  <a:lnTo>
                    <a:pt x="348" y="601"/>
                  </a:lnTo>
                  <a:lnTo>
                    <a:pt x="443" y="489"/>
                  </a:lnTo>
                  <a:lnTo>
                    <a:pt x="651" y="763"/>
                  </a:lnTo>
                  <a:lnTo>
                    <a:pt x="900" y="763"/>
                  </a:lnTo>
                  <a:lnTo>
                    <a:pt x="506" y="248"/>
                  </a:lnTo>
                  <a:lnTo>
                    <a:pt x="705" y="24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8" name="Freeform 23">
              <a:extLst>
                <a:ext uri="{FF2B5EF4-FFF2-40B4-BE49-F238E27FC236}">
                  <a16:creationId xmlns:a16="http://schemas.microsoft.com/office/drawing/2014/main" id="{06EFC0FA-751C-3544-ADD1-C461CAF2E9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5500" y="4010025"/>
              <a:ext cx="176213" cy="111125"/>
            </a:xfrm>
            <a:custGeom>
              <a:avLst/>
              <a:gdLst>
                <a:gd name="T0" fmla="*/ 224 w 490"/>
                <a:gd name="T1" fmla="*/ 307 h 308"/>
                <a:gd name="T2" fmla="*/ 0 w 490"/>
                <a:gd name="T3" fmla="*/ 307 h 308"/>
                <a:gd name="T4" fmla="*/ 269 w 490"/>
                <a:gd name="T5" fmla="*/ 0 h 308"/>
                <a:gd name="T6" fmla="*/ 489 w 490"/>
                <a:gd name="T7" fmla="*/ 0 h 308"/>
                <a:gd name="T8" fmla="*/ 224 w 490"/>
                <a:gd name="T9" fmla="*/ 307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0" h="308">
                  <a:moveTo>
                    <a:pt x="224" y="307"/>
                  </a:moveTo>
                  <a:lnTo>
                    <a:pt x="0" y="307"/>
                  </a:lnTo>
                  <a:lnTo>
                    <a:pt x="269" y="0"/>
                  </a:lnTo>
                  <a:lnTo>
                    <a:pt x="489" y="0"/>
                  </a:lnTo>
                  <a:lnTo>
                    <a:pt x="224" y="307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</p:grpSp>
      <p:sp>
        <p:nvSpPr>
          <p:cNvPr id="70" name="Footer">
            <a:extLst>
              <a:ext uri="{FF2B5EF4-FFF2-40B4-BE49-F238E27FC236}">
                <a16:creationId xmlns:a16="http://schemas.microsoft.com/office/drawing/2014/main" id="{4090EFC2-DD28-BA4A-AEB9-FA6ED53D9835}"/>
              </a:ext>
            </a:extLst>
          </p:cNvPr>
          <p:cNvSpPr txBox="1"/>
          <p:nvPr userDrawn="1"/>
        </p:nvSpPr>
        <p:spPr>
          <a:xfrm>
            <a:off x="6641794" y="4911221"/>
            <a:ext cx="24625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rPr>
              <a:t>© Hitachi Vantara LLC 2021.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644321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67">
            <a:extLst>
              <a:ext uri="{FF2B5EF4-FFF2-40B4-BE49-F238E27FC236}">
                <a16:creationId xmlns:a16="http://schemas.microsoft.com/office/drawing/2014/main" id="{E7EADFDC-3E4E-4F4C-A7A9-CF8DD7D900B7}"/>
              </a:ext>
            </a:extLst>
          </p:cNvPr>
          <p:cNvSpPr/>
          <p:nvPr userDrawn="1"/>
        </p:nvSpPr>
        <p:spPr>
          <a:xfrm>
            <a:off x="0" y="0"/>
            <a:ext cx="5943600" cy="5157216"/>
          </a:xfrm>
          <a:prstGeom prst="rect">
            <a:avLst/>
          </a:prstGeom>
          <a:gradFill>
            <a:gsLst>
              <a:gs pos="0">
                <a:schemeClr val="tx1">
                  <a:lumMod val="60000"/>
                  <a:lumOff val="40000"/>
                  <a:alpha val="25000"/>
                </a:schemeClr>
              </a:gs>
              <a:gs pos="98000">
                <a:schemeClr val="bg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5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1348" y="2803117"/>
            <a:ext cx="4286425" cy="830997"/>
          </a:xfrm>
          <a:prstGeom prst="rect">
            <a:avLst/>
          </a:prstGeom>
          <a:effectLst/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charset="2"/>
              <a:buNone/>
              <a:tabLst/>
              <a:defRPr sz="2400" cap="none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Subtitle placeholder</a:t>
            </a:r>
          </a:p>
          <a:p>
            <a:r>
              <a:rPr lang="en-US" dirty="0"/>
              <a:t>Subtitle placeholder</a:t>
            </a:r>
          </a:p>
        </p:txBody>
      </p:sp>
      <p:sp>
        <p:nvSpPr>
          <p:cNvPr id="57" name="Title 1"/>
          <p:cNvSpPr>
            <a:spLocks noGrp="1"/>
          </p:cNvSpPr>
          <p:nvPr>
            <p:ph type="ctrTitle" hasCustomPrompt="1"/>
          </p:nvPr>
        </p:nvSpPr>
        <p:spPr>
          <a:xfrm>
            <a:off x="681348" y="725773"/>
            <a:ext cx="5148359" cy="2071294"/>
          </a:xfrm>
          <a:prstGeom prst="rect">
            <a:avLst/>
          </a:prstGeom>
          <a:effectLst/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4400" b="1" cap="none" baseline="0"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2 Line Hitachi Title Slide Placeholder </a:t>
            </a:r>
            <a:br>
              <a:rPr lang="en-US" dirty="0"/>
            </a:br>
            <a:r>
              <a:rPr lang="en-US" dirty="0"/>
              <a:t>2 Line Hitachi </a:t>
            </a:r>
          </a:p>
        </p:txBody>
      </p:sp>
      <p:sp>
        <p:nvSpPr>
          <p:cNvPr id="58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681349" y="3905309"/>
            <a:ext cx="3544411" cy="307777"/>
          </a:xfrm>
        </p:spPr>
        <p:txBody>
          <a:bodyPr anchor="t"/>
          <a:lstStyle>
            <a:lvl1pPr marL="0" indent="0">
              <a:spcBef>
                <a:spcPts val="0"/>
              </a:spcBef>
              <a:spcAft>
                <a:spcPts val="300"/>
              </a:spcAft>
              <a:buNone/>
              <a:defRPr sz="1400" b="1" baseline="0">
                <a:solidFill>
                  <a:schemeClr val="tx1"/>
                </a:solidFill>
              </a:defRPr>
            </a:lvl1pPr>
            <a:lvl2pPr marL="280987" indent="0">
              <a:buNone/>
              <a:defRPr/>
            </a:lvl2pPr>
            <a:lvl3pPr marL="574675" indent="0">
              <a:buNone/>
              <a:defRPr/>
            </a:lvl3pPr>
            <a:lvl4pPr marL="855663" indent="0">
              <a:buNone/>
              <a:defRPr/>
            </a:lvl4pPr>
            <a:lvl5pPr marL="1090613" indent="0">
              <a:buNone/>
              <a:defRPr/>
            </a:lvl5pPr>
          </a:lstStyle>
          <a:p>
            <a:pPr lvl="0"/>
            <a:r>
              <a:rPr lang="en-US" dirty="0"/>
              <a:t>Name Here</a:t>
            </a:r>
          </a:p>
        </p:txBody>
      </p:sp>
      <p:sp>
        <p:nvSpPr>
          <p:cNvPr id="7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681349" y="4134651"/>
            <a:ext cx="3544411" cy="461665"/>
          </a:xfrm>
        </p:spPr>
        <p:txBody>
          <a:bodyPr anchor="t"/>
          <a:lstStyle>
            <a:lvl1pPr marL="0" indent="0">
              <a:spcBef>
                <a:spcPts val="0"/>
              </a:spcBef>
              <a:spcAft>
                <a:spcPts val="300"/>
              </a:spcAft>
              <a:buNone/>
              <a:defRPr sz="1200">
                <a:solidFill>
                  <a:schemeClr val="tx1"/>
                </a:solidFill>
              </a:defRPr>
            </a:lvl1pPr>
            <a:lvl2pPr marL="280987" indent="0">
              <a:buNone/>
              <a:defRPr/>
            </a:lvl2pPr>
            <a:lvl3pPr marL="574675" indent="0">
              <a:buNone/>
              <a:defRPr/>
            </a:lvl3pPr>
            <a:lvl4pPr marL="855663" indent="0">
              <a:buNone/>
              <a:defRPr/>
            </a:lvl4pPr>
            <a:lvl5pPr marL="1090613" indent="0">
              <a:buNone/>
              <a:defRPr/>
            </a:lvl5pPr>
          </a:lstStyle>
          <a:p>
            <a:pPr lvl="0"/>
            <a:r>
              <a:rPr lang="en-US" dirty="0"/>
              <a:t>Title/Department</a:t>
            </a:r>
            <a:br>
              <a:rPr lang="en-US" dirty="0"/>
            </a:br>
            <a:r>
              <a:rPr lang="en-US" dirty="0"/>
              <a:t>Date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11" y="4915450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111F478C-84AE-4601-9BE4-60468A3A6C06}" type="slidenum">
              <a:rPr lang="en-US" sz="800" smtClean="0">
                <a:solidFill>
                  <a:prstClr val="white">
                    <a:alpha val="50000"/>
                  </a:prstClr>
                </a:solidFill>
                <a:latin typeface="Arial"/>
              </a:rPr>
              <a:pPr/>
              <a:t>‹#›</a:t>
            </a:fld>
            <a:endParaRPr lang="en-US" sz="800" dirty="0">
              <a:solidFill>
                <a:prstClr val="white">
                  <a:alpha val="50000"/>
                </a:prstClr>
              </a:solidFill>
              <a:latin typeface="Arial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F6F85EA-1CAA-F34C-8631-AB308554EFA3}"/>
              </a:ext>
            </a:extLst>
          </p:cNvPr>
          <p:cNvSpPr txBox="1"/>
          <p:nvPr userDrawn="1"/>
        </p:nvSpPr>
        <p:spPr>
          <a:xfrm>
            <a:off x="1611" y="4915450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111F478C-84AE-4601-9BE4-60468A3A6C06}" type="slidenum">
              <a:rPr lang="en-US" sz="800" smtClean="0">
                <a:solidFill>
                  <a:prstClr val="white">
                    <a:alpha val="50000"/>
                  </a:prstClr>
                </a:solidFill>
                <a:latin typeface="Arial"/>
              </a:rPr>
              <a:pPr/>
              <a:t>‹#›</a:t>
            </a:fld>
            <a:endParaRPr lang="en-US" sz="800" dirty="0">
              <a:solidFill>
                <a:prstClr val="white">
                  <a:alpha val="50000"/>
                </a:prstClr>
              </a:solidFill>
              <a:latin typeface="Arial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3D34347-5503-CF42-98BC-54772FA6C03C}"/>
              </a:ext>
            </a:extLst>
          </p:cNvPr>
          <p:cNvSpPr/>
          <p:nvPr userDrawn="1"/>
        </p:nvSpPr>
        <p:spPr>
          <a:xfrm>
            <a:off x="695091" y="4911122"/>
            <a:ext cx="542544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CONFIDENTIAL – For use by Hitachi Vantara employees and other audiences under NDA only.</a:t>
            </a:r>
          </a:p>
        </p:txBody>
      </p:sp>
      <p:pic>
        <p:nvPicPr>
          <p:cNvPr id="70" name="Graphic 69">
            <a:extLst>
              <a:ext uri="{FF2B5EF4-FFF2-40B4-BE49-F238E27FC236}">
                <a16:creationId xmlns:a16="http://schemas.microsoft.com/office/drawing/2014/main" id="{77635230-F3E7-A540-BBEE-66DC1E31C3A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12" y="812800"/>
            <a:ext cx="570117" cy="433070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9C540E91-D0DF-714D-B6FE-5392D49406C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37908" y="-1"/>
            <a:ext cx="3218475" cy="5157217"/>
          </a:xfrm>
          <a:prstGeom prst="rect">
            <a:avLst/>
          </a:prstGeom>
        </p:spPr>
      </p:pic>
      <p:sp>
        <p:nvSpPr>
          <p:cNvPr id="40" name="Image Shade">
            <a:extLst>
              <a:ext uri="{FF2B5EF4-FFF2-40B4-BE49-F238E27FC236}">
                <a16:creationId xmlns:a16="http://schemas.microsoft.com/office/drawing/2014/main" id="{DA36143A-F315-914D-8543-617886D2E64B}"/>
              </a:ext>
            </a:extLst>
          </p:cNvPr>
          <p:cNvSpPr/>
          <p:nvPr userDrawn="1"/>
        </p:nvSpPr>
        <p:spPr>
          <a:xfrm>
            <a:off x="5942892" y="0"/>
            <a:ext cx="3201108" cy="2571750"/>
          </a:xfrm>
          <a:prstGeom prst="rect">
            <a:avLst/>
          </a:prstGeom>
          <a:gradFill flip="none" rotWithShape="1">
            <a:gsLst>
              <a:gs pos="36000">
                <a:schemeClr val="tx2">
                  <a:alpha val="0"/>
                </a:schemeClr>
              </a:gs>
              <a:gs pos="69000">
                <a:schemeClr val="tx2">
                  <a:alpha val="65000"/>
                </a:schemeClr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grpSp>
        <p:nvGrpSpPr>
          <p:cNvPr id="42" name="Hitachi CS Logo">
            <a:extLst>
              <a:ext uri="{FF2B5EF4-FFF2-40B4-BE49-F238E27FC236}">
                <a16:creationId xmlns:a16="http://schemas.microsoft.com/office/drawing/2014/main" id="{AC31A395-8781-AA40-ADDD-87AEA770CFF5}"/>
              </a:ext>
            </a:extLst>
          </p:cNvPr>
          <p:cNvGrpSpPr/>
          <p:nvPr userDrawn="1"/>
        </p:nvGrpSpPr>
        <p:grpSpPr>
          <a:xfrm>
            <a:off x="7684916" y="225821"/>
            <a:ext cx="1247901" cy="356665"/>
            <a:chOff x="2751138" y="3262313"/>
            <a:chExt cx="4665662" cy="1333500"/>
          </a:xfrm>
          <a:solidFill>
            <a:schemeClr val="bg1"/>
          </a:solidFill>
        </p:grpSpPr>
        <p:sp>
          <p:nvSpPr>
            <p:cNvPr id="43" name="Freeform 1">
              <a:extLst>
                <a:ext uri="{FF2B5EF4-FFF2-40B4-BE49-F238E27FC236}">
                  <a16:creationId xmlns:a16="http://schemas.microsoft.com/office/drawing/2014/main" id="{D6F4C602-3468-F941-8149-3FA617AB94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0138" y="3275013"/>
              <a:ext cx="673100" cy="631825"/>
            </a:xfrm>
            <a:custGeom>
              <a:avLst/>
              <a:gdLst>
                <a:gd name="T0" fmla="*/ 465 w 1868"/>
                <a:gd name="T1" fmla="*/ 0 h 1755"/>
                <a:gd name="T2" fmla="*/ 465 w 1868"/>
                <a:gd name="T3" fmla="*/ 700 h 1755"/>
                <a:gd name="T4" fmla="*/ 1402 w 1868"/>
                <a:gd name="T5" fmla="*/ 700 h 1755"/>
                <a:gd name="T6" fmla="*/ 1402 w 1868"/>
                <a:gd name="T7" fmla="*/ 0 h 1755"/>
                <a:gd name="T8" fmla="*/ 1867 w 1868"/>
                <a:gd name="T9" fmla="*/ 0 h 1755"/>
                <a:gd name="T10" fmla="*/ 1867 w 1868"/>
                <a:gd name="T11" fmla="*/ 1754 h 1755"/>
                <a:gd name="T12" fmla="*/ 1402 w 1868"/>
                <a:gd name="T13" fmla="*/ 1754 h 1755"/>
                <a:gd name="T14" fmla="*/ 1402 w 1868"/>
                <a:gd name="T15" fmla="*/ 983 h 1755"/>
                <a:gd name="T16" fmla="*/ 465 w 1868"/>
                <a:gd name="T17" fmla="*/ 983 h 1755"/>
                <a:gd name="T18" fmla="*/ 465 w 1868"/>
                <a:gd name="T19" fmla="*/ 1754 h 1755"/>
                <a:gd name="T20" fmla="*/ 0 w 1868"/>
                <a:gd name="T21" fmla="*/ 1754 h 1755"/>
                <a:gd name="T22" fmla="*/ 0 w 1868"/>
                <a:gd name="T23" fmla="*/ 0 h 1755"/>
                <a:gd name="T24" fmla="*/ 465 w 1868"/>
                <a:gd name="T25" fmla="*/ 0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68" h="1755">
                  <a:moveTo>
                    <a:pt x="465" y="0"/>
                  </a:moveTo>
                  <a:cubicBezTo>
                    <a:pt x="465" y="0"/>
                    <a:pt x="465" y="705"/>
                    <a:pt x="465" y="700"/>
                  </a:cubicBezTo>
                  <a:lnTo>
                    <a:pt x="1402" y="700"/>
                  </a:lnTo>
                  <a:cubicBezTo>
                    <a:pt x="1402" y="705"/>
                    <a:pt x="1402" y="0"/>
                    <a:pt x="1402" y="0"/>
                  </a:cubicBezTo>
                  <a:cubicBezTo>
                    <a:pt x="1402" y="0"/>
                    <a:pt x="1863" y="0"/>
                    <a:pt x="1867" y="0"/>
                  </a:cubicBezTo>
                  <a:cubicBezTo>
                    <a:pt x="1867" y="0"/>
                    <a:pt x="1867" y="1750"/>
                    <a:pt x="1867" y="1754"/>
                  </a:cubicBezTo>
                  <a:lnTo>
                    <a:pt x="1402" y="1754"/>
                  </a:lnTo>
                  <a:cubicBezTo>
                    <a:pt x="1402" y="1754"/>
                    <a:pt x="1402" y="987"/>
                    <a:pt x="1402" y="983"/>
                  </a:cubicBezTo>
                  <a:cubicBezTo>
                    <a:pt x="1402" y="987"/>
                    <a:pt x="465" y="983"/>
                    <a:pt x="465" y="983"/>
                  </a:cubicBezTo>
                  <a:cubicBezTo>
                    <a:pt x="465" y="987"/>
                    <a:pt x="465" y="1754"/>
                    <a:pt x="465" y="1754"/>
                  </a:cubicBezTo>
                  <a:lnTo>
                    <a:pt x="0" y="1754"/>
                  </a:lnTo>
                  <a:cubicBezTo>
                    <a:pt x="0" y="1754"/>
                    <a:pt x="4" y="0"/>
                    <a:pt x="0" y="0"/>
                  </a:cubicBezTo>
                  <a:lnTo>
                    <a:pt x="46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44" name="Freeform 2">
              <a:extLst>
                <a:ext uri="{FF2B5EF4-FFF2-40B4-BE49-F238E27FC236}">
                  <a16:creationId xmlns:a16="http://schemas.microsoft.com/office/drawing/2014/main" id="{14CD078E-0B3F-E749-BE00-EF70D46843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3050" y="3275013"/>
              <a:ext cx="677863" cy="631825"/>
            </a:xfrm>
            <a:custGeom>
              <a:avLst/>
              <a:gdLst>
                <a:gd name="T0" fmla="*/ 1883 w 1884"/>
                <a:gd name="T1" fmla="*/ 0 h 1755"/>
                <a:gd name="T2" fmla="*/ 1883 w 1884"/>
                <a:gd name="T3" fmla="*/ 298 h 1755"/>
                <a:gd name="T4" fmla="*/ 1174 w 1884"/>
                <a:gd name="T5" fmla="*/ 298 h 1755"/>
                <a:gd name="T6" fmla="*/ 1174 w 1884"/>
                <a:gd name="T7" fmla="*/ 1754 h 1755"/>
                <a:gd name="T8" fmla="*/ 709 w 1884"/>
                <a:gd name="T9" fmla="*/ 1754 h 1755"/>
                <a:gd name="T10" fmla="*/ 709 w 1884"/>
                <a:gd name="T11" fmla="*/ 298 h 1755"/>
                <a:gd name="T12" fmla="*/ 0 w 1884"/>
                <a:gd name="T13" fmla="*/ 298 h 1755"/>
                <a:gd name="T14" fmla="*/ 0 w 1884"/>
                <a:gd name="T15" fmla="*/ 0 h 1755"/>
                <a:gd name="T16" fmla="*/ 1883 w 1884"/>
                <a:gd name="T17" fmla="*/ 0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84" h="1755">
                  <a:moveTo>
                    <a:pt x="1883" y="0"/>
                  </a:moveTo>
                  <a:cubicBezTo>
                    <a:pt x="1883" y="4"/>
                    <a:pt x="1883" y="298"/>
                    <a:pt x="1883" y="298"/>
                  </a:cubicBezTo>
                  <a:lnTo>
                    <a:pt x="1174" y="298"/>
                  </a:lnTo>
                  <a:lnTo>
                    <a:pt x="1174" y="1754"/>
                  </a:lnTo>
                  <a:lnTo>
                    <a:pt x="709" y="1754"/>
                  </a:lnTo>
                  <a:lnTo>
                    <a:pt x="709" y="298"/>
                  </a:lnTo>
                  <a:lnTo>
                    <a:pt x="0" y="298"/>
                  </a:lnTo>
                  <a:lnTo>
                    <a:pt x="0" y="0"/>
                  </a:lnTo>
                  <a:lnTo>
                    <a:pt x="1883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45" name="Freeform 3">
              <a:extLst>
                <a:ext uri="{FF2B5EF4-FFF2-40B4-BE49-F238E27FC236}">
                  <a16:creationId xmlns:a16="http://schemas.microsoft.com/office/drawing/2014/main" id="{2FFF4C63-159F-5241-8FB1-3314501ECD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4863" y="3275013"/>
              <a:ext cx="796925" cy="631825"/>
            </a:xfrm>
            <a:custGeom>
              <a:avLst/>
              <a:gdLst>
                <a:gd name="T0" fmla="*/ 2214 w 2215"/>
                <a:gd name="T1" fmla="*/ 1754 h 1755"/>
                <a:gd name="T2" fmla="*/ 1695 w 2215"/>
                <a:gd name="T3" fmla="*/ 1754 h 1755"/>
                <a:gd name="T4" fmla="*/ 1542 w 2215"/>
                <a:gd name="T5" fmla="*/ 1377 h 1755"/>
                <a:gd name="T6" fmla="*/ 672 w 2215"/>
                <a:gd name="T7" fmla="*/ 1377 h 1755"/>
                <a:gd name="T8" fmla="*/ 518 w 2215"/>
                <a:gd name="T9" fmla="*/ 1754 h 1755"/>
                <a:gd name="T10" fmla="*/ 0 w 2215"/>
                <a:gd name="T11" fmla="*/ 1754 h 1755"/>
                <a:gd name="T12" fmla="*/ 825 w 2215"/>
                <a:gd name="T13" fmla="*/ 0 h 1755"/>
                <a:gd name="T14" fmla="*/ 1392 w 2215"/>
                <a:gd name="T15" fmla="*/ 0 h 1755"/>
                <a:gd name="T16" fmla="*/ 2214 w 2215"/>
                <a:gd name="T17" fmla="*/ 1754 h 1755"/>
                <a:gd name="T18" fmla="*/ 788 w 2215"/>
                <a:gd name="T19" fmla="*/ 1095 h 1755"/>
                <a:gd name="T20" fmla="*/ 1434 w 2215"/>
                <a:gd name="T21" fmla="*/ 1095 h 1755"/>
                <a:gd name="T22" fmla="*/ 1107 w 2215"/>
                <a:gd name="T23" fmla="*/ 298 h 1755"/>
                <a:gd name="T24" fmla="*/ 788 w 2215"/>
                <a:gd name="T25" fmla="*/ 1095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15" h="1755">
                  <a:moveTo>
                    <a:pt x="2214" y="1754"/>
                  </a:moveTo>
                  <a:cubicBezTo>
                    <a:pt x="2214" y="1754"/>
                    <a:pt x="1691" y="1754"/>
                    <a:pt x="1695" y="1754"/>
                  </a:cubicBezTo>
                  <a:lnTo>
                    <a:pt x="1542" y="1377"/>
                  </a:lnTo>
                  <a:lnTo>
                    <a:pt x="672" y="1377"/>
                  </a:lnTo>
                  <a:cubicBezTo>
                    <a:pt x="672" y="1377"/>
                    <a:pt x="522" y="1754"/>
                    <a:pt x="518" y="1754"/>
                  </a:cubicBezTo>
                  <a:lnTo>
                    <a:pt x="0" y="1754"/>
                  </a:lnTo>
                  <a:lnTo>
                    <a:pt x="825" y="0"/>
                  </a:lnTo>
                  <a:lnTo>
                    <a:pt x="1392" y="0"/>
                  </a:lnTo>
                  <a:lnTo>
                    <a:pt x="2214" y="1754"/>
                  </a:lnTo>
                  <a:close/>
                  <a:moveTo>
                    <a:pt x="788" y="1095"/>
                  </a:moveTo>
                  <a:lnTo>
                    <a:pt x="1434" y="1095"/>
                  </a:lnTo>
                  <a:lnTo>
                    <a:pt x="1107" y="298"/>
                  </a:lnTo>
                  <a:lnTo>
                    <a:pt x="788" y="1095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46" name="Freeform 4">
              <a:extLst>
                <a:ext uri="{FF2B5EF4-FFF2-40B4-BE49-F238E27FC236}">
                  <a16:creationId xmlns:a16="http://schemas.microsoft.com/office/drawing/2014/main" id="{B1DF525D-5734-D547-BFFC-3D7F564806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85000" y="3275013"/>
              <a:ext cx="166688" cy="631825"/>
            </a:xfrm>
            <a:custGeom>
              <a:avLst/>
              <a:gdLst>
                <a:gd name="T0" fmla="*/ 232 w 465"/>
                <a:gd name="T1" fmla="*/ 1754 h 1755"/>
                <a:gd name="T2" fmla="*/ 0 w 465"/>
                <a:gd name="T3" fmla="*/ 1754 h 1755"/>
                <a:gd name="T4" fmla="*/ 0 w 465"/>
                <a:gd name="T5" fmla="*/ 0 h 1755"/>
                <a:gd name="T6" fmla="*/ 464 w 465"/>
                <a:gd name="T7" fmla="*/ 0 h 1755"/>
                <a:gd name="T8" fmla="*/ 464 w 465"/>
                <a:gd name="T9" fmla="*/ 1754 h 1755"/>
                <a:gd name="T10" fmla="*/ 232 w 465"/>
                <a:gd name="T11" fmla="*/ 1754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5" h="1755">
                  <a:moveTo>
                    <a:pt x="232" y="1754"/>
                  </a:moveTo>
                  <a:lnTo>
                    <a:pt x="0" y="1754"/>
                  </a:lnTo>
                  <a:lnTo>
                    <a:pt x="0" y="0"/>
                  </a:lnTo>
                  <a:lnTo>
                    <a:pt x="464" y="0"/>
                  </a:lnTo>
                  <a:lnTo>
                    <a:pt x="464" y="1754"/>
                  </a:lnTo>
                  <a:lnTo>
                    <a:pt x="232" y="175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48" name="Freeform 5">
              <a:extLst>
                <a:ext uri="{FF2B5EF4-FFF2-40B4-BE49-F238E27FC236}">
                  <a16:creationId xmlns:a16="http://schemas.microsoft.com/office/drawing/2014/main" id="{046B5EBA-FB80-DE4E-BD94-1CF9D0C44B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9588" y="3275013"/>
              <a:ext cx="673100" cy="631825"/>
            </a:xfrm>
            <a:custGeom>
              <a:avLst/>
              <a:gdLst>
                <a:gd name="T0" fmla="*/ 465 w 1868"/>
                <a:gd name="T1" fmla="*/ 0 h 1755"/>
                <a:gd name="T2" fmla="*/ 465 w 1868"/>
                <a:gd name="T3" fmla="*/ 700 h 1755"/>
                <a:gd name="T4" fmla="*/ 1402 w 1868"/>
                <a:gd name="T5" fmla="*/ 700 h 1755"/>
                <a:gd name="T6" fmla="*/ 1402 w 1868"/>
                <a:gd name="T7" fmla="*/ 0 h 1755"/>
                <a:gd name="T8" fmla="*/ 1867 w 1868"/>
                <a:gd name="T9" fmla="*/ 0 h 1755"/>
                <a:gd name="T10" fmla="*/ 1867 w 1868"/>
                <a:gd name="T11" fmla="*/ 1754 h 1755"/>
                <a:gd name="T12" fmla="*/ 1402 w 1868"/>
                <a:gd name="T13" fmla="*/ 1754 h 1755"/>
                <a:gd name="T14" fmla="*/ 1402 w 1868"/>
                <a:gd name="T15" fmla="*/ 983 h 1755"/>
                <a:gd name="T16" fmla="*/ 465 w 1868"/>
                <a:gd name="T17" fmla="*/ 983 h 1755"/>
                <a:gd name="T18" fmla="*/ 465 w 1868"/>
                <a:gd name="T19" fmla="*/ 1754 h 1755"/>
                <a:gd name="T20" fmla="*/ 0 w 1868"/>
                <a:gd name="T21" fmla="*/ 1754 h 1755"/>
                <a:gd name="T22" fmla="*/ 0 w 1868"/>
                <a:gd name="T23" fmla="*/ 0 h 1755"/>
                <a:gd name="T24" fmla="*/ 465 w 1868"/>
                <a:gd name="T25" fmla="*/ 0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68" h="1755">
                  <a:moveTo>
                    <a:pt x="465" y="0"/>
                  </a:moveTo>
                  <a:cubicBezTo>
                    <a:pt x="465" y="0"/>
                    <a:pt x="465" y="705"/>
                    <a:pt x="465" y="700"/>
                  </a:cubicBezTo>
                  <a:lnTo>
                    <a:pt x="1402" y="700"/>
                  </a:lnTo>
                  <a:cubicBezTo>
                    <a:pt x="1402" y="705"/>
                    <a:pt x="1402" y="0"/>
                    <a:pt x="1402" y="0"/>
                  </a:cubicBezTo>
                  <a:cubicBezTo>
                    <a:pt x="1402" y="0"/>
                    <a:pt x="1863" y="0"/>
                    <a:pt x="1867" y="0"/>
                  </a:cubicBezTo>
                  <a:cubicBezTo>
                    <a:pt x="1867" y="0"/>
                    <a:pt x="1867" y="1750"/>
                    <a:pt x="1867" y="1754"/>
                  </a:cubicBezTo>
                  <a:lnTo>
                    <a:pt x="1402" y="1754"/>
                  </a:lnTo>
                  <a:cubicBezTo>
                    <a:pt x="1402" y="1754"/>
                    <a:pt x="1402" y="987"/>
                    <a:pt x="1402" y="983"/>
                  </a:cubicBezTo>
                  <a:cubicBezTo>
                    <a:pt x="1402" y="987"/>
                    <a:pt x="465" y="983"/>
                    <a:pt x="465" y="983"/>
                  </a:cubicBezTo>
                  <a:cubicBezTo>
                    <a:pt x="465" y="987"/>
                    <a:pt x="465" y="1754"/>
                    <a:pt x="465" y="1754"/>
                  </a:cubicBezTo>
                  <a:lnTo>
                    <a:pt x="0" y="1754"/>
                  </a:lnTo>
                  <a:cubicBezTo>
                    <a:pt x="0" y="1754"/>
                    <a:pt x="5" y="0"/>
                    <a:pt x="0" y="0"/>
                  </a:cubicBezTo>
                  <a:lnTo>
                    <a:pt x="46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49" name="Freeform 6">
              <a:extLst>
                <a:ext uri="{FF2B5EF4-FFF2-40B4-BE49-F238E27FC236}">
                  <a16:creationId xmlns:a16="http://schemas.microsoft.com/office/drawing/2014/main" id="{F1512DD8-D777-FD4E-AFC7-F2710E3A56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4450" y="3275013"/>
              <a:ext cx="168275" cy="631825"/>
            </a:xfrm>
            <a:custGeom>
              <a:avLst/>
              <a:gdLst>
                <a:gd name="T0" fmla="*/ 233 w 466"/>
                <a:gd name="T1" fmla="*/ 1754 h 1755"/>
                <a:gd name="T2" fmla="*/ 0 w 466"/>
                <a:gd name="T3" fmla="*/ 1754 h 1755"/>
                <a:gd name="T4" fmla="*/ 0 w 466"/>
                <a:gd name="T5" fmla="*/ 0 h 1755"/>
                <a:gd name="T6" fmla="*/ 465 w 466"/>
                <a:gd name="T7" fmla="*/ 0 h 1755"/>
                <a:gd name="T8" fmla="*/ 465 w 466"/>
                <a:gd name="T9" fmla="*/ 1754 h 1755"/>
                <a:gd name="T10" fmla="*/ 233 w 466"/>
                <a:gd name="T11" fmla="*/ 1754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6" h="1755">
                  <a:moveTo>
                    <a:pt x="233" y="1754"/>
                  </a:moveTo>
                  <a:lnTo>
                    <a:pt x="0" y="1754"/>
                  </a:lnTo>
                  <a:lnTo>
                    <a:pt x="0" y="0"/>
                  </a:lnTo>
                  <a:lnTo>
                    <a:pt x="465" y="0"/>
                  </a:lnTo>
                  <a:lnTo>
                    <a:pt x="465" y="1754"/>
                  </a:lnTo>
                  <a:lnTo>
                    <a:pt x="233" y="175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50" name="Freeform 7">
              <a:extLst>
                <a:ext uri="{FF2B5EF4-FFF2-40B4-BE49-F238E27FC236}">
                  <a16:creationId xmlns:a16="http://schemas.microsoft.com/office/drawing/2014/main" id="{A6633E0C-86E3-E546-AC91-E513D486CD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3213" y="3262313"/>
              <a:ext cx="715962" cy="663575"/>
            </a:xfrm>
            <a:custGeom>
              <a:avLst/>
              <a:gdLst>
                <a:gd name="T0" fmla="*/ 62 w 1988"/>
                <a:gd name="T1" fmla="*/ 1307 h 1842"/>
                <a:gd name="T2" fmla="*/ 0 w 1988"/>
                <a:gd name="T3" fmla="*/ 933 h 1842"/>
                <a:gd name="T4" fmla="*/ 120 w 1988"/>
                <a:gd name="T5" fmla="*/ 423 h 1842"/>
                <a:gd name="T6" fmla="*/ 518 w 1988"/>
                <a:gd name="T7" fmla="*/ 91 h 1842"/>
                <a:gd name="T8" fmla="*/ 1033 w 1988"/>
                <a:gd name="T9" fmla="*/ 0 h 1842"/>
                <a:gd name="T10" fmla="*/ 1618 w 1988"/>
                <a:gd name="T11" fmla="*/ 125 h 1842"/>
                <a:gd name="T12" fmla="*/ 1950 w 1988"/>
                <a:gd name="T13" fmla="*/ 531 h 1842"/>
                <a:gd name="T14" fmla="*/ 1966 w 1988"/>
                <a:gd name="T15" fmla="*/ 643 h 1842"/>
                <a:gd name="T16" fmla="*/ 1481 w 1988"/>
                <a:gd name="T17" fmla="*/ 643 h 1842"/>
                <a:gd name="T18" fmla="*/ 1456 w 1988"/>
                <a:gd name="T19" fmla="*/ 506 h 1842"/>
                <a:gd name="T20" fmla="*/ 1240 w 1988"/>
                <a:gd name="T21" fmla="*/ 303 h 1842"/>
                <a:gd name="T22" fmla="*/ 1037 w 1988"/>
                <a:gd name="T23" fmla="*/ 274 h 1842"/>
                <a:gd name="T24" fmla="*/ 809 w 1988"/>
                <a:gd name="T25" fmla="*/ 315 h 1842"/>
                <a:gd name="T26" fmla="*/ 556 w 1988"/>
                <a:gd name="T27" fmla="*/ 573 h 1842"/>
                <a:gd name="T28" fmla="*/ 494 w 1988"/>
                <a:gd name="T29" fmla="*/ 942 h 1842"/>
                <a:gd name="T30" fmla="*/ 539 w 1988"/>
                <a:gd name="T31" fmla="*/ 1249 h 1842"/>
                <a:gd name="T32" fmla="*/ 792 w 1988"/>
                <a:gd name="T33" fmla="*/ 1527 h 1842"/>
                <a:gd name="T34" fmla="*/ 1041 w 1988"/>
                <a:gd name="T35" fmla="*/ 1572 h 1842"/>
                <a:gd name="T36" fmla="*/ 1257 w 1988"/>
                <a:gd name="T37" fmla="*/ 1539 h 1842"/>
                <a:gd name="T38" fmla="*/ 1460 w 1988"/>
                <a:gd name="T39" fmla="*/ 1356 h 1842"/>
                <a:gd name="T40" fmla="*/ 1497 w 1988"/>
                <a:gd name="T41" fmla="*/ 1170 h 1842"/>
                <a:gd name="T42" fmla="*/ 1987 w 1988"/>
                <a:gd name="T43" fmla="*/ 1170 h 1842"/>
                <a:gd name="T44" fmla="*/ 1962 w 1988"/>
                <a:gd name="T45" fmla="*/ 1336 h 1842"/>
                <a:gd name="T46" fmla="*/ 1638 w 1988"/>
                <a:gd name="T47" fmla="*/ 1721 h 1842"/>
                <a:gd name="T48" fmla="*/ 1041 w 1988"/>
                <a:gd name="T49" fmla="*/ 1841 h 1842"/>
                <a:gd name="T50" fmla="*/ 568 w 1988"/>
                <a:gd name="T51" fmla="*/ 1771 h 1842"/>
                <a:gd name="T52" fmla="*/ 62 w 1988"/>
                <a:gd name="T53" fmla="*/ 1307 h 1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988" h="1842">
                  <a:moveTo>
                    <a:pt x="62" y="1307"/>
                  </a:moveTo>
                  <a:cubicBezTo>
                    <a:pt x="21" y="1191"/>
                    <a:pt x="0" y="1066"/>
                    <a:pt x="0" y="933"/>
                  </a:cubicBezTo>
                  <a:cubicBezTo>
                    <a:pt x="0" y="751"/>
                    <a:pt x="33" y="573"/>
                    <a:pt x="120" y="423"/>
                  </a:cubicBezTo>
                  <a:cubicBezTo>
                    <a:pt x="211" y="270"/>
                    <a:pt x="348" y="154"/>
                    <a:pt x="518" y="91"/>
                  </a:cubicBezTo>
                  <a:cubicBezTo>
                    <a:pt x="680" y="33"/>
                    <a:pt x="850" y="0"/>
                    <a:pt x="1033" y="0"/>
                  </a:cubicBezTo>
                  <a:cubicBezTo>
                    <a:pt x="1240" y="0"/>
                    <a:pt x="1439" y="46"/>
                    <a:pt x="1618" y="125"/>
                  </a:cubicBezTo>
                  <a:cubicBezTo>
                    <a:pt x="1784" y="195"/>
                    <a:pt x="1912" y="349"/>
                    <a:pt x="1950" y="531"/>
                  </a:cubicBezTo>
                  <a:cubicBezTo>
                    <a:pt x="1958" y="568"/>
                    <a:pt x="1962" y="606"/>
                    <a:pt x="1966" y="643"/>
                  </a:cubicBezTo>
                  <a:lnTo>
                    <a:pt x="1481" y="643"/>
                  </a:lnTo>
                  <a:cubicBezTo>
                    <a:pt x="1481" y="597"/>
                    <a:pt x="1472" y="552"/>
                    <a:pt x="1456" y="506"/>
                  </a:cubicBezTo>
                  <a:cubicBezTo>
                    <a:pt x="1419" y="411"/>
                    <a:pt x="1340" y="332"/>
                    <a:pt x="1240" y="303"/>
                  </a:cubicBezTo>
                  <a:cubicBezTo>
                    <a:pt x="1174" y="282"/>
                    <a:pt x="1107" y="274"/>
                    <a:pt x="1037" y="274"/>
                  </a:cubicBezTo>
                  <a:cubicBezTo>
                    <a:pt x="958" y="274"/>
                    <a:pt x="879" y="286"/>
                    <a:pt x="809" y="315"/>
                  </a:cubicBezTo>
                  <a:cubicBezTo>
                    <a:pt x="688" y="357"/>
                    <a:pt x="597" y="452"/>
                    <a:pt x="556" y="573"/>
                  </a:cubicBezTo>
                  <a:cubicBezTo>
                    <a:pt x="514" y="689"/>
                    <a:pt x="494" y="813"/>
                    <a:pt x="494" y="942"/>
                  </a:cubicBezTo>
                  <a:cubicBezTo>
                    <a:pt x="494" y="1050"/>
                    <a:pt x="510" y="1153"/>
                    <a:pt x="539" y="1249"/>
                  </a:cubicBezTo>
                  <a:cubicBezTo>
                    <a:pt x="572" y="1377"/>
                    <a:pt x="672" y="1481"/>
                    <a:pt x="792" y="1527"/>
                  </a:cubicBezTo>
                  <a:cubicBezTo>
                    <a:pt x="871" y="1556"/>
                    <a:pt x="954" y="1572"/>
                    <a:pt x="1041" y="1572"/>
                  </a:cubicBezTo>
                  <a:cubicBezTo>
                    <a:pt x="1116" y="1572"/>
                    <a:pt x="1186" y="1560"/>
                    <a:pt x="1257" y="1539"/>
                  </a:cubicBezTo>
                  <a:cubicBezTo>
                    <a:pt x="1348" y="1510"/>
                    <a:pt x="1423" y="1444"/>
                    <a:pt x="1460" y="1356"/>
                  </a:cubicBezTo>
                  <a:cubicBezTo>
                    <a:pt x="1485" y="1298"/>
                    <a:pt x="1497" y="1236"/>
                    <a:pt x="1497" y="1170"/>
                  </a:cubicBezTo>
                  <a:lnTo>
                    <a:pt x="1987" y="1170"/>
                  </a:lnTo>
                  <a:cubicBezTo>
                    <a:pt x="1983" y="1228"/>
                    <a:pt x="1974" y="1282"/>
                    <a:pt x="1962" y="1336"/>
                  </a:cubicBezTo>
                  <a:cubicBezTo>
                    <a:pt x="1920" y="1510"/>
                    <a:pt x="1800" y="1655"/>
                    <a:pt x="1638" y="1721"/>
                  </a:cubicBezTo>
                  <a:cubicBezTo>
                    <a:pt x="1456" y="1800"/>
                    <a:pt x="1253" y="1841"/>
                    <a:pt x="1041" y="1841"/>
                  </a:cubicBezTo>
                  <a:cubicBezTo>
                    <a:pt x="875" y="1841"/>
                    <a:pt x="718" y="1817"/>
                    <a:pt x="568" y="1771"/>
                  </a:cubicBezTo>
                  <a:cubicBezTo>
                    <a:pt x="336" y="1692"/>
                    <a:pt x="137" y="1527"/>
                    <a:pt x="62" y="1307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51" name="Freeform 8">
              <a:extLst>
                <a:ext uri="{FF2B5EF4-FFF2-40B4-BE49-F238E27FC236}">
                  <a16:creationId xmlns:a16="http://schemas.microsoft.com/office/drawing/2014/main" id="{2FEFFFF3-7D30-124D-A43F-E5210A8FC1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1138" y="4083050"/>
              <a:ext cx="153987" cy="398463"/>
            </a:xfrm>
            <a:custGeom>
              <a:avLst/>
              <a:gdLst>
                <a:gd name="T0" fmla="*/ 415 w 428"/>
                <a:gd name="T1" fmla="*/ 0 h 1109"/>
                <a:gd name="T2" fmla="*/ 0 w 428"/>
                <a:gd name="T3" fmla="*/ 38 h 1109"/>
                <a:gd name="T4" fmla="*/ 0 w 428"/>
                <a:gd name="T5" fmla="*/ 100 h 1109"/>
                <a:gd name="T6" fmla="*/ 12 w 428"/>
                <a:gd name="T7" fmla="*/ 100 h 1109"/>
                <a:gd name="T8" fmla="*/ 178 w 428"/>
                <a:gd name="T9" fmla="*/ 241 h 1109"/>
                <a:gd name="T10" fmla="*/ 178 w 428"/>
                <a:gd name="T11" fmla="*/ 1108 h 1109"/>
                <a:gd name="T12" fmla="*/ 427 w 428"/>
                <a:gd name="T13" fmla="*/ 1108 h 1109"/>
                <a:gd name="T14" fmla="*/ 427 w 428"/>
                <a:gd name="T15" fmla="*/ 0 h 1109"/>
                <a:gd name="T16" fmla="*/ 415 w 428"/>
                <a:gd name="T17" fmla="*/ 0 h 1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8" h="1109">
                  <a:moveTo>
                    <a:pt x="415" y="0"/>
                  </a:moveTo>
                  <a:lnTo>
                    <a:pt x="0" y="38"/>
                  </a:lnTo>
                  <a:lnTo>
                    <a:pt x="0" y="100"/>
                  </a:lnTo>
                  <a:lnTo>
                    <a:pt x="12" y="100"/>
                  </a:lnTo>
                  <a:cubicBezTo>
                    <a:pt x="178" y="121"/>
                    <a:pt x="178" y="121"/>
                    <a:pt x="178" y="241"/>
                  </a:cubicBezTo>
                  <a:lnTo>
                    <a:pt x="178" y="1108"/>
                  </a:lnTo>
                  <a:lnTo>
                    <a:pt x="427" y="1108"/>
                  </a:lnTo>
                  <a:lnTo>
                    <a:pt x="427" y="0"/>
                  </a:lnTo>
                  <a:lnTo>
                    <a:pt x="41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52" name="Freeform 9">
              <a:extLst>
                <a:ext uri="{FF2B5EF4-FFF2-40B4-BE49-F238E27FC236}">
                  <a16:creationId xmlns:a16="http://schemas.microsoft.com/office/drawing/2014/main" id="{6D7C2BD2-54B0-2349-84BE-BB89C07B7E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6088" y="4198938"/>
              <a:ext cx="315912" cy="282575"/>
            </a:xfrm>
            <a:custGeom>
              <a:avLst/>
              <a:gdLst>
                <a:gd name="T0" fmla="*/ 643 w 876"/>
                <a:gd name="T1" fmla="*/ 4 h 785"/>
                <a:gd name="T2" fmla="*/ 353 w 876"/>
                <a:gd name="T3" fmla="*/ 170 h 785"/>
                <a:gd name="T4" fmla="*/ 353 w 876"/>
                <a:gd name="T5" fmla="*/ 0 h 785"/>
                <a:gd name="T6" fmla="*/ 336 w 876"/>
                <a:gd name="T7" fmla="*/ 4 h 785"/>
                <a:gd name="T8" fmla="*/ 0 w 876"/>
                <a:gd name="T9" fmla="*/ 58 h 785"/>
                <a:gd name="T10" fmla="*/ 0 w 876"/>
                <a:gd name="T11" fmla="*/ 116 h 785"/>
                <a:gd name="T12" fmla="*/ 17 w 876"/>
                <a:gd name="T13" fmla="*/ 116 h 785"/>
                <a:gd name="T14" fmla="*/ 145 w 876"/>
                <a:gd name="T15" fmla="*/ 240 h 785"/>
                <a:gd name="T16" fmla="*/ 145 w 876"/>
                <a:gd name="T17" fmla="*/ 784 h 785"/>
                <a:gd name="T18" fmla="*/ 353 w 876"/>
                <a:gd name="T19" fmla="*/ 784 h 785"/>
                <a:gd name="T20" fmla="*/ 353 w 876"/>
                <a:gd name="T21" fmla="*/ 386 h 785"/>
                <a:gd name="T22" fmla="*/ 560 w 876"/>
                <a:gd name="T23" fmla="*/ 141 h 785"/>
                <a:gd name="T24" fmla="*/ 664 w 876"/>
                <a:gd name="T25" fmla="*/ 361 h 785"/>
                <a:gd name="T26" fmla="*/ 664 w 876"/>
                <a:gd name="T27" fmla="*/ 784 h 785"/>
                <a:gd name="T28" fmla="*/ 871 w 876"/>
                <a:gd name="T29" fmla="*/ 784 h 785"/>
                <a:gd name="T30" fmla="*/ 871 w 876"/>
                <a:gd name="T31" fmla="*/ 240 h 785"/>
                <a:gd name="T32" fmla="*/ 643 w 876"/>
                <a:gd name="T33" fmla="*/ 4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6" h="785">
                  <a:moveTo>
                    <a:pt x="643" y="4"/>
                  </a:moveTo>
                  <a:cubicBezTo>
                    <a:pt x="490" y="4"/>
                    <a:pt x="398" y="108"/>
                    <a:pt x="353" y="170"/>
                  </a:cubicBezTo>
                  <a:cubicBezTo>
                    <a:pt x="353" y="112"/>
                    <a:pt x="353" y="0"/>
                    <a:pt x="353" y="0"/>
                  </a:cubicBezTo>
                  <a:lnTo>
                    <a:pt x="336" y="4"/>
                  </a:lnTo>
                  <a:lnTo>
                    <a:pt x="0" y="58"/>
                  </a:lnTo>
                  <a:lnTo>
                    <a:pt x="0" y="116"/>
                  </a:lnTo>
                  <a:lnTo>
                    <a:pt x="17" y="116"/>
                  </a:lnTo>
                  <a:cubicBezTo>
                    <a:pt x="124" y="120"/>
                    <a:pt x="145" y="141"/>
                    <a:pt x="145" y="240"/>
                  </a:cubicBezTo>
                  <a:lnTo>
                    <a:pt x="145" y="784"/>
                  </a:lnTo>
                  <a:lnTo>
                    <a:pt x="353" y="784"/>
                  </a:lnTo>
                  <a:lnTo>
                    <a:pt x="353" y="386"/>
                  </a:lnTo>
                  <a:cubicBezTo>
                    <a:pt x="353" y="278"/>
                    <a:pt x="452" y="141"/>
                    <a:pt x="560" y="141"/>
                  </a:cubicBezTo>
                  <a:cubicBezTo>
                    <a:pt x="660" y="141"/>
                    <a:pt x="664" y="224"/>
                    <a:pt x="664" y="361"/>
                  </a:cubicBezTo>
                  <a:lnTo>
                    <a:pt x="664" y="784"/>
                  </a:lnTo>
                  <a:lnTo>
                    <a:pt x="871" y="784"/>
                  </a:lnTo>
                  <a:lnTo>
                    <a:pt x="871" y="240"/>
                  </a:lnTo>
                  <a:cubicBezTo>
                    <a:pt x="875" y="87"/>
                    <a:pt x="792" y="4"/>
                    <a:pt x="643" y="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53" name="Freeform 10">
              <a:extLst>
                <a:ext uri="{FF2B5EF4-FFF2-40B4-BE49-F238E27FC236}">
                  <a16:creationId xmlns:a16="http://schemas.microsoft.com/office/drawing/2014/main" id="{7D8BE05D-56B0-2748-ADE5-AFDCE214E0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6138" y="4200525"/>
              <a:ext cx="212725" cy="288925"/>
            </a:xfrm>
            <a:custGeom>
              <a:avLst/>
              <a:gdLst>
                <a:gd name="T0" fmla="*/ 348 w 590"/>
                <a:gd name="T1" fmla="*/ 303 h 802"/>
                <a:gd name="T2" fmla="*/ 195 w 590"/>
                <a:gd name="T3" fmla="*/ 170 h 802"/>
                <a:gd name="T4" fmla="*/ 307 w 590"/>
                <a:gd name="T5" fmla="*/ 100 h 802"/>
                <a:gd name="T6" fmla="*/ 502 w 590"/>
                <a:gd name="T7" fmla="*/ 166 h 802"/>
                <a:gd name="T8" fmla="*/ 535 w 590"/>
                <a:gd name="T9" fmla="*/ 187 h 802"/>
                <a:gd name="T10" fmla="*/ 535 w 590"/>
                <a:gd name="T11" fmla="*/ 162 h 802"/>
                <a:gd name="T12" fmla="*/ 535 w 590"/>
                <a:gd name="T13" fmla="*/ 33 h 802"/>
                <a:gd name="T14" fmla="*/ 506 w 590"/>
                <a:gd name="T15" fmla="*/ 25 h 802"/>
                <a:gd name="T16" fmla="*/ 315 w 590"/>
                <a:gd name="T17" fmla="*/ 0 h 802"/>
                <a:gd name="T18" fmla="*/ 0 w 590"/>
                <a:gd name="T19" fmla="*/ 224 h 802"/>
                <a:gd name="T20" fmla="*/ 228 w 590"/>
                <a:gd name="T21" fmla="*/ 465 h 802"/>
                <a:gd name="T22" fmla="*/ 390 w 590"/>
                <a:gd name="T23" fmla="*/ 606 h 802"/>
                <a:gd name="T24" fmla="*/ 249 w 590"/>
                <a:gd name="T25" fmla="*/ 697 h 802"/>
                <a:gd name="T26" fmla="*/ 20 w 590"/>
                <a:gd name="T27" fmla="*/ 618 h 802"/>
                <a:gd name="T28" fmla="*/ 0 w 590"/>
                <a:gd name="T29" fmla="*/ 606 h 802"/>
                <a:gd name="T30" fmla="*/ 0 w 590"/>
                <a:gd name="T31" fmla="*/ 767 h 802"/>
                <a:gd name="T32" fmla="*/ 16 w 590"/>
                <a:gd name="T33" fmla="*/ 771 h 802"/>
                <a:gd name="T34" fmla="*/ 244 w 590"/>
                <a:gd name="T35" fmla="*/ 801 h 802"/>
                <a:gd name="T36" fmla="*/ 580 w 590"/>
                <a:gd name="T37" fmla="*/ 568 h 802"/>
                <a:gd name="T38" fmla="*/ 348 w 590"/>
                <a:gd name="T39" fmla="*/ 303 h 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90" h="802">
                  <a:moveTo>
                    <a:pt x="348" y="303"/>
                  </a:moveTo>
                  <a:cubicBezTo>
                    <a:pt x="265" y="261"/>
                    <a:pt x="195" y="228"/>
                    <a:pt x="195" y="170"/>
                  </a:cubicBezTo>
                  <a:cubicBezTo>
                    <a:pt x="195" y="104"/>
                    <a:pt x="274" y="100"/>
                    <a:pt x="307" y="100"/>
                  </a:cubicBezTo>
                  <a:cubicBezTo>
                    <a:pt x="394" y="100"/>
                    <a:pt x="468" y="145"/>
                    <a:pt x="502" y="166"/>
                  </a:cubicBezTo>
                  <a:lnTo>
                    <a:pt x="535" y="187"/>
                  </a:lnTo>
                  <a:lnTo>
                    <a:pt x="535" y="162"/>
                  </a:lnTo>
                  <a:lnTo>
                    <a:pt x="535" y="33"/>
                  </a:lnTo>
                  <a:lnTo>
                    <a:pt x="506" y="25"/>
                  </a:lnTo>
                  <a:cubicBezTo>
                    <a:pt x="468" y="17"/>
                    <a:pt x="398" y="0"/>
                    <a:pt x="315" y="0"/>
                  </a:cubicBezTo>
                  <a:cubicBezTo>
                    <a:pt x="120" y="0"/>
                    <a:pt x="0" y="83"/>
                    <a:pt x="0" y="224"/>
                  </a:cubicBezTo>
                  <a:cubicBezTo>
                    <a:pt x="0" y="353"/>
                    <a:pt x="124" y="411"/>
                    <a:pt x="228" y="465"/>
                  </a:cubicBezTo>
                  <a:cubicBezTo>
                    <a:pt x="311" y="506"/>
                    <a:pt x="390" y="543"/>
                    <a:pt x="390" y="606"/>
                  </a:cubicBezTo>
                  <a:cubicBezTo>
                    <a:pt x="390" y="664"/>
                    <a:pt x="340" y="697"/>
                    <a:pt x="249" y="697"/>
                  </a:cubicBezTo>
                  <a:cubicBezTo>
                    <a:pt x="149" y="697"/>
                    <a:pt x="70" y="647"/>
                    <a:pt x="20" y="618"/>
                  </a:cubicBezTo>
                  <a:lnTo>
                    <a:pt x="0" y="606"/>
                  </a:lnTo>
                  <a:lnTo>
                    <a:pt x="0" y="767"/>
                  </a:lnTo>
                  <a:lnTo>
                    <a:pt x="16" y="771"/>
                  </a:lnTo>
                  <a:cubicBezTo>
                    <a:pt x="58" y="780"/>
                    <a:pt x="137" y="801"/>
                    <a:pt x="244" y="801"/>
                  </a:cubicBezTo>
                  <a:cubicBezTo>
                    <a:pt x="456" y="801"/>
                    <a:pt x="580" y="713"/>
                    <a:pt x="580" y="568"/>
                  </a:cubicBezTo>
                  <a:cubicBezTo>
                    <a:pt x="589" y="419"/>
                    <a:pt x="460" y="357"/>
                    <a:pt x="348" y="303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54" name="Freeform 11">
              <a:extLst>
                <a:ext uri="{FF2B5EF4-FFF2-40B4-BE49-F238E27FC236}">
                  <a16:creationId xmlns:a16="http://schemas.microsoft.com/office/drawing/2014/main" id="{E96D85B4-9662-B344-8BE8-8CD7969013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5375" y="4198938"/>
              <a:ext cx="325438" cy="396875"/>
            </a:xfrm>
            <a:custGeom>
              <a:avLst/>
              <a:gdLst>
                <a:gd name="T0" fmla="*/ 577 w 906"/>
                <a:gd name="T1" fmla="*/ 4 h 1104"/>
                <a:gd name="T2" fmla="*/ 357 w 906"/>
                <a:gd name="T3" fmla="*/ 112 h 1104"/>
                <a:gd name="T4" fmla="*/ 357 w 906"/>
                <a:gd name="T5" fmla="*/ 0 h 1104"/>
                <a:gd name="T6" fmla="*/ 336 w 906"/>
                <a:gd name="T7" fmla="*/ 4 h 1104"/>
                <a:gd name="T8" fmla="*/ 0 w 906"/>
                <a:gd name="T9" fmla="*/ 58 h 1104"/>
                <a:gd name="T10" fmla="*/ 0 w 906"/>
                <a:gd name="T11" fmla="*/ 116 h 1104"/>
                <a:gd name="T12" fmla="*/ 13 w 906"/>
                <a:gd name="T13" fmla="*/ 116 h 1104"/>
                <a:gd name="T14" fmla="*/ 137 w 906"/>
                <a:gd name="T15" fmla="*/ 240 h 1104"/>
                <a:gd name="T16" fmla="*/ 137 w 906"/>
                <a:gd name="T17" fmla="*/ 1103 h 1104"/>
                <a:gd name="T18" fmla="*/ 345 w 906"/>
                <a:gd name="T19" fmla="*/ 1103 h 1104"/>
                <a:gd name="T20" fmla="*/ 345 w 906"/>
                <a:gd name="T21" fmla="*/ 709 h 1104"/>
                <a:gd name="T22" fmla="*/ 560 w 906"/>
                <a:gd name="T23" fmla="*/ 800 h 1104"/>
                <a:gd name="T24" fmla="*/ 896 w 906"/>
                <a:gd name="T25" fmla="*/ 390 h 1104"/>
                <a:gd name="T26" fmla="*/ 577 w 906"/>
                <a:gd name="T27" fmla="*/ 4 h 1104"/>
                <a:gd name="T28" fmla="*/ 515 w 906"/>
                <a:gd name="T29" fmla="*/ 120 h 1104"/>
                <a:gd name="T30" fmla="*/ 672 w 906"/>
                <a:gd name="T31" fmla="*/ 394 h 1104"/>
                <a:gd name="T32" fmla="*/ 515 w 906"/>
                <a:gd name="T33" fmla="*/ 688 h 1104"/>
                <a:gd name="T34" fmla="*/ 349 w 906"/>
                <a:gd name="T35" fmla="*/ 456 h 1104"/>
                <a:gd name="T36" fmla="*/ 349 w 906"/>
                <a:gd name="T37" fmla="*/ 390 h 1104"/>
                <a:gd name="T38" fmla="*/ 515 w 906"/>
                <a:gd name="T39" fmla="*/ 120 h 1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06" h="1104">
                  <a:moveTo>
                    <a:pt x="577" y="4"/>
                  </a:moveTo>
                  <a:cubicBezTo>
                    <a:pt x="498" y="4"/>
                    <a:pt x="424" y="41"/>
                    <a:pt x="357" y="112"/>
                  </a:cubicBezTo>
                  <a:cubicBezTo>
                    <a:pt x="357" y="75"/>
                    <a:pt x="357" y="0"/>
                    <a:pt x="357" y="0"/>
                  </a:cubicBezTo>
                  <a:lnTo>
                    <a:pt x="336" y="4"/>
                  </a:lnTo>
                  <a:lnTo>
                    <a:pt x="0" y="58"/>
                  </a:lnTo>
                  <a:lnTo>
                    <a:pt x="0" y="116"/>
                  </a:lnTo>
                  <a:lnTo>
                    <a:pt x="13" y="116"/>
                  </a:lnTo>
                  <a:cubicBezTo>
                    <a:pt x="117" y="120"/>
                    <a:pt x="137" y="141"/>
                    <a:pt x="137" y="240"/>
                  </a:cubicBezTo>
                  <a:lnTo>
                    <a:pt x="137" y="1103"/>
                  </a:lnTo>
                  <a:lnTo>
                    <a:pt x="345" y="1103"/>
                  </a:lnTo>
                  <a:cubicBezTo>
                    <a:pt x="345" y="1103"/>
                    <a:pt x="345" y="775"/>
                    <a:pt x="345" y="709"/>
                  </a:cubicBezTo>
                  <a:cubicBezTo>
                    <a:pt x="382" y="755"/>
                    <a:pt x="444" y="800"/>
                    <a:pt x="560" y="800"/>
                  </a:cubicBezTo>
                  <a:cubicBezTo>
                    <a:pt x="780" y="800"/>
                    <a:pt x="896" y="659"/>
                    <a:pt x="896" y="390"/>
                  </a:cubicBezTo>
                  <a:cubicBezTo>
                    <a:pt x="905" y="145"/>
                    <a:pt x="784" y="4"/>
                    <a:pt x="577" y="4"/>
                  </a:cubicBezTo>
                  <a:close/>
                  <a:moveTo>
                    <a:pt x="515" y="120"/>
                  </a:moveTo>
                  <a:cubicBezTo>
                    <a:pt x="656" y="120"/>
                    <a:pt x="672" y="274"/>
                    <a:pt x="672" y="394"/>
                  </a:cubicBezTo>
                  <a:cubicBezTo>
                    <a:pt x="672" y="593"/>
                    <a:pt x="623" y="688"/>
                    <a:pt x="515" y="688"/>
                  </a:cubicBezTo>
                  <a:cubicBezTo>
                    <a:pt x="378" y="688"/>
                    <a:pt x="349" y="560"/>
                    <a:pt x="349" y="456"/>
                  </a:cubicBezTo>
                  <a:lnTo>
                    <a:pt x="349" y="390"/>
                  </a:lnTo>
                  <a:cubicBezTo>
                    <a:pt x="353" y="307"/>
                    <a:pt x="370" y="120"/>
                    <a:pt x="515" y="120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55" name="Freeform 12">
              <a:extLst>
                <a:ext uri="{FF2B5EF4-FFF2-40B4-BE49-F238E27FC236}">
                  <a16:creationId xmlns:a16="http://schemas.microsoft.com/office/drawing/2014/main" id="{B992820F-E032-2D4D-8C4F-D7E55B3CDE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3200" y="4198938"/>
              <a:ext cx="123825" cy="282575"/>
            </a:xfrm>
            <a:custGeom>
              <a:avLst/>
              <a:gdLst>
                <a:gd name="T0" fmla="*/ 0 w 345"/>
                <a:gd name="T1" fmla="*/ 58 h 785"/>
                <a:gd name="T2" fmla="*/ 0 w 345"/>
                <a:gd name="T3" fmla="*/ 116 h 785"/>
                <a:gd name="T4" fmla="*/ 12 w 345"/>
                <a:gd name="T5" fmla="*/ 116 h 785"/>
                <a:gd name="T6" fmla="*/ 137 w 345"/>
                <a:gd name="T7" fmla="*/ 240 h 785"/>
                <a:gd name="T8" fmla="*/ 137 w 345"/>
                <a:gd name="T9" fmla="*/ 784 h 785"/>
                <a:gd name="T10" fmla="*/ 344 w 345"/>
                <a:gd name="T11" fmla="*/ 784 h 785"/>
                <a:gd name="T12" fmla="*/ 344 w 345"/>
                <a:gd name="T13" fmla="*/ 0 h 785"/>
                <a:gd name="T14" fmla="*/ 328 w 345"/>
                <a:gd name="T15" fmla="*/ 4 h 785"/>
                <a:gd name="T16" fmla="*/ 0 w 345"/>
                <a:gd name="T17" fmla="*/ 58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5" h="785">
                  <a:moveTo>
                    <a:pt x="0" y="58"/>
                  </a:moveTo>
                  <a:lnTo>
                    <a:pt x="0" y="116"/>
                  </a:lnTo>
                  <a:lnTo>
                    <a:pt x="12" y="116"/>
                  </a:lnTo>
                  <a:cubicBezTo>
                    <a:pt x="116" y="120"/>
                    <a:pt x="137" y="141"/>
                    <a:pt x="137" y="240"/>
                  </a:cubicBezTo>
                  <a:lnTo>
                    <a:pt x="137" y="784"/>
                  </a:lnTo>
                  <a:lnTo>
                    <a:pt x="344" y="784"/>
                  </a:lnTo>
                  <a:lnTo>
                    <a:pt x="344" y="0"/>
                  </a:lnTo>
                  <a:lnTo>
                    <a:pt x="328" y="4"/>
                  </a:lnTo>
                  <a:lnTo>
                    <a:pt x="0" y="5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59" name="Freeform 13">
              <a:extLst>
                <a:ext uri="{FF2B5EF4-FFF2-40B4-BE49-F238E27FC236}">
                  <a16:creationId xmlns:a16="http://schemas.microsoft.com/office/drawing/2014/main" id="{61E918CE-BA1D-204F-85A4-DF9894A29B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6063" y="4084638"/>
              <a:ext cx="93662" cy="82550"/>
            </a:xfrm>
            <a:custGeom>
              <a:avLst/>
              <a:gdLst>
                <a:gd name="T0" fmla="*/ 129 w 262"/>
                <a:gd name="T1" fmla="*/ 228 h 229"/>
                <a:gd name="T2" fmla="*/ 261 w 262"/>
                <a:gd name="T3" fmla="*/ 112 h 229"/>
                <a:gd name="T4" fmla="*/ 133 w 262"/>
                <a:gd name="T5" fmla="*/ 0 h 229"/>
                <a:gd name="T6" fmla="*/ 4 w 262"/>
                <a:gd name="T7" fmla="*/ 112 h 229"/>
                <a:gd name="T8" fmla="*/ 129 w 262"/>
                <a:gd name="T9" fmla="*/ 228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2" h="229">
                  <a:moveTo>
                    <a:pt x="129" y="228"/>
                  </a:moveTo>
                  <a:cubicBezTo>
                    <a:pt x="199" y="228"/>
                    <a:pt x="261" y="178"/>
                    <a:pt x="261" y="112"/>
                  </a:cubicBezTo>
                  <a:cubicBezTo>
                    <a:pt x="261" y="49"/>
                    <a:pt x="203" y="0"/>
                    <a:pt x="133" y="0"/>
                  </a:cubicBezTo>
                  <a:cubicBezTo>
                    <a:pt x="62" y="0"/>
                    <a:pt x="4" y="49"/>
                    <a:pt x="4" y="112"/>
                  </a:cubicBezTo>
                  <a:cubicBezTo>
                    <a:pt x="0" y="178"/>
                    <a:pt x="58" y="228"/>
                    <a:pt x="129" y="22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0" name="Freeform 14">
              <a:extLst>
                <a:ext uri="{FF2B5EF4-FFF2-40B4-BE49-F238E27FC236}">
                  <a16:creationId xmlns:a16="http://schemas.microsoft.com/office/drawing/2014/main" id="{B61C6733-5145-0446-9E19-E43DD0B0E5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638" y="4200525"/>
              <a:ext cx="244475" cy="280988"/>
            </a:xfrm>
            <a:custGeom>
              <a:avLst/>
              <a:gdLst>
                <a:gd name="T0" fmla="*/ 676 w 677"/>
                <a:gd name="T1" fmla="*/ 174 h 781"/>
                <a:gd name="T2" fmla="*/ 676 w 677"/>
                <a:gd name="T3" fmla="*/ 12 h 781"/>
                <a:gd name="T4" fmla="*/ 663 w 677"/>
                <a:gd name="T5" fmla="*/ 12 h 781"/>
                <a:gd name="T6" fmla="*/ 564 w 677"/>
                <a:gd name="T7" fmla="*/ 4 h 781"/>
                <a:gd name="T8" fmla="*/ 348 w 677"/>
                <a:gd name="T9" fmla="*/ 158 h 781"/>
                <a:gd name="T10" fmla="*/ 348 w 677"/>
                <a:gd name="T11" fmla="*/ 0 h 781"/>
                <a:gd name="T12" fmla="*/ 331 w 677"/>
                <a:gd name="T13" fmla="*/ 0 h 781"/>
                <a:gd name="T14" fmla="*/ 0 w 677"/>
                <a:gd name="T15" fmla="*/ 54 h 781"/>
                <a:gd name="T16" fmla="*/ 0 w 677"/>
                <a:gd name="T17" fmla="*/ 112 h 781"/>
                <a:gd name="T18" fmla="*/ 12 w 677"/>
                <a:gd name="T19" fmla="*/ 112 h 781"/>
                <a:gd name="T20" fmla="*/ 141 w 677"/>
                <a:gd name="T21" fmla="*/ 236 h 781"/>
                <a:gd name="T22" fmla="*/ 141 w 677"/>
                <a:gd name="T23" fmla="*/ 780 h 781"/>
                <a:gd name="T24" fmla="*/ 348 w 677"/>
                <a:gd name="T25" fmla="*/ 780 h 781"/>
                <a:gd name="T26" fmla="*/ 348 w 677"/>
                <a:gd name="T27" fmla="*/ 390 h 781"/>
                <a:gd name="T28" fmla="*/ 568 w 677"/>
                <a:gd name="T29" fmla="*/ 170 h 781"/>
                <a:gd name="T30" fmla="*/ 643 w 677"/>
                <a:gd name="T31" fmla="*/ 183 h 781"/>
                <a:gd name="T32" fmla="*/ 676 w 677"/>
                <a:gd name="T33" fmla="*/ 191 h 781"/>
                <a:gd name="T34" fmla="*/ 676 w 677"/>
                <a:gd name="T35" fmla="*/ 174 h 7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77" h="781">
                  <a:moveTo>
                    <a:pt x="676" y="174"/>
                  </a:moveTo>
                  <a:lnTo>
                    <a:pt x="676" y="12"/>
                  </a:lnTo>
                  <a:lnTo>
                    <a:pt x="663" y="12"/>
                  </a:lnTo>
                  <a:cubicBezTo>
                    <a:pt x="630" y="8"/>
                    <a:pt x="593" y="4"/>
                    <a:pt x="564" y="4"/>
                  </a:cubicBezTo>
                  <a:cubicBezTo>
                    <a:pt x="443" y="4"/>
                    <a:pt x="381" y="91"/>
                    <a:pt x="348" y="158"/>
                  </a:cubicBezTo>
                  <a:cubicBezTo>
                    <a:pt x="348" y="95"/>
                    <a:pt x="348" y="0"/>
                    <a:pt x="348" y="0"/>
                  </a:cubicBezTo>
                  <a:lnTo>
                    <a:pt x="331" y="0"/>
                  </a:lnTo>
                  <a:lnTo>
                    <a:pt x="0" y="54"/>
                  </a:lnTo>
                  <a:lnTo>
                    <a:pt x="0" y="112"/>
                  </a:lnTo>
                  <a:lnTo>
                    <a:pt x="12" y="112"/>
                  </a:lnTo>
                  <a:cubicBezTo>
                    <a:pt x="116" y="116"/>
                    <a:pt x="141" y="137"/>
                    <a:pt x="141" y="236"/>
                  </a:cubicBezTo>
                  <a:lnTo>
                    <a:pt x="141" y="780"/>
                  </a:lnTo>
                  <a:lnTo>
                    <a:pt x="348" y="780"/>
                  </a:lnTo>
                  <a:lnTo>
                    <a:pt x="348" y="390"/>
                  </a:lnTo>
                  <a:cubicBezTo>
                    <a:pt x="348" y="324"/>
                    <a:pt x="369" y="170"/>
                    <a:pt x="568" y="170"/>
                  </a:cubicBezTo>
                  <a:cubicBezTo>
                    <a:pt x="593" y="170"/>
                    <a:pt x="618" y="178"/>
                    <a:pt x="643" y="183"/>
                  </a:cubicBezTo>
                  <a:lnTo>
                    <a:pt x="676" y="191"/>
                  </a:lnTo>
                  <a:lnTo>
                    <a:pt x="676" y="17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1" name="Freeform 15">
              <a:extLst>
                <a:ext uri="{FF2B5EF4-FFF2-40B4-BE49-F238E27FC236}">
                  <a16:creationId xmlns:a16="http://schemas.microsoft.com/office/drawing/2014/main" id="{863A6CB3-F985-B441-AC7E-F158737040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275" y="4200525"/>
              <a:ext cx="266700" cy="287338"/>
            </a:xfrm>
            <a:custGeom>
              <a:avLst/>
              <a:gdLst>
                <a:gd name="T0" fmla="*/ 738 w 743"/>
                <a:gd name="T1" fmla="*/ 315 h 797"/>
                <a:gd name="T2" fmla="*/ 390 w 743"/>
                <a:gd name="T3" fmla="*/ 0 h 797"/>
                <a:gd name="T4" fmla="*/ 0 w 743"/>
                <a:gd name="T5" fmla="*/ 373 h 797"/>
                <a:gd name="T6" fmla="*/ 456 w 743"/>
                <a:gd name="T7" fmla="*/ 796 h 797"/>
                <a:gd name="T8" fmla="*/ 713 w 743"/>
                <a:gd name="T9" fmla="*/ 755 h 797"/>
                <a:gd name="T10" fmla="*/ 726 w 743"/>
                <a:gd name="T11" fmla="*/ 751 h 797"/>
                <a:gd name="T12" fmla="*/ 726 w 743"/>
                <a:gd name="T13" fmla="*/ 651 h 797"/>
                <a:gd name="T14" fmla="*/ 705 w 743"/>
                <a:gd name="T15" fmla="*/ 660 h 797"/>
                <a:gd name="T16" fmla="*/ 543 w 743"/>
                <a:gd name="T17" fmla="*/ 684 h 797"/>
                <a:gd name="T18" fmla="*/ 232 w 743"/>
                <a:gd name="T19" fmla="*/ 332 h 797"/>
                <a:gd name="T20" fmla="*/ 742 w 743"/>
                <a:gd name="T21" fmla="*/ 332 h 797"/>
                <a:gd name="T22" fmla="*/ 742 w 743"/>
                <a:gd name="T23" fmla="*/ 315 h 797"/>
                <a:gd name="T24" fmla="*/ 738 w 743"/>
                <a:gd name="T25" fmla="*/ 315 h 797"/>
                <a:gd name="T26" fmla="*/ 386 w 743"/>
                <a:gd name="T27" fmla="*/ 83 h 797"/>
                <a:gd name="T28" fmla="*/ 531 w 743"/>
                <a:gd name="T29" fmla="*/ 236 h 797"/>
                <a:gd name="T30" fmla="*/ 228 w 743"/>
                <a:gd name="T31" fmla="*/ 236 h 797"/>
                <a:gd name="T32" fmla="*/ 386 w 743"/>
                <a:gd name="T33" fmla="*/ 83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43" h="797">
                  <a:moveTo>
                    <a:pt x="738" y="315"/>
                  </a:moveTo>
                  <a:cubicBezTo>
                    <a:pt x="738" y="104"/>
                    <a:pt x="622" y="0"/>
                    <a:pt x="390" y="0"/>
                  </a:cubicBezTo>
                  <a:cubicBezTo>
                    <a:pt x="128" y="0"/>
                    <a:pt x="0" y="124"/>
                    <a:pt x="0" y="373"/>
                  </a:cubicBezTo>
                  <a:cubicBezTo>
                    <a:pt x="0" y="639"/>
                    <a:pt x="170" y="796"/>
                    <a:pt x="456" y="796"/>
                  </a:cubicBezTo>
                  <a:cubicBezTo>
                    <a:pt x="581" y="796"/>
                    <a:pt x="676" y="763"/>
                    <a:pt x="713" y="755"/>
                  </a:cubicBezTo>
                  <a:lnTo>
                    <a:pt x="726" y="751"/>
                  </a:lnTo>
                  <a:lnTo>
                    <a:pt x="726" y="651"/>
                  </a:lnTo>
                  <a:lnTo>
                    <a:pt x="705" y="660"/>
                  </a:lnTo>
                  <a:cubicBezTo>
                    <a:pt x="672" y="672"/>
                    <a:pt x="610" y="684"/>
                    <a:pt x="543" y="684"/>
                  </a:cubicBezTo>
                  <a:cubicBezTo>
                    <a:pt x="319" y="684"/>
                    <a:pt x="236" y="498"/>
                    <a:pt x="232" y="332"/>
                  </a:cubicBezTo>
                  <a:cubicBezTo>
                    <a:pt x="261" y="332"/>
                    <a:pt x="742" y="332"/>
                    <a:pt x="742" y="332"/>
                  </a:cubicBezTo>
                  <a:lnTo>
                    <a:pt x="742" y="315"/>
                  </a:lnTo>
                  <a:lnTo>
                    <a:pt x="738" y="315"/>
                  </a:lnTo>
                  <a:close/>
                  <a:moveTo>
                    <a:pt x="386" y="83"/>
                  </a:moveTo>
                  <a:cubicBezTo>
                    <a:pt x="498" y="83"/>
                    <a:pt x="527" y="166"/>
                    <a:pt x="531" y="236"/>
                  </a:cubicBezTo>
                  <a:cubicBezTo>
                    <a:pt x="506" y="236"/>
                    <a:pt x="257" y="236"/>
                    <a:pt x="228" y="236"/>
                  </a:cubicBezTo>
                  <a:cubicBezTo>
                    <a:pt x="232" y="183"/>
                    <a:pt x="269" y="83"/>
                    <a:pt x="386" y="8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2" name="Freeform 16">
              <a:extLst>
                <a:ext uri="{FF2B5EF4-FFF2-40B4-BE49-F238E27FC236}">
                  <a16:creationId xmlns:a16="http://schemas.microsoft.com/office/drawing/2014/main" id="{A7366189-EAF7-284A-A776-45464247CA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0175" y="4071938"/>
              <a:ext cx="314325" cy="409575"/>
            </a:xfrm>
            <a:custGeom>
              <a:avLst/>
              <a:gdLst>
                <a:gd name="T0" fmla="*/ 634 w 872"/>
                <a:gd name="T1" fmla="*/ 357 h 1138"/>
                <a:gd name="T2" fmla="*/ 348 w 872"/>
                <a:gd name="T3" fmla="*/ 523 h 1138"/>
                <a:gd name="T4" fmla="*/ 348 w 872"/>
                <a:gd name="T5" fmla="*/ 0 h 1138"/>
                <a:gd name="T6" fmla="*/ 332 w 872"/>
                <a:gd name="T7" fmla="*/ 4 h 1138"/>
                <a:gd name="T8" fmla="*/ 0 w 872"/>
                <a:gd name="T9" fmla="*/ 46 h 1138"/>
                <a:gd name="T10" fmla="*/ 0 w 872"/>
                <a:gd name="T11" fmla="*/ 104 h 1138"/>
                <a:gd name="T12" fmla="*/ 16 w 872"/>
                <a:gd name="T13" fmla="*/ 104 h 1138"/>
                <a:gd name="T14" fmla="*/ 141 w 872"/>
                <a:gd name="T15" fmla="*/ 233 h 1138"/>
                <a:gd name="T16" fmla="*/ 141 w 872"/>
                <a:gd name="T17" fmla="*/ 1137 h 1138"/>
                <a:gd name="T18" fmla="*/ 348 w 872"/>
                <a:gd name="T19" fmla="*/ 1137 h 1138"/>
                <a:gd name="T20" fmla="*/ 348 w 872"/>
                <a:gd name="T21" fmla="*/ 747 h 1138"/>
                <a:gd name="T22" fmla="*/ 547 w 872"/>
                <a:gd name="T23" fmla="*/ 494 h 1138"/>
                <a:gd name="T24" fmla="*/ 663 w 872"/>
                <a:gd name="T25" fmla="*/ 660 h 1138"/>
                <a:gd name="T26" fmla="*/ 663 w 872"/>
                <a:gd name="T27" fmla="*/ 1137 h 1138"/>
                <a:gd name="T28" fmla="*/ 871 w 872"/>
                <a:gd name="T29" fmla="*/ 1137 h 1138"/>
                <a:gd name="T30" fmla="*/ 871 w 872"/>
                <a:gd name="T31" fmla="*/ 635 h 1138"/>
                <a:gd name="T32" fmla="*/ 634 w 872"/>
                <a:gd name="T33" fmla="*/ 357 h 1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2" h="1138">
                  <a:moveTo>
                    <a:pt x="634" y="357"/>
                  </a:moveTo>
                  <a:cubicBezTo>
                    <a:pt x="481" y="357"/>
                    <a:pt x="394" y="452"/>
                    <a:pt x="348" y="523"/>
                  </a:cubicBezTo>
                  <a:cubicBezTo>
                    <a:pt x="348" y="440"/>
                    <a:pt x="348" y="0"/>
                    <a:pt x="348" y="0"/>
                  </a:cubicBezTo>
                  <a:lnTo>
                    <a:pt x="332" y="4"/>
                  </a:lnTo>
                  <a:lnTo>
                    <a:pt x="0" y="46"/>
                  </a:lnTo>
                  <a:lnTo>
                    <a:pt x="0" y="104"/>
                  </a:lnTo>
                  <a:lnTo>
                    <a:pt x="16" y="104"/>
                  </a:lnTo>
                  <a:cubicBezTo>
                    <a:pt x="120" y="108"/>
                    <a:pt x="141" y="133"/>
                    <a:pt x="141" y="233"/>
                  </a:cubicBezTo>
                  <a:lnTo>
                    <a:pt x="141" y="1137"/>
                  </a:lnTo>
                  <a:lnTo>
                    <a:pt x="348" y="1137"/>
                  </a:lnTo>
                  <a:lnTo>
                    <a:pt x="348" y="747"/>
                  </a:lnTo>
                  <a:cubicBezTo>
                    <a:pt x="348" y="606"/>
                    <a:pt x="456" y="494"/>
                    <a:pt x="547" y="494"/>
                  </a:cubicBezTo>
                  <a:cubicBezTo>
                    <a:pt x="663" y="494"/>
                    <a:pt x="663" y="581"/>
                    <a:pt x="663" y="660"/>
                  </a:cubicBezTo>
                  <a:lnTo>
                    <a:pt x="663" y="1137"/>
                  </a:lnTo>
                  <a:lnTo>
                    <a:pt x="871" y="1137"/>
                  </a:lnTo>
                  <a:lnTo>
                    <a:pt x="871" y="635"/>
                  </a:lnTo>
                  <a:cubicBezTo>
                    <a:pt x="871" y="552"/>
                    <a:pt x="871" y="357"/>
                    <a:pt x="634" y="357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3" name="Freeform 17">
              <a:extLst>
                <a:ext uri="{FF2B5EF4-FFF2-40B4-BE49-F238E27FC236}">
                  <a16:creationId xmlns:a16="http://schemas.microsoft.com/office/drawing/2014/main" id="{70DEBB19-8B41-EA4A-8AD2-EBEC36F71A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4350" y="4200525"/>
              <a:ext cx="266700" cy="287338"/>
            </a:xfrm>
            <a:custGeom>
              <a:avLst/>
              <a:gdLst>
                <a:gd name="T0" fmla="*/ 742 w 743"/>
                <a:gd name="T1" fmla="*/ 315 h 797"/>
                <a:gd name="T2" fmla="*/ 394 w 743"/>
                <a:gd name="T3" fmla="*/ 0 h 797"/>
                <a:gd name="T4" fmla="*/ 0 w 743"/>
                <a:gd name="T5" fmla="*/ 373 h 797"/>
                <a:gd name="T6" fmla="*/ 456 w 743"/>
                <a:gd name="T7" fmla="*/ 796 h 797"/>
                <a:gd name="T8" fmla="*/ 713 w 743"/>
                <a:gd name="T9" fmla="*/ 755 h 797"/>
                <a:gd name="T10" fmla="*/ 726 w 743"/>
                <a:gd name="T11" fmla="*/ 751 h 797"/>
                <a:gd name="T12" fmla="*/ 726 w 743"/>
                <a:gd name="T13" fmla="*/ 651 h 797"/>
                <a:gd name="T14" fmla="*/ 705 w 743"/>
                <a:gd name="T15" fmla="*/ 660 h 797"/>
                <a:gd name="T16" fmla="*/ 543 w 743"/>
                <a:gd name="T17" fmla="*/ 684 h 797"/>
                <a:gd name="T18" fmla="*/ 232 w 743"/>
                <a:gd name="T19" fmla="*/ 332 h 797"/>
                <a:gd name="T20" fmla="*/ 742 w 743"/>
                <a:gd name="T21" fmla="*/ 332 h 797"/>
                <a:gd name="T22" fmla="*/ 742 w 743"/>
                <a:gd name="T23" fmla="*/ 315 h 797"/>
                <a:gd name="T24" fmla="*/ 386 w 743"/>
                <a:gd name="T25" fmla="*/ 83 h 797"/>
                <a:gd name="T26" fmla="*/ 531 w 743"/>
                <a:gd name="T27" fmla="*/ 236 h 797"/>
                <a:gd name="T28" fmla="*/ 228 w 743"/>
                <a:gd name="T29" fmla="*/ 236 h 797"/>
                <a:gd name="T30" fmla="*/ 386 w 743"/>
                <a:gd name="T31" fmla="*/ 83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43" h="797">
                  <a:moveTo>
                    <a:pt x="742" y="315"/>
                  </a:moveTo>
                  <a:cubicBezTo>
                    <a:pt x="742" y="104"/>
                    <a:pt x="626" y="0"/>
                    <a:pt x="394" y="0"/>
                  </a:cubicBezTo>
                  <a:cubicBezTo>
                    <a:pt x="133" y="0"/>
                    <a:pt x="0" y="124"/>
                    <a:pt x="0" y="373"/>
                  </a:cubicBezTo>
                  <a:cubicBezTo>
                    <a:pt x="0" y="639"/>
                    <a:pt x="170" y="796"/>
                    <a:pt x="456" y="796"/>
                  </a:cubicBezTo>
                  <a:cubicBezTo>
                    <a:pt x="581" y="796"/>
                    <a:pt x="676" y="763"/>
                    <a:pt x="713" y="755"/>
                  </a:cubicBezTo>
                  <a:lnTo>
                    <a:pt x="726" y="751"/>
                  </a:lnTo>
                  <a:lnTo>
                    <a:pt x="726" y="651"/>
                  </a:lnTo>
                  <a:lnTo>
                    <a:pt x="705" y="660"/>
                  </a:lnTo>
                  <a:cubicBezTo>
                    <a:pt x="672" y="672"/>
                    <a:pt x="610" y="684"/>
                    <a:pt x="543" y="684"/>
                  </a:cubicBezTo>
                  <a:cubicBezTo>
                    <a:pt x="319" y="684"/>
                    <a:pt x="236" y="498"/>
                    <a:pt x="232" y="332"/>
                  </a:cubicBezTo>
                  <a:cubicBezTo>
                    <a:pt x="261" y="332"/>
                    <a:pt x="742" y="332"/>
                    <a:pt x="742" y="332"/>
                  </a:cubicBezTo>
                  <a:lnTo>
                    <a:pt x="742" y="315"/>
                  </a:lnTo>
                  <a:close/>
                  <a:moveTo>
                    <a:pt x="386" y="83"/>
                  </a:moveTo>
                  <a:cubicBezTo>
                    <a:pt x="498" y="83"/>
                    <a:pt x="527" y="166"/>
                    <a:pt x="531" y="236"/>
                  </a:cubicBezTo>
                  <a:cubicBezTo>
                    <a:pt x="506" y="236"/>
                    <a:pt x="257" y="236"/>
                    <a:pt x="228" y="236"/>
                  </a:cubicBezTo>
                  <a:cubicBezTo>
                    <a:pt x="236" y="183"/>
                    <a:pt x="270" y="83"/>
                    <a:pt x="386" y="8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4" name="Freeform 18">
              <a:extLst>
                <a:ext uri="{FF2B5EF4-FFF2-40B4-BE49-F238E27FC236}">
                  <a16:creationId xmlns:a16="http://schemas.microsoft.com/office/drawing/2014/main" id="{0ABF0D13-1B74-DA46-B5FA-13F796B12F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4113" y="4121150"/>
              <a:ext cx="212725" cy="366713"/>
            </a:xfrm>
            <a:custGeom>
              <a:avLst/>
              <a:gdLst>
                <a:gd name="T0" fmla="*/ 141 w 589"/>
                <a:gd name="T1" fmla="*/ 237 h 1017"/>
                <a:gd name="T2" fmla="*/ 0 w 589"/>
                <a:gd name="T3" fmla="*/ 237 h 1017"/>
                <a:gd name="T4" fmla="*/ 0 w 589"/>
                <a:gd name="T5" fmla="*/ 328 h 1017"/>
                <a:gd name="T6" fmla="*/ 141 w 589"/>
                <a:gd name="T7" fmla="*/ 328 h 1017"/>
                <a:gd name="T8" fmla="*/ 141 w 589"/>
                <a:gd name="T9" fmla="*/ 797 h 1017"/>
                <a:gd name="T10" fmla="*/ 427 w 589"/>
                <a:gd name="T11" fmla="*/ 1016 h 1017"/>
                <a:gd name="T12" fmla="*/ 551 w 589"/>
                <a:gd name="T13" fmla="*/ 1004 h 1017"/>
                <a:gd name="T14" fmla="*/ 564 w 589"/>
                <a:gd name="T15" fmla="*/ 1004 h 1017"/>
                <a:gd name="T16" fmla="*/ 564 w 589"/>
                <a:gd name="T17" fmla="*/ 909 h 1017"/>
                <a:gd name="T18" fmla="*/ 547 w 589"/>
                <a:gd name="T19" fmla="*/ 913 h 1017"/>
                <a:gd name="T20" fmla="*/ 485 w 589"/>
                <a:gd name="T21" fmla="*/ 917 h 1017"/>
                <a:gd name="T22" fmla="*/ 352 w 589"/>
                <a:gd name="T23" fmla="*/ 772 h 1017"/>
                <a:gd name="T24" fmla="*/ 352 w 589"/>
                <a:gd name="T25" fmla="*/ 328 h 1017"/>
                <a:gd name="T26" fmla="*/ 588 w 589"/>
                <a:gd name="T27" fmla="*/ 328 h 1017"/>
                <a:gd name="T28" fmla="*/ 588 w 589"/>
                <a:gd name="T29" fmla="*/ 237 h 1017"/>
                <a:gd name="T30" fmla="*/ 352 w 589"/>
                <a:gd name="T31" fmla="*/ 237 h 1017"/>
                <a:gd name="T32" fmla="*/ 352 w 589"/>
                <a:gd name="T33" fmla="*/ 0 h 1017"/>
                <a:gd name="T34" fmla="*/ 141 w 589"/>
                <a:gd name="T35" fmla="*/ 0 h 1017"/>
                <a:gd name="T36" fmla="*/ 141 w 589"/>
                <a:gd name="T37" fmla="*/ 237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89" h="1017">
                  <a:moveTo>
                    <a:pt x="141" y="237"/>
                  </a:moveTo>
                  <a:lnTo>
                    <a:pt x="0" y="237"/>
                  </a:lnTo>
                  <a:lnTo>
                    <a:pt x="0" y="328"/>
                  </a:lnTo>
                  <a:lnTo>
                    <a:pt x="141" y="328"/>
                  </a:lnTo>
                  <a:lnTo>
                    <a:pt x="141" y="797"/>
                  </a:lnTo>
                  <a:cubicBezTo>
                    <a:pt x="141" y="1000"/>
                    <a:pt x="270" y="1016"/>
                    <a:pt x="427" y="1016"/>
                  </a:cubicBezTo>
                  <a:cubicBezTo>
                    <a:pt x="464" y="1016"/>
                    <a:pt x="505" y="1012"/>
                    <a:pt x="551" y="1004"/>
                  </a:cubicBezTo>
                  <a:lnTo>
                    <a:pt x="564" y="1004"/>
                  </a:lnTo>
                  <a:lnTo>
                    <a:pt x="564" y="909"/>
                  </a:lnTo>
                  <a:lnTo>
                    <a:pt x="547" y="913"/>
                  </a:lnTo>
                  <a:cubicBezTo>
                    <a:pt x="530" y="917"/>
                    <a:pt x="510" y="917"/>
                    <a:pt x="485" y="917"/>
                  </a:cubicBezTo>
                  <a:cubicBezTo>
                    <a:pt x="360" y="917"/>
                    <a:pt x="352" y="880"/>
                    <a:pt x="352" y="772"/>
                  </a:cubicBezTo>
                  <a:lnTo>
                    <a:pt x="352" y="328"/>
                  </a:lnTo>
                  <a:lnTo>
                    <a:pt x="588" y="328"/>
                  </a:lnTo>
                  <a:lnTo>
                    <a:pt x="588" y="237"/>
                  </a:lnTo>
                  <a:lnTo>
                    <a:pt x="352" y="237"/>
                  </a:lnTo>
                  <a:lnTo>
                    <a:pt x="352" y="0"/>
                  </a:lnTo>
                  <a:lnTo>
                    <a:pt x="141" y="0"/>
                  </a:lnTo>
                  <a:lnTo>
                    <a:pt x="141" y="237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5" name="Freeform 19">
              <a:extLst>
                <a:ext uri="{FF2B5EF4-FFF2-40B4-BE49-F238E27FC236}">
                  <a16:creationId xmlns:a16="http://schemas.microsoft.com/office/drawing/2014/main" id="{F686D342-9D2C-2C46-B8C6-991AE95B38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49963" y="4087813"/>
              <a:ext cx="450850" cy="395287"/>
            </a:xfrm>
            <a:custGeom>
              <a:avLst/>
              <a:gdLst>
                <a:gd name="T0" fmla="*/ 1245 w 1254"/>
                <a:gd name="T1" fmla="*/ 0 h 1096"/>
                <a:gd name="T2" fmla="*/ 1033 w 1254"/>
                <a:gd name="T3" fmla="*/ 0 h 1096"/>
                <a:gd name="T4" fmla="*/ 1033 w 1254"/>
                <a:gd name="T5" fmla="*/ 829 h 1096"/>
                <a:gd name="T6" fmla="*/ 485 w 1254"/>
                <a:gd name="T7" fmla="*/ 0 h 1096"/>
                <a:gd name="T8" fmla="*/ 0 w 1254"/>
                <a:gd name="T9" fmla="*/ 0 h 1096"/>
                <a:gd name="T10" fmla="*/ 0 w 1254"/>
                <a:gd name="T11" fmla="*/ 62 h 1096"/>
                <a:gd name="T12" fmla="*/ 42 w 1254"/>
                <a:gd name="T13" fmla="*/ 70 h 1096"/>
                <a:gd name="T14" fmla="*/ 178 w 1254"/>
                <a:gd name="T15" fmla="*/ 220 h 1096"/>
                <a:gd name="T16" fmla="*/ 178 w 1254"/>
                <a:gd name="T17" fmla="*/ 1095 h 1096"/>
                <a:gd name="T18" fmla="*/ 403 w 1254"/>
                <a:gd name="T19" fmla="*/ 1095 h 1096"/>
                <a:gd name="T20" fmla="*/ 403 w 1254"/>
                <a:gd name="T21" fmla="*/ 228 h 1096"/>
                <a:gd name="T22" fmla="*/ 975 w 1254"/>
                <a:gd name="T23" fmla="*/ 1095 h 1096"/>
                <a:gd name="T24" fmla="*/ 1253 w 1254"/>
                <a:gd name="T25" fmla="*/ 1095 h 1096"/>
                <a:gd name="T26" fmla="*/ 1253 w 1254"/>
                <a:gd name="T27" fmla="*/ 0 h 1096"/>
                <a:gd name="T28" fmla="*/ 1245 w 1254"/>
                <a:gd name="T29" fmla="*/ 0 h 10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54" h="1096">
                  <a:moveTo>
                    <a:pt x="1245" y="0"/>
                  </a:moveTo>
                  <a:lnTo>
                    <a:pt x="1033" y="0"/>
                  </a:lnTo>
                  <a:cubicBezTo>
                    <a:pt x="1033" y="0"/>
                    <a:pt x="1033" y="751"/>
                    <a:pt x="1033" y="829"/>
                  </a:cubicBezTo>
                  <a:cubicBezTo>
                    <a:pt x="992" y="763"/>
                    <a:pt x="485" y="0"/>
                    <a:pt x="485" y="0"/>
                  </a:cubicBezTo>
                  <a:lnTo>
                    <a:pt x="0" y="0"/>
                  </a:lnTo>
                  <a:lnTo>
                    <a:pt x="0" y="62"/>
                  </a:lnTo>
                  <a:lnTo>
                    <a:pt x="42" y="70"/>
                  </a:lnTo>
                  <a:cubicBezTo>
                    <a:pt x="170" y="91"/>
                    <a:pt x="178" y="95"/>
                    <a:pt x="178" y="220"/>
                  </a:cubicBezTo>
                  <a:lnTo>
                    <a:pt x="178" y="1095"/>
                  </a:lnTo>
                  <a:lnTo>
                    <a:pt x="403" y="1095"/>
                  </a:lnTo>
                  <a:cubicBezTo>
                    <a:pt x="403" y="1095"/>
                    <a:pt x="403" y="307"/>
                    <a:pt x="403" y="228"/>
                  </a:cubicBezTo>
                  <a:cubicBezTo>
                    <a:pt x="448" y="294"/>
                    <a:pt x="975" y="1095"/>
                    <a:pt x="975" y="1095"/>
                  </a:cubicBezTo>
                  <a:lnTo>
                    <a:pt x="1253" y="1095"/>
                  </a:lnTo>
                  <a:lnTo>
                    <a:pt x="1253" y="0"/>
                  </a:lnTo>
                  <a:lnTo>
                    <a:pt x="124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6" name="Freeform 20">
              <a:extLst>
                <a:ext uri="{FF2B5EF4-FFF2-40B4-BE49-F238E27FC236}">
                  <a16:creationId xmlns:a16="http://schemas.microsoft.com/office/drawing/2014/main" id="{E9AB219C-F1B3-9044-B392-229E6A45BF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73838" y="4200525"/>
              <a:ext cx="266700" cy="287338"/>
            </a:xfrm>
            <a:custGeom>
              <a:avLst/>
              <a:gdLst>
                <a:gd name="T0" fmla="*/ 390 w 740"/>
                <a:gd name="T1" fmla="*/ 0 h 797"/>
                <a:gd name="T2" fmla="*/ 0 w 740"/>
                <a:gd name="T3" fmla="*/ 373 h 797"/>
                <a:gd name="T4" fmla="*/ 456 w 740"/>
                <a:gd name="T5" fmla="*/ 796 h 797"/>
                <a:gd name="T6" fmla="*/ 714 w 740"/>
                <a:gd name="T7" fmla="*/ 755 h 797"/>
                <a:gd name="T8" fmla="*/ 726 w 740"/>
                <a:gd name="T9" fmla="*/ 751 h 797"/>
                <a:gd name="T10" fmla="*/ 726 w 740"/>
                <a:gd name="T11" fmla="*/ 651 h 797"/>
                <a:gd name="T12" fmla="*/ 705 w 740"/>
                <a:gd name="T13" fmla="*/ 660 h 797"/>
                <a:gd name="T14" fmla="*/ 539 w 740"/>
                <a:gd name="T15" fmla="*/ 684 h 797"/>
                <a:gd name="T16" fmla="*/ 228 w 740"/>
                <a:gd name="T17" fmla="*/ 332 h 797"/>
                <a:gd name="T18" fmla="*/ 739 w 740"/>
                <a:gd name="T19" fmla="*/ 332 h 797"/>
                <a:gd name="T20" fmla="*/ 739 w 740"/>
                <a:gd name="T21" fmla="*/ 315 h 797"/>
                <a:gd name="T22" fmla="*/ 390 w 740"/>
                <a:gd name="T23" fmla="*/ 0 h 797"/>
                <a:gd name="T24" fmla="*/ 386 w 740"/>
                <a:gd name="T25" fmla="*/ 83 h 797"/>
                <a:gd name="T26" fmla="*/ 531 w 740"/>
                <a:gd name="T27" fmla="*/ 236 h 797"/>
                <a:gd name="T28" fmla="*/ 228 w 740"/>
                <a:gd name="T29" fmla="*/ 236 h 797"/>
                <a:gd name="T30" fmla="*/ 386 w 740"/>
                <a:gd name="T31" fmla="*/ 83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40" h="797">
                  <a:moveTo>
                    <a:pt x="390" y="0"/>
                  </a:moveTo>
                  <a:cubicBezTo>
                    <a:pt x="129" y="0"/>
                    <a:pt x="0" y="124"/>
                    <a:pt x="0" y="373"/>
                  </a:cubicBezTo>
                  <a:cubicBezTo>
                    <a:pt x="0" y="639"/>
                    <a:pt x="170" y="796"/>
                    <a:pt x="456" y="796"/>
                  </a:cubicBezTo>
                  <a:cubicBezTo>
                    <a:pt x="581" y="796"/>
                    <a:pt x="676" y="767"/>
                    <a:pt x="714" y="755"/>
                  </a:cubicBezTo>
                  <a:lnTo>
                    <a:pt x="726" y="751"/>
                  </a:lnTo>
                  <a:lnTo>
                    <a:pt x="726" y="651"/>
                  </a:lnTo>
                  <a:lnTo>
                    <a:pt x="705" y="660"/>
                  </a:lnTo>
                  <a:cubicBezTo>
                    <a:pt x="672" y="672"/>
                    <a:pt x="610" y="684"/>
                    <a:pt x="539" y="684"/>
                  </a:cubicBezTo>
                  <a:cubicBezTo>
                    <a:pt x="315" y="684"/>
                    <a:pt x="232" y="498"/>
                    <a:pt x="228" y="332"/>
                  </a:cubicBezTo>
                  <a:lnTo>
                    <a:pt x="739" y="332"/>
                  </a:lnTo>
                  <a:lnTo>
                    <a:pt x="739" y="315"/>
                  </a:lnTo>
                  <a:cubicBezTo>
                    <a:pt x="739" y="104"/>
                    <a:pt x="622" y="0"/>
                    <a:pt x="390" y="0"/>
                  </a:cubicBezTo>
                  <a:close/>
                  <a:moveTo>
                    <a:pt x="386" y="83"/>
                  </a:moveTo>
                  <a:cubicBezTo>
                    <a:pt x="498" y="83"/>
                    <a:pt x="527" y="162"/>
                    <a:pt x="531" y="236"/>
                  </a:cubicBezTo>
                  <a:lnTo>
                    <a:pt x="228" y="236"/>
                  </a:lnTo>
                  <a:cubicBezTo>
                    <a:pt x="232" y="187"/>
                    <a:pt x="270" y="83"/>
                    <a:pt x="386" y="8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7" name="Freeform 21">
              <a:extLst>
                <a:ext uri="{FF2B5EF4-FFF2-40B4-BE49-F238E27FC236}">
                  <a16:creationId xmlns:a16="http://schemas.microsoft.com/office/drawing/2014/main" id="{B2390E72-E83F-AD4A-91E9-2D8CFBE66E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4075" y="4121150"/>
              <a:ext cx="212725" cy="366713"/>
            </a:xfrm>
            <a:custGeom>
              <a:avLst/>
              <a:gdLst>
                <a:gd name="T0" fmla="*/ 141 w 590"/>
                <a:gd name="T1" fmla="*/ 237 h 1017"/>
                <a:gd name="T2" fmla="*/ 0 w 590"/>
                <a:gd name="T3" fmla="*/ 237 h 1017"/>
                <a:gd name="T4" fmla="*/ 0 w 590"/>
                <a:gd name="T5" fmla="*/ 328 h 1017"/>
                <a:gd name="T6" fmla="*/ 141 w 590"/>
                <a:gd name="T7" fmla="*/ 328 h 1017"/>
                <a:gd name="T8" fmla="*/ 141 w 590"/>
                <a:gd name="T9" fmla="*/ 797 h 1017"/>
                <a:gd name="T10" fmla="*/ 427 w 590"/>
                <a:gd name="T11" fmla="*/ 1016 h 1017"/>
                <a:gd name="T12" fmla="*/ 551 w 590"/>
                <a:gd name="T13" fmla="*/ 1004 h 1017"/>
                <a:gd name="T14" fmla="*/ 564 w 590"/>
                <a:gd name="T15" fmla="*/ 1004 h 1017"/>
                <a:gd name="T16" fmla="*/ 564 w 590"/>
                <a:gd name="T17" fmla="*/ 909 h 1017"/>
                <a:gd name="T18" fmla="*/ 547 w 590"/>
                <a:gd name="T19" fmla="*/ 913 h 1017"/>
                <a:gd name="T20" fmla="*/ 485 w 590"/>
                <a:gd name="T21" fmla="*/ 917 h 1017"/>
                <a:gd name="T22" fmla="*/ 352 w 590"/>
                <a:gd name="T23" fmla="*/ 772 h 1017"/>
                <a:gd name="T24" fmla="*/ 352 w 590"/>
                <a:gd name="T25" fmla="*/ 328 h 1017"/>
                <a:gd name="T26" fmla="*/ 589 w 590"/>
                <a:gd name="T27" fmla="*/ 328 h 1017"/>
                <a:gd name="T28" fmla="*/ 589 w 590"/>
                <a:gd name="T29" fmla="*/ 237 h 1017"/>
                <a:gd name="T30" fmla="*/ 352 w 590"/>
                <a:gd name="T31" fmla="*/ 237 h 1017"/>
                <a:gd name="T32" fmla="*/ 352 w 590"/>
                <a:gd name="T33" fmla="*/ 0 h 1017"/>
                <a:gd name="T34" fmla="*/ 141 w 590"/>
                <a:gd name="T35" fmla="*/ 0 h 1017"/>
                <a:gd name="T36" fmla="*/ 141 w 590"/>
                <a:gd name="T37" fmla="*/ 237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0" h="1017">
                  <a:moveTo>
                    <a:pt x="141" y="237"/>
                  </a:moveTo>
                  <a:lnTo>
                    <a:pt x="0" y="237"/>
                  </a:lnTo>
                  <a:lnTo>
                    <a:pt x="0" y="328"/>
                  </a:lnTo>
                  <a:lnTo>
                    <a:pt x="141" y="328"/>
                  </a:lnTo>
                  <a:lnTo>
                    <a:pt x="141" y="797"/>
                  </a:lnTo>
                  <a:cubicBezTo>
                    <a:pt x="141" y="1000"/>
                    <a:pt x="269" y="1016"/>
                    <a:pt x="427" y="1016"/>
                  </a:cubicBezTo>
                  <a:cubicBezTo>
                    <a:pt x="464" y="1016"/>
                    <a:pt x="506" y="1012"/>
                    <a:pt x="551" y="1004"/>
                  </a:cubicBezTo>
                  <a:lnTo>
                    <a:pt x="564" y="1004"/>
                  </a:lnTo>
                  <a:lnTo>
                    <a:pt x="564" y="909"/>
                  </a:lnTo>
                  <a:lnTo>
                    <a:pt x="547" y="913"/>
                  </a:lnTo>
                  <a:cubicBezTo>
                    <a:pt x="531" y="917"/>
                    <a:pt x="510" y="917"/>
                    <a:pt x="485" y="917"/>
                  </a:cubicBezTo>
                  <a:cubicBezTo>
                    <a:pt x="361" y="917"/>
                    <a:pt x="352" y="880"/>
                    <a:pt x="352" y="772"/>
                  </a:cubicBezTo>
                  <a:lnTo>
                    <a:pt x="352" y="328"/>
                  </a:lnTo>
                  <a:lnTo>
                    <a:pt x="589" y="328"/>
                  </a:lnTo>
                  <a:lnTo>
                    <a:pt x="589" y="237"/>
                  </a:lnTo>
                  <a:lnTo>
                    <a:pt x="352" y="237"/>
                  </a:lnTo>
                  <a:lnTo>
                    <a:pt x="352" y="0"/>
                  </a:lnTo>
                  <a:lnTo>
                    <a:pt x="141" y="0"/>
                  </a:lnTo>
                  <a:lnTo>
                    <a:pt x="141" y="237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9" name="Freeform 22">
              <a:extLst>
                <a:ext uri="{FF2B5EF4-FFF2-40B4-BE49-F238E27FC236}">
                  <a16:creationId xmlns:a16="http://schemas.microsoft.com/office/drawing/2014/main" id="{997F15E4-5C62-FD44-8E7C-96CB8A54DA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0063" y="4206875"/>
              <a:ext cx="331787" cy="274638"/>
            </a:xfrm>
            <a:custGeom>
              <a:avLst/>
              <a:gdLst>
                <a:gd name="T0" fmla="*/ 705 w 921"/>
                <a:gd name="T1" fmla="*/ 248 h 764"/>
                <a:gd name="T2" fmla="*/ 920 w 921"/>
                <a:gd name="T3" fmla="*/ 0 h 764"/>
                <a:gd name="T4" fmla="*/ 701 w 921"/>
                <a:gd name="T5" fmla="*/ 0 h 764"/>
                <a:gd name="T6" fmla="*/ 497 w 921"/>
                <a:gd name="T7" fmla="*/ 236 h 764"/>
                <a:gd name="T8" fmla="*/ 319 w 921"/>
                <a:gd name="T9" fmla="*/ 0 h 764"/>
                <a:gd name="T10" fmla="*/ 0 w 921"/>
                <a:gd name="T11" fmla="*/ 0 h 764"/>
                <a:gd name="T12" fmla="*/ 0 w 921"/>
                <a:gd name="T13" fmla="*/ 62 h 764"/>
                <a:gd name="T14" fmla="*/ 12 w 921"/>
                <a:gd name="T15" fmla="*/ 62 h 764"/>
                <a:gd name="T16" fmla="*/ 211 w 921"/>
                <a:gd name="T17" fmla="*/ 178 h 764"/>
                <a:gd name="T18" fmla="*/ 344 w 921"/>
                <a:gd name="T19" fmla="*/ 352 h 764"/>
                <a:gd name="T20" fmla="*/ 128 w 921"/>
                <a:gd name="T21" fmla="*/ 601 h 764"/>
                <a:gd name="T22" fmla="*/ 348 w 921"/>
                <a:gd name="T23" fmla="*/ 601 h 764"/>
                <a:gd name="T24" fmla="*/ 443 w 921"/>
                <a:gd name="T25" fmla="*/ 489 h 764"/>
                <a:gd name="T26" fmla="*/ 651 w 921"/>
                <a:gd name="T27" fmla="*/ 763 h 764"/>
                <a:gd name="T28" fmla="*/ 900 w 921"/>
                <a:gd name="T29" fmla="*/ 763 h 764"/>
                <a:gd name="T30" fmla="*/ 506 w 921"/>
                <a:gd name="T31" fmla="*/ 248 h 764"/>
                <a:gd name="T32" fmla="*/ 705 w 921"/>
                <a:gd name="T33" fmla="*/ 248 h 7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21" h="764">
                  <a:moveTo>
                    <a:pt x="705" y="248"/>
                  </a:moveTo>
                  <a:lnTo>
                    <a:pt x="920" y="0"/>
                  </a:lnTo>
                  <a:lnTo>
                    <a:pt x="701" y="0"/>
                  </a:lnTo>
                  <a:lnTo>
                    <a:pt x="497" y="236"/>
                  </a:lnTo>
                  <a:lnTo>
                    <a:pt x="319" y="0"/>
                  </a:lnTo>
                  <a:lnTo>
                    <a:pt x="0" y="0"/>
                  </a:lnTo>
                  <a:lnTo>
                    <a:pt x="0" y="62"/>
                  </a:lnTo>
                  <a:lnTo>
                    <a:pt x="12" y="62"/>
                  </a:lnTo>
                  <a:cubicBezTo>
                    <a:pt x="120" y="70"/>
                    <a:pt x="145" y="87"/>
                    <a:pt x="211" y="178"/>
                  </a:cubicBezTo>
                  <a:lnTo>
                    <a:pt x="344" y="352"/>
                  </a:lnTo>
                  <a:lnTo>
                    <a:pt x="128" y="601"/>
                  </a:lnTo>
                  <a:lnTo>
                    <a:pt x="348" y="601"/>
                  </a:lnTo>
                  <a:lnTo>
                    <a:pt x="443" y="489"/>
                  </a:lnTo>
                  <a:lnTo>
                    <a:pt x="651" y="763"/>
                  </a:lnTo>
                  <a:lnTo>
                    <a:pt x="900" y="763"/>
                  </a:lnTo>
                  <a:lnTo>
                    <a:pt x="506" y="248"/>
                  </a:lnTo>
                  <a:lnTo>
                    <a:pt x="705" y="24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71" name="Freeform 23">
              <a:extLst>
                <a:ext uri="{FF2B5EF4-FFF2-40B4-BE49-F238E27FC236}">
                  <a16:creationId xmlns:a16="http://schemas.microsoft.com/office/drawing/2014/main" id="{33259A4C-4BD9-3F4B-AB92-34F9F5A4C4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5500" y="4010025"/>
              <a:ext cx="176213" cy="111125"/>
            </a:xfrm>
            <a:custGeom>
              <a:avLst/>
              <a:gdLst>
                <a:gd name="T0" fmla="*/ 224 w 490"/>
                <a:gd name="T1" fmla="*/ 307 h 308"/>
                <a:gd name="T2" fmla="*/ 0 w 490"/>
                <a:gd name="T3" fmla="*/ 307 h 308"/>
                <a:gd name="T4" fmla="*/ 269 w 490"/>
                <a:gd name="T5" fmla="*/ 0 h 308"/>
                <a:gd name="T6" fmla="*/ 489 w 490"/>
                <a:gd name="T7" fmla="*/ 0 h 308"/>
                <a:gd name="T8" fmla="*/ 224 w 490"/>
                <a:gd name="T9" fmla="*/ 307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0" h="308">
                  <a:moveTo>
                    <a:pt x="224" y="307"/>
                  </a:moveTo>
                  <a:lnTo>
                    <a:pt x="0" y="307"/>
                  </a:lnTo>
                  <a:lnTo>
                    <a:pt x="269" y="0"/>
                  </a:lnTo>
                  <a:lnTo>
                    <a:pt x="489" y="0"/>
                  </a:lnTo>
                  <a:lnTo>
                    <a:pt x="224" y="307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</p:grpSp>
      <p:sp>
        <p:nvSpPr>
          <p:cNvPr id="72" name="Footer">
            <a:extLst>
              <a:ext uri="{FF2B5EF4-FFF2-40B4-BE49-F238E27FC236}">
                <a16:creationId xmlns:a16="http://schemas.microsoft.com/office/drawing/2014/main" id="{904A5B2E-BF84-7745-B57D-1729A9AA13FC}"/>
              </a:ext>
            </a:extLst>
          </p:cNvPr>
          <p:cNvSpPr txBox="1"/>
          <p:nvPr userDrawn="1"/>
        </p:nvSpPr>
        <p:spPr>
          <a:xfrm>
            <a:off x="6641794" y="4911221"/>
            <a:ext cx="24625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rPr>
              <a:t>© Hitachi Vantara LLC 2021.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827864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CD3F4FD4-345E-5049-91DB-67FCDD2F44B9}"/>
              </a:ext>
            </a:extLst>
          </p:cNvPr>
          <p:cNvSpPr/>
          <p:nvPr userDrawn="1"/>
        </p:nvSpPr>
        <p:spPr>
          <a:xfrm>
            <a:off x="0" y="0"/>
            <a:ext cx="9153144" cy="5157216"/>
          </a:xfrm>
          <a:prstGeom prst="rect">
            <a:avLst/>
          </a:prstGeom>
          <a:gradFill flip="none" rotWithShape="1">
            <a:gsLst>
              <a:gs pos="0">
                <a:schemeClr val="tx2"/>
              </a:gs>
              <a:gs pos="66000">
                <a:srgbClr val="051C2C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A18BC543-15C4-E34B-8324-961E435C32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1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73" y="0"/>
            <a:ext cx="9143998" cy="5143499"/>
          </a:xfrm>
          <a:prstGeom prst="rect">
            <a:avLst/>
          </a:prstGeom>
        </p:spPr>
      </p:pic>
      <p:sp>
        <p:nvSpPr>
          <p:cNvPr id="57" name="Title 1"/>
          <p:cNvSpPr>
            <a:spLocks noGrp="1"/>
          </p:cNvSpPr>
          <p:nvPr>
            <p:ph type="ctrTitle" hasCustomPrompt="1"/>
          </p:nvPr>
        </p:nvSpPr>
        <p:spPr>
          <a:xfrm>
            <a:off x="725952" y="1571934"/>
            <a:ext cx="6926568" cy="695773"/>
          </a:xfrm>
          <a:prstGeom prst="rect">
            <a:avLst/>
          </a:prstGeom>
          <a:effectLst/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4400" b="1" cap="none" baseline="0"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Divider Slide</a:t>
            </a:r>
          </a:p>
        </p:txBody>
      </p:sp>
      <p:sp>
        <p:nvSpPr>
          <p:cNvPr id="39" name="TextBox 38"/>
          <p:cNvSpPr txBox="1"/>
          <p:nvPr userDrawn="1"/>
        </p:nvSpPr>
        <p:spPr>
          <a:xfrm>
            <a:off x="1611" y="4915450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111F478C-84AE-4601-9BE4-60468A3A6C06}" type="slidenum">
              <a:rPr lang="en-US" sz="800" smtClean="0">
                <a:solidFill>
                  <a:prstClr val="white">
                    <a:alpha val="50000"/>
                  </a:prstClr>
                </a:solidFill>
                <a:latin typeface="Arial"/>
              </a:rPr>
              <a:pPr/>
              <a:t>‹#›</a:t>
            </a:fld>
            <a:endParaRPr lang="en-US" sz="800" dirty="0">
              <a:solidFill>
                <a:prstClr val="white">
                  <a:alpha val="50000"/>
                </a:prstClr>
              </a:solidFill>
              <a:latin typeface="Arial"/>
            </a:endParaRPr>
          </a:p>
        </p:txBody>
      </p:sp>
      <p:grpSp>
        <p:nvGrpSpPr>
          <p:cNvPr id="38" name="Group 37"/>
          <p:cNvGrpSpPr/>
          <p:nvPr userDrawn="1"/>
        </p:nvGrpSpPr>
        <p:grpSpPr>
          <a:xfrm>
            <a:off x="7684916" y="225821"/>
            <a:ext cx="1247901" cy="356665"/>
            <a:chOff x="2751138" y="3262313"/>
            <a:chExt cx="4665662" cy="1333500"/>
          </a:xfrm>
          <a:solidFill>
            <a:schemeClr val="bg1"/>
          </a:solidFill>
        </p:grpSpPr>
        <p:sp>
          <p:nvSpPr>
            <p:cNvPr id="67" name="Freeform 1"/>
            <p:cNvSpPr>
              <a:spLocks noChangeArrowheads="1"/>
            </p:cNvSpPr>
            <p:nvPr/>
          </p:nvSpPr>
          <p:spPr bwMode="auto">
            <a:xfrm>
              <a:off x="6180138" y="3275013"/>
              <a:ext cx="673100" cy="631825"/>
            </a:xfrm>
            <a:custGeom>
              <a:avLst/>
              <a:gdLst>
                <a:gd name="T0" fmla="*/ 465 w 1868"/>
                <a:gd name="T1" fmla="*/ 0 h 1755"/>
                <a:gd name="T2" fmla="*/ 465 w 1868"/>
                <a:gd name="T3" fmla="*/ 700 h 1755"/>
                <a:gd name="T4" fmla="*/ 1402 w 1868"/>
                <a:gd name="T5" fmla="*/ 700 h 1755"/>
                <a:gd name="T6" fmla="*/ 1402 w 1868"/>
                <a:gd name="T7" fmla="*/ 0 h 1755"/>
                <a:gd name="T8" fmla="*/ 1867 w 1868"/>
                <a:gd name="T9" fmla="*/ 0 h 1755"/>
                <a:gd name="T10" fmla="*/ 1867 w 1868"/>
                <a:gd name="T11" fmla="*/ 1754 h 1755"/>
                <a:gd name="T12" fmla="*/ 1402 w 1868"/>
                <a:gd name="T13" fmla="*/ 1754 h 1755"/>
                <a:gd name="T14" fmla="*/ 1402 w 1868"/>
                <a:gd name="T15" fmla="*/ 983 h 1755"/>
                <a:gd name="T16" fmla="*/ 465 w 1868"/>
                <a:gd name="T17" fmla="*/ 983 h 1755"/>
                <a:gd name="T18" fmla="*/ 465 w 1868"/>
                <a:gd name="T19" fmla="*/ 1754 h 1755"/>
                <a:gd name="T20" fmla="*/ 0 w 1868"/>
                <a:gd name="T21" fmla="*/ 1754 h 1755"/>
                <a:gd name="T22" fmla="*/ 0 w 1868"/>
                <a:gd name="T23" fmla="*/ 0 h 1755"/>
                <a:gd name="T24" fmla="*/ 465 w 1868"/>
                <a:gd name="T25" fmla="*/ 0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68" h="1755">
                  <a:moveTo>
                    <a:pt x="465" y="0"/>
                  </a:moveTo>
                  <a:cubicBezTo>
                    <a:pt x="465" y="0"/>
                    <a:pt x="465" y="705"/>
                    <a:pt x="465" y="700"/>
                  </a:cubicBezTo>
                  <a:lnTo>
                    <a:pt x="1402" y="700"/>
                  </a:lnTo>
                  <a:cubicBezTo>
                    <a:pt x="1402" y="705"/>
                    <a:pt x="1402" y="0"/>
                    <a:pt x="1402" y="0"/>
                  </a:cubicBezTo>
                  <a:cubicBezTo>
                    <a:pt x="1402" y="0"/>
                    <a:pt x="1863" y="0"/>
                    <a:pt x="1867" y="0"/>
                  </a:cubicBezTo>
                  <a:cubicBezTo>
                    <a:pt x="1867" y="0"/>
                    <a:pt x="1867" y="1750"/>
                    <a:pt x="1867" y="1754"/>
                  </a:cubicBezTo>
                  <a:lnTo>
                    <a:pt x="1402" y="1754"/>
                  </a:lnTo>
                  <a:cubicBezTo>
                    <a:pt x="1402" y="1754"/>
                    <a:pt x="1402" y="987"/>
                    <a:pt x="1402" y="983"/>
                  </a:cubicBezTo>
                  <a:cubicBezTo>
                    <a:pt x="1402" y="987"/>
                    <a:pt x="465" y="983"/>
                    <a:pt x="465" y="983"/>
                  </a:cubicBezTo>
                  <a:cubicBezTo>
                    <a:pt x="465" y="987"/>
                    <a:pt x="465" y="1754"/>
                    <a:pt x="465" y="1754"/>
                  </a:cubicBezTo>
                  <a:lnTo>
                    <a:pt x="0" y="1754"/>
                  </a:lnTo>
                  <a:cubicBezTo>
                    <a:pt x="0" y="1754"/>
                    <a:pt x="4" y="0"/>
                    <a:pt x="0" y="0"/>
                  </a:cubicBezTo>
                  <a:lnTo>
                    <a:pt x="46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8" name="Freeform 2"/>
            <p:cNvSpPr>
              <a:spLocks noChangeArrowheads="1"/>
            </p:cNvSpPr>
            <p:nvPr/>
          </p:nvSpPr>
          <p:spPr bwMode="auto">
            <a:xfrm>
              <a:off x="4083050" y="3275013"/>
              <a:ext cx="677863" cy="631825"/>
            </a:xfrm>
            <a:custGeom>
              <a:avLst/>
              <a:gdLst>
                <a:gd name="T0" fmla="*/ 1883 w 1884"/>
                <a:gd name="T1" fmla="*/ 0 h 1755"/>
                <a:gd name="T2" fmla="*/ 1883 w 1884"/>
                <a:gd name="T3" fmla="*/ 298 h 1755"/>
                <a:gd name="T4" fmla="*/ 1174 w 1884"/>
                <a:gd name="T5" fmla="*/ 298 h 1755"/>
                <a:gd name="T6" fmla="*/ 1174 w 1884"/>
                <a:gd name="T7" fmla="*/ 1754 h 1755"/>
                <a:gd name="T8" fmla="*/ 709 w 1884"/>
                <a:gd name="T9" fmla="*/ 1754 h 1755"/>
                <a:gd name="T10" fmla="*/ 709 w 1884"/>
                <a:gd name="T11" fmla="*/ 298 h 1755"/>
                <a:gd name="T12" fmla="*/ 0 w 1884"/>
                <a:gd name="T13" fmla="*/ 298 h 1755"/>
                <a:gd name="T14" fmla="*/ 0 w 1884"/>
                <a:gd name="T15" fmla="*/ 0 h 1755"/>
                <a:gd name="T16" fmla="*/ 1883 w 1884"/>
                <a:gd name="T17" fmla="*/ 0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84" h="1755">
                  <a:moveTo>
                    <a:pt x="1883" y="0"/>
                  </a:moveTo>
                  <a:cubicBezTo>
                    <a:pt x="1883" y="4"/>
                    <a:pt x="1883" y="298"/>
                    <a:pt x="1883" y="298"/>
                  </a:cubicBezTo>
                  <a:lnTo>
                    <a:pt x="1174" y="298"/>
                  </a:lnTo>
                  <a:lnTo>
                    <a:pt x="1174" y="1754"/>
                  </a:lnTo>
                  <a:lnTo>
                    <a:pt x="709" y="1754"/>
                  </a:lnTo>
                  <a:lnTo>
                    <a:pt x="709" y="298"/>
                  </a:lnTo>
                  <a:lnTo>
                    <a:pt x="0" y="298"/>
                  </a:lnTo>
                  <a:lnTo>
                    <a:pt x="0" y="0"/>
                  </a:lnTo>
                  <a:lnTo>
                    <a:pt x="1883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9" name="Freeform 3"/>
            <p:cNvSpPr>
              <a:spLocks noChangeArrowheads="1"/>
            </p:cNvSpPr>
            <p:nvPr/>
          </p:nvSpPr>
          <p:spPr bwMode="auto">
            <a:xfrm>
              <a:off x="4614863" y="3275013"/>
              <a:ext cx="796925" cy="631825"/>
            </a:xfrm>
            <a:custGeom>
              <a:avLst/>
              <a:gdLst>
                <a:gd name="T0" fmla="*/ 2214 w 2215"/>
                <a:gd name="T1" fmla="*/ 1754 h 1755"/>
                <a:gd name="T2" fmla="*/ 1695 w 2215"/>
                <a:gd name="T3" fmla="*/ 1754 h 1755"/>
                <a:gd name="T4" fmla="*/ 1542 w 2215"/>
                <a:gd name="T5" fmla="*/ 1377 h 1755"/>
                <a:gd name="T6" fmla="*/ 672 w 2215"/>
                <a:gd name="T7" fmla="*/ 1377 h 1755"/>
                <a:gd name="T8" fmla="*/ 518 w 2215"/>
                <a:gd name="T9" fmla="*/ 1754 h 1755"/>
                <a:gd name="T10" fmla="*/ 0 w 2215"/>
                <a:gd name="T11" fmla="*/ 1754 h 1755"/>
                <a:gd name="T12" fmla="*/ 825 w 2215"/>
                <a:gd name="T13" fmla="*/ 0 h 1755"/>
                <a:gd name="T14" fmla="*/ 1392 w 2215"/>
                <a:gd name="T15" fmla="*/ 0 h 1755"/>
                <a:gd name="T16" fmla="*/ 2214 w 2215"/>
                <a:gd name="T17" fmla="*/ 1754 h 1755"/>
                <a:gd name="T18" fmla="*/ 788 w 2215"/>
                <a:gd name="T19" fmla="*/ 1095 h 1755"/>
                <a:gd name="T20" fmla="*/ 1434 w 2215"/>
                <a:gd name="T21" fmla="*/ 1095 h 1755"/>
                <a:gd name="T22" fmla="*/ 1107 w 2215"/>
                <a:gd name="T23" fmla="*/ 298 h 1755"/>
                <a:gd name="T24" fmla="*/ 788 w 2215"/>
                <a:gd name="T25" fmla="*/ 1095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15" h="1755">
                  <a:moveTo>
                    <a:pt x="2214" y="1754"/>
                  </a:moveTo>
                  <a:cubicBezTo>
                    <a:pt x="2214" y="1754"/>
                    <a:pt x="1691" y="1754"/>
                    <a:pt x="1695" y="1754"/>
                  </a:cubicBezTo>
                  <a:lnTo>
                    <a:pt x="1542" y="1377"/>
                  </a:lnTo>
                  <a:lnTo>
                    <a:pt x="672" y="1377"/>
                  </a:lnTo>
                  <a:cubicBezTo>
                    <a:pt x="672" y="1377"/>
                    <a:pt x="522" y="1754"/>
                    <a:pt x="518" y="1754"/>
                  </a:cubicBezTo>
                  <a:lnTo>
                    <a:pt x="0" y="1754"/>
                  </a:lnTo>
                  <a:lnTo>
                    <a:pt x="825" y="0"/>
                  </a:lnTo>
                  <a:lnTo>
                    <a:pt x="1392" y="0"/>
                  </a:lnTo>
                  <a:lnTo>
                    <a:pt x="2214" y="1754"/>
                  </a:lnTo>
                  <a:close/>
                  <a:moveTo>
                    <a:pt x="788" y="1095"/>
                  </a:moveTo>
                  <a:lnTo>
                    <a:pt x="1434" y="1095"/>
                  </a:lnTo>
                  <a:lnTo>
                    <a:pt x="1107" y="298"/>
                  </a:lnTo>
                  <a:lnTo>
                    <a:pt x="788" y="1095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70" name="Freeform 4"/>
            <p:cNvSpPr>
              <a:spLocks noChangeArrowheads="1"/>
            </p:cNvSpPr>
            <p:nvPr/>
          </p:nvSpPr>
          <p:spPr bwMode="auto">
            <a:xfrm>
              <a:off x="6985000" y="3275013"/>
              <a:ext cx="166688" cy="631825"/>
            </a:xfrm>
            <a:custGeom>
              <a:avLst/>
              <a:gdLst>
                <a:gd name="T0" fmla="*/ 232 w 465"/>
                <a:gd name="T1" fmla="*/ 1754 h 1755"/>
                <a:gd name="T2" fmla="*/ 0 w 465"/>
                <a:gd name="T3" fmla="*/ 1754 h 1755"/>
                <a:gd name="T4" fmla="*/ 0 w 465"/>
                <a:gd name="T5" fmla="*/ 0 h 1755"/>
                <a:gd name="T6" fmla="*/ 464 w 465"/>
                <a:gd name="T7" fmla="*/ 0 h 1755"/>
                <a:gd name="T8" fmla="*/ 464 w 465"/>
                <a:gd name="T9" fmla="*/ 1754 h 1755"/>
                <a:gd name="T10" fmla="*/ 232 w 465"/>
                <a:gd name="T11" fmla="*/ 1754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5" h="1755">
                  <a:moveTo>
                    <a:pt x="232" y="1754"/>
                  </a:moveTo>
                  <a:lnTo>
                    <a:pt x="0" y="1754"/>
                  </a:lnTo>
                  <a:lnTo>
                    <a:pt x="0" y="0"/>
                  </a:lnTo>
                  <a:lnTo>
                    <a:pt x="464" y="0"/>
                  </a:lnTo>
                  <a:lnTo>
                    <a:pt x="464" y="1754"/>
                  </a:lnTo>
                  <a:lnTo>
                    <a:pt x="232" y="175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71" name="Freeform 5"/>
            <p:cNvSpPr>
              <a:spLocks noChangeArrowheads="1"/>
            </p:cNvSpPr>
            <p:nvPr/>
          </p:nvSpPr>
          <p:spPr bwMode="auto">
            <a:xfrm>
              <a:off x="3049588" y="3275013"/>
              <a:ext cx="673100" cy="631825"/>
            </a:xfrm>
            <a:custGeom>
              <a:avLst/>
              <a:gdLst>
                <a:gd name="T0" fmla="*/ 465 w 1868"/>
                <a:gd name="T1" fmla="*/ 0 h 1755"/>
                <a:gd name="T2" fmla="*/ 465 w 1868"/>
                <a:gd name="T3" fmla="*/ 700 h 1755"/>
                <a:gd name="T4" fmla="*/ 1402 w 1868"/>
                <a:gd name="T5" fmla="*/ 700 h 1755"/>
                <a:gd name="T6" fmla="*/ 1402 w 1868"/>
                <a:gd name="T7" fmla="*/ 0 h 1755"/>
                <a:gd name="T8" fmla="*/ 1867 w 1868"/>
                <a:gd name="T9" fmla="*/ 0 h 1755"/>
                <a:gd name="T10" fmla="*/ 1867 w 1868"/>
                <a:gd name="T11" fmla="*/ 1754 h 1755"/>
                <a:gd name="T12" fmla="*/ 1402 w 1868"/>
                <a:gd name="T13" fmla="*/ 1754 h 1755"/>
                <a:gd name="T14" fmla="*/ 1402 w 1868"/>
                <a:gd name="T15" fmla="*/ 983 h 1755"/>
                <a:gd name="T16" fmla="*/ 465 w 1868"/>
                <a:gd name="T17" fmla="*/ 983 h 1755"/>
                <a:gd name="T18" fmla="*/ 465 w 1868"/>
                <a:gd name="T19" fmla="*/ 1754 h 1755"/>
                <a:gd name="T20" fmla="*/ 0 w 1868"/>
                <a:gd name="T21" fmla="*/ 1754 h 1755"/>
                <a:gd name="T22" fmla="*/ 0 w 1868"/>
                <a:gd name="T23" fmla="*/ 0 h 1755"/>
                <a:gd name="T24" fmla="*/ 465 w 1868"/>
                <a:gd name="T25" fmla="*/ 0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68" h="1755">
                  <a:moveTo>
                    <a:pt x="465" y="0"/>
                  </a:moveTo>
                  <a:cubicBezTo>
                    <a:pt x="465" y="0"/>
                    <a:pt x="465" y="705"/>
                    <a:pt x="465" y="700"/>
                  </a:cubicBezTo>
                  <a:lnTo>
                    <a:pt x="1402" y="700"/>
                  </a:lnTo>
                  <a:cubicBezTo>
                    <a:pt x="1402" y="705"/>
                    <a:pt x="1402" y="0"/>
                    <a:pt x="1402" y="0"/>
                  </a:cubicBezTo>
                  <a:cubicBezTo>
                    <a:pt x="1402" y="0"/>
                    <a:pt x="1863" y="0"/>
                    <a:pt x="1867" y="0"/>
                  </a:cubicBezTo>
                  <a:cubicBezTo>
                    <a:pt x="1867" y="0"/>
                    <a:pt x="1867" y="1750"/>
                    <a:pt x="1867" y="1754"/>
                  </a:cubicBezTo>
                  <a:lnTo>
                    <a:pt x="1402" y="1754"/>
                  </a:lnTo>
                  <a:cubicBezTo>
                    <a:pt x="1402" y="1754"/>
                    <a:pt x="1402" y="987"/>
                    <a:pt x="1402" y="983"/>
                  </a:cubicBezTo>
                  <a:cubicBezTo>
                    <a:pt x="1402" y="987"/>
                    <a:pt x="465" y="983"/>
                    <a:pt x="465" y="983"/>
                  </a:cubicBezTo>
                  <a:cubicBezTo>
                    <a:pt x="465" y="987"/>
                    <a:pt x="465" y="1754"/>
                    <a:pt x="465" y="1754"/>
                  </a:cubicBezTo>
                  <a:lnTo>
                    <a:pt x="0" y="1754"/>
                  </a:lnTo>
                  <a:cubicBezTo>
                    <a:pt x="0" y="1754"/>
                    <a:pt x="5" y="0"/>
                    <a:pt x="0" y="0"/>
                  </a:cubicBezTo>
                  <a:lnTo>
                    <a:pt x="46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72" name="Freeform 6"/>
            <p:cNvSpPr>
              <a:spLocks noChangeArrowheads="1"/>
            </p:cNvSpPr>
            <p:nvPr/>
          </p:nvSpPr>
          <p:spPr bwMode="auto">
            <a:xfrm>
              <a:off x="3854450" y="3275013"/>
              <a:ext cx="168275" cy="631825"/>
            </a:xfrm>
            <a:custGeom>
              <a:avLst/>
              <a:gdLst>
                <a:gd name="T0" fmla="*/ 233 w 466"/>
                <a:gd name="T1" fmla="*/ 1754 h 1755"/>
                <a:gd name="T2" fmla="*/ 0 w 466"/>
                <a:gd name="T3" fmla="*/ 1754 h 1755"/>
                <a:gd name="T4" fmla="*/ 0 w 466"/>
                <a:gd name="T5" fmla="*/ 0 h 1755"/>
                <a:gd name="T6" fmla="*/ 465 w 466"/>
                <a:gd name="T7" fmla="*/ 0 h 1755"/>
                <a:gd name="T8" fmla="*/ 465 w 466"/>
                <a:gd name="T9" fmla="*/ 1754 h 1755"/>
                <a:gd name="T10" fmla="*/ 233 w 466"/>
                <a:gd name="T11" fmla="*/ 1754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6" h="1755">
                  <a:moveTo>
                    <a:pt x="233" y="1754"/>
                  </a:moveTo>
                  <a:lnTo>
                    <a:pt x="0" y="1754"/>
                  </a:lnTo>
                  <a:lnTo>
                    <a:pt x="0" y="0"/>
                  </a:lnTo>
                  <a:lnTo>
                    <a:pt x="465" y="0"/>
                  </a:lnTo>
                  <a:lnTo>
                    <a:pt x="465" y="1754"/>
                  </a:lnTo>
                  <a:lnTo>
                    <a:pt x="233" y="175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73" name="Freeform 7"/>
            <p:cNvSpPr>
              <a:spLocks noChangeArrowheads="1"/>
            </p:cNvSpPr>
            <p:nvPr/>
          </p:nvSpPr>
          <p:spPr bwMode="auto">
            <a:xfrm>
              <a:off x="5383213" y="3262313"/>
              <a:ext cx="715962" cy="663575"/>
            </a:xfrm>
            <a:custGeom>
              <a:avLst/>
              <a:gdLst>
                <a:gd name="T0" fmla="*/ 62 w 1988"/>
                <a:gd name="T1" fmla="*/ 1307 h 1842"/>
                <a:gd name="T2" fmla="*/ 0 w 1988"/>
                <a:gd name="T3" fmla="*/ 933 h 1842"/>
                <a:gd name="T4" fmla="*/ 120 w 1988"/>
                <a:gd name="T5" fmla="*/ 423 h 1842"/>
                <a:gd name="T6" fmla="*/ 518 w 1988"/>
                <a:gd name="T7" fmla="*/ 91 h 1842"/>
                <a:gd name="T8" fmla="*/ 1033 w 1988"/>
                <a:gd name="T9" fmla="*/ 0 h 1842"/>
                <a:gd name="T10" fmla="*/ 1618 w 1988"/>
                <a:gd name="T11" fmla="*/ 125 h 1842"/>
                <a:gd name="T12" fmla="*/ 1950 w 1988"/>
                <a:gd name="T13" fmla="*/ 531 h 1842"/>
                <a:gd name="T14" fmla="*/ 1966 w 1988"/>
                <a:gd name="T15" fmla="*/ 643 h 1842"/>
                <a:gd name="T16" fmla="*/ 1481 w 1988"/>
                <a:gd name="T17" fmla="*/ 643 h 1842"/>
                <a:gd name="T18" fmla="*/ 1456 w 1988"/>
                <a:gd name="T19" fmla="*/ 506 h 1842"/>
                <a:gd name="T20" fmla="*/ 1240 w 1988"/>
                <a:gd name="T21" fmla="*/ 303 h 1842"/>
                <a:gd name="T22" fmla="*/ 1037 w 1988"/>
                <a:gd name="T23" fmla="*/ 274 h 1842"/>
                <a:gd name="T24" fmla="*/ 809 w 1988"/>
                <a:gd name="T25" fmla="*/ 315 h 1842"/>
                <a:gd name="T26" fmla="*/ 556 w 1988"/>
                <a:gd name="T27" fmla="*/ 573 h 1842"/>
                <a:gd name="T28" fmla="*/ 494 w 1988"/>
                <a:gd name="T29" fmla="*/ 942 h 1842"/>
                <a:gd name="T30" fmla="*/ 539 w 1988"/>
                <a:gd name="T31" fmla="*/ 1249 h 1842"/>
                <a:gd name="T32" fmla="*/ 792 w 1988"/>
                <a:gd name="T33" fmla="*/ 1527 h 1842"/>
                <a:gd name="T34" fmla="*/ 1041 w 1988"/>
                <a:gd name="T35" fmla="*/ 1572 h 1842"/>
                <a:gd name="T36" fmla="*/ 1257 w 1988"/>
                <a:gd name="T37" fmla="*/ 1539 h 1842"/>
                <a:gd name="T38" fmla="*/ 1460 w 1988"/>
                <a:gd name="T39" fmla="*/ 1356 h 1842"/>
                <a:gd name="T40" fmla="*/ 1497 w 1988"/>
                <a:gd name="T41" fmla="*/ 1170 h 1842"/>
                <a:gd name="T42" fmla="*/ 1987 w 1988"/>
                <a:gd name="T43" fmla="*/ 1170 h 1842"/>
                <a:gd name="T44" fmla="*/ 1962 w 1988"/>
                <a:gd name="T45" fmla="*/ 1336 h 1842"/>
                <a:gd name="T46" fmla="*/ 1638 w 1988"/>
                <a:gd name="T47" fmla="*/ 1721 h 1842"/>
                <a:gd name="T48" fmla="*/ 1041 w 1988"/>
                <a:gd name="T49" fmla="*/ 1841 h 1842"/>
                <a:gd name="T50" fmla="*/ 568 w 1988"/>
                <a:gd name="T51" fmla="*/ 1771 h 1842"/>
                <a:gd name="T52" fmla="*/ 62 w 1988"/>
                <a:gd name="T53" fmla="*/ 1307 h 1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988" h="1842">
                  <a:moveTo>
                    <a:pt x="62" y="1307"/>
                  </a:moveTo>
                  <a:cubicBezTo>
                    <a:pt x="21" y="1191"/>
                    <a:pt x="0" y="1066"/>
                    <a:pt x="0" y="933"/>
                  </a:cubicBezTo>
                  <a:cubicBezTo>
                    <a:pt x="0" y="751"/>
                    <a:pt x="33" y="573"/>
                    <a:pt x="120" y="423"/>
                  </a:cubicBezTo>
                  <a:cubicBezTo>
                    <a:pt x="211" y="270"/>
                    <a:pt x="348" y="154"/>
                    <a:pt x="518" y="91"/>
                  </a:cubicBezTo>
                  <a:cubicBezTo>
                    <a:pt x="680" y="33"/>
                    <a:pt x="850" y="0"/>
                    <a:pt x="1033" y="0"/>
                  </a:cubicBezTo>
                  <a:cubicBezTo>
                    <a:pt x="1240" y="0"/>
                    <a:pt x="1439" y="46"/>
                    <a:pt x="1618" y="125"/>
                  </a:cubicBezTo>
                  <a:cubicBezTo>
                    <a:pt x="1784" y="195"/>
                    <a:pt x="1912" y="349"/>
                    <a:pt x="1950" y="531"/>
                  </a:cubicBezTo>
                  <a:cubicBezTo>
                    <a:pt x="1958" y="568"/>
                    <a:pt x="1962" y="606"/>
                    <a:pt x="1966" y="643"/>
                  </a:cubicBezTo>
                  <a:lnTo>
                    <a:pt x="1481" y="643"/>
                  </a:lnTo>
                  <a:cubicBezTo>
                    <a:pt x="1481" y="597"/>
                    <a:pt x="1472" y="552"/>
                    <a:pt x="1456" y="506"/>
                  </a:cubicBezTo>
                  <a:cubicBezTo>
                    <a:pt x="1419" y="411"/>
                    <a:pt x="1340" y="332"/>
                    <a:pt x="1240" y="303"/>
                  </a:cubicBezTo>
                  <a:cubicBezTo>
                    <a:pt x="1174" y="282"/>
                    <a:pt x="1107" y="274"/>
                    <a:pt x="1037" y="274"/>
                  </a:cubicBezTo>
                  <a:cubicBezTo>
                    <a:pt x="958" y="274"/>
                    <a:pt x="879" y="286"/>
                    <a:pt x="809" y="315"/>
                  </a:cubicBezTo>
                  <a:cubicBezTo>
                    <a:pt x="688" y="357"/>
                    <a:pt x="597" y="452"/>
                    <a:pt x="556" y="573"/>
                  </a:cubicBezTo>
                  <a:cubicBezTo>
                    <a:pt x="514" y="689"/>
                    <a:pt x="494" y="813"/>
                    <a:pt x="494" y="942"/>
                  </a:cubicBezTo>
                  <a:cubicBezTo>
                    <a:pt x="494" y="1050"/>
                    <a:pt x="510" y="1153"/>
                    <a:pt x="539" y="1249"/>
                  </a:cubicBezTo>
                  <a:cubicBezTo>
                    <a:pt x="572" y="1377"/>
                    <a:pt x="672" y="1481"/>
                    <a:pt x="792" y="1527"/>
                  </a:cubicBezTo>
                  <a:cubicBezTo>
                    <a:pt x="871" y="1556"/>
                    <a:pt x="954" y="1572"/>
                    <a:pt x="1041" y="1572"/>
                  </a:cubicBezTo>
                  <a:cubicBezTo>
                    <a:pt x="1116" y="1572"/>
                    <a:pt x="1186" y="1560"/>
                    <a:pt x="1257" y="1539"/>
                  </a:cubicBezTo>
                  <a:cubicBezTo>
                    <a:pt x="1348" y="1510"/>
                    <a:pt x="1423" y="1444"/>
                    <a:pt x="1460" y="1356"/>
                  </a:cubicBezTo>
                  <a:cubicBezTo>
                    <a:pt x="1485" y="1298"/>
                    <a:pt x="1497" y="1236"/>
                    <a:pt x="1497" y="1170"/>
                  </a:cubicBezTo>
                  <a:lnTo>
                    <a:pt x="1987" y="1170"/>
                  </a:lnTo>
                  <a:cubicBezTo>
                    <a:pt x="1983" y="1228"/>
                    <a:pt x="1974" y="1282"/>
                    <a:pt x="1962" y="1336"/>
                  </a:cubicBezTo>
                  <a:cubicBezTo>
                    <a:pt x="1920" y="1510"/>
                    <a:pt x="1800" y="1655"/>
                    <a:pt x="1638" y="1721"/>
                  </a:cubicBezTo>
                  <a:cubicBezTo>
                    <a:pt x="1456" y="1800"/>
                    <a:pt x="1253" y="1841"/>
                    <a:pt x="1041" y="1841"/>
                  </a:cubicBezTo>
                  <a:cubicBezTo>
                    <a:pt x="875" y="1841"/>
                    <a:pt x="718" y="1817"/>
                    <a:pt x="568" y="1771"/>
                  </a:cubicBezTo>
                  <a:cubicBezTo>
                    <a:pt x="336" y="1692"/>
                    <a:pt x="137" y="1527"/>
                    <a:pt x="62" y="1307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74" name="Freeform 8"/>
            <p:cNvSpPr>
              <a:spLocks noChangeArrowheads="1"/>
            </p:cNvSpPr>
            <p:nvPr/>
          </p:nvSpPr>
          <p:spPr bwMode="auto">
            <a:xfrm>
              <a:off x="2751138" y="4083050"/>
              <a:ext cx="153987" cy="398463"/>
            </a:xfrm>
            <a:custGeom>
              <a:avLst/>
              <a:gdLst>
                <a:gd name="T0" fmla="*/ 415 w 428"/>
                <a:gd name="T1" fmla="*/ 0 h 1109"/>
                <a:gd name="T2" fmla="*/ 0 w 428"/>
                <a:gd name="T3" fmla="*/ 38 h 1109"/>
                <a:gd name="T4" fmla="*/ 0 w 428"/>
                <a:gd name="T5" fmla="*/ 100 h 1109"/>
                <a:gd name="T6" fmla="*/ 12 w 428"/>
                <a:gd name="T7" fmla="*/ 100 h 1109"/>
                <a:gd name="T8" fmla="*/ 178 w 428"/>
                <a:gd name="T9" fmla="*/ 241 h 1109"/>
                <a:gd name="T10" fmla="*/ 178 w 428"/>
                <a:gd name="T11" fmla="*/ 1108 h 1109"/>
                <a:gd name="T12" fmla="*/ 427 w 428"/>
                <a:gd name="T13" fmla="*/ 1108 h 1109"/>
                <a:gd name="T14" fmla="*/ 427 w 428"/>
                <a:gd name="T15" fmla="*/ 0 h 1109"/>
                <a:gd name="T16" fmla="*/ 415 w 428"/>
                <a:gd name="T17" fmla="*/ 0 h 1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8" h="1109">
                  <a:moveTo>
                    <a:pt x="415" y="0"/>
                  </a:moveTo>
                  <a:lnTo>
                    <a:pt x="0" y="38"/>
                  </a:lnTo>
                  <a:lnTo>
                    <a:pt x="0" y="100"/>
                  </a:lnTo>
                  <a:lnTo>
                    <a:pt x="12" y="100"/>
                  </a:lnTo>
                  <a:cubicBezTo>
                    <a:pt x="178" y="121"/>
                    <a:pt x="178" y="121"/>
                    <a:pt x="178" y="241"/>
                  </a:cubicBezTo>
                  <a:lnTo>
                    <a:pt x="178" y="1108"/>
                  </a:lnTo>
                  <a:lnTo>
                    <a:pt x="427" y="1108"/>
                  </a:lnTo>
                  <a:lnTo>
                    <a:pt x="427" y="0"/>
                  </a:lnTo>
                  <a:lnTo>
                    <a:pt x="41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75" name="Freeform 9"/>
            <p:cNvSpPr>
              <a:spLocks noChangeArrowheads="1"/>
            </p:cNvSpPr>
            <p:nvPr/>
          </p:nvSpPr>
          <p:spPr bwMode="auto">
            <a:xfrm>
              <a:off x="2986088" y="4198938"/>
              <a:ext cx="315912" cy="282575"/>
            </a:xfrm>
            <a:custGeom>
              <a:avLst/>
              <a:gdLst>
                <a:gd name="T0" fmla="*/ 643 w 876"/>
                <a:gd name="T1" fmla="*/ 4 h 785"/>
                <a:gd name="T2" fmla="*/ 353 w 876"/>
                <a:gd name="T3" fmla="*/ 170 h 785"/>
                <a:gd name="T4" fmla="*/ 353 w 876"/>
                <a:gd name="T5" fmla="*/ 0 h 785"/>
                <a:gd name="T6" fmla="*/ 336 w 876"/>
                <a:gd name="T7" fmla="*/ 4 h 785"/>
                <a:gd name="T8" fmla="*/ 0 w 876"/>
                <a:gd name="T9" fmla="*/ 58 h 785"/>
                <a:gd name="T10" fmla="*/ 0 w 876"/>
                <a:gd name="T11" fmla="*/ 116 h 785"/>
                <a:gd name="T12" fmla="*/ 17 w 876"/>
                <a:gd name="T13" fmla="*/ 116 h 785"/>
                <a:gd name="T14" fmla="*/ 145 w 876"/>
                <a:gd name="T15" fmla="*/ 240 h 785"/>
                <a:gd name="T16" fmla="*/ 145 w 876"/>
                <a:gd name="T17" fmla="*/ 784 h 785"/>
                <a:gd name="T18" fmla="*/ 353 w 876"/>
                <a:gd name="T19" fmla="*/ 784 h 785"/>
                <a:gd name="T20" fmla="*/ 353 w 876"/>
                <a:gd name="T21" fmla="*/ 386 h 785"/>
                <a:gd name="T22" fmla="*/ 560 w 876"/>
                <a:gd name="T23" fmla="*/ 141 h 785"/>
                <a:gd name="T24" fmla="*/ 664 w 876"/>
                <a:gd name="T25" fmla="*/ 361 h 785"/>
                <a:gd name="T26" fmla="*/ 664 w 876"/>
                <a:gd name="T27" fmla="*/ 784 h 785"/>
                <a:gd name="T28" fmla="*/ 871 w 876"/>
                <a:gd name="T29" fmla="*/ 784 h 785"/>
                <a:gd name="T30" fmla="*/ 871 w 876"/>
                <a:gd name="T31" fmla="*/ 240 h 785"/>
                <a:gd name="T32" fmla="*/ 643 w 876"/>
                <a:gd name="T33" fmla="*/ 4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6" h="785">
                  <a:moveTo>
                    <a:pt x="643" y="4"/>
                  </a:moveTo>
                  <a:cubicBezTo>
                    <a:pt x="490" y="4"/>
                    <a:pt x="398" y="108"/>
                    <a:pt x="353" y="170"/>
                  </a:cubicBezTo>
                  <a:cubicBezTo>
                    <a:pt x="353" y="112"/>
                    <a:pt x="353" y="0"/>
                    <a:pt x="353" y="0"/>
                  </a:cubicBezTo>
                  <a:lnTo>
                    <a:pt x="336" y="4"/>
                  </a:lnTo>
                  <a:lnTo>
                    <a:pt x="0" y="58"/>
                  </a:lnTo>
                  <a:lnTo>
                    <a:pt x="0" y="116"/>
                  </a:lnTo>
                  <a:lnTo>
                    <a:pt x="17" y="116"/>
                  </a:lnTo>
                  <a:cubicBezTo>
                    <a:pt x="124" y="120"/>
                    <a:pt x="145" y="141"/>
                    <a:pt x="145" y="240"/>
                  </a:cubicBezTo>
                  <a:lnTo>
                    <a:pt x="145" y="784"/>
                  </a:lnTo>
                  <a:lnTo>
                    <a:pt x="353" y="784"/>
                  </a:lnTo>
                  <a:lnTo>
                    <a:pt x="353" y="386"/>
                  </a:lnTo>
                  <a:cubicBezTo>
                    <a:pt x="353" y="278"/>
                    <a:pt x="452" y="141"/>
                    <a:pt x="560" y="141"/>
                  </a:cubicBezTo>
                  <a:cubicBezTo>
                    <a:pt x="660" y="141"/>
                    <a:pt x="664" y="224"/>
                    <a:pt x="664" y="361"/>
                  </a:cubicBezTo>
                  <a:lnTo>
                    <a:pt x="664" y="784"/>
                  </a:lnTo>
                  <a:lnTo>
                    <a:pt x="871" y="784"/>
                  </a:lnTo>
                  <a:lnTo>
                    <a:pt x="871" y="240"/>
                  </a:lnTo>
                  <a:cubicBezTo>
                    <a:pt x="875" y="87"/>
                    <a:pt x="792" y="4"/>
                    <a:pt x="643" y="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76" name="Freeform 10"/>
            <p:cNvSpPr>
              <a:spLocks noChangeArrowheads="1"/>
            </p:cNvSpPr>
            <p:nvPr/>
          </p:nvSpPr>
          <p:spPr bwMode="auto">
            <a:xfrm>
              <a:off x="3386138" y="4200525"/>
              <a:ext cx="212725" cy="288925"/>
            </a:xfrm>
            <a:custGeom>
              <a:avLst/>
              <a:gdLst>
                <a:gd name="T0" fmla="*/ 348 w 590"/>
                <a:gd name="T1" fmla="*/ 303 h 802"/>
                <a:gd name="T2" fmla="*/ 195 w 590"/>
                <a:gd name="T3" fmla="*/ 170 h 802"/>
                <a:gd name="T4" fmla="*/ 307 w 590"/>
                <a:gd name="T5" fmla="*/ 100 h 802"/>
                <a:gd name="T6" fmla="*/ 502 w 590"/>
                <a:gd name="T7" fmla="*/ 166 h 802"/>
                <a:gd name="T8" fmla="*/ 535 w 590"/>
                <a:gd name="T9" fmla="*/ 187 h 802"/>
                <a:gd name="T10" fmla="*/ 535 w 590"/>
                <a:gd name="T11" fmla="*/ 162 h 802"/>
                <a:gd name="T12" fmla="*/ 535 w 590"/>
                <a:gd name="T13" fmla="*/ 33 h 802"/>
                <a:gd name="T14" fmla="*/ 506 w 590"/>
                <a:gd name="T15" fmla="*/ 25 h 802"/>
                <a:gd name="T16" fmla="*/ 315 w 590"/>
                <a:gd name="T17" fmla="*/ 0 h 802"/>
                <a:gd name="T18" fmla="*/ 0 w 590"/>
                <a:gd name="T19" fmla="*/ 224 h 802"/>
                <a:gd name="T20" fmla="*/ 228 w 590"/>
                <a:gd name="T21" fmla="*/ 465 h 802"/>
                <a:gd name="T22" fmla="*/ 390 w 590"/>
                <a:gd name="T23" fmla="*/ 606 h 802"/>
                <a:gd name="T24" fmla="*/ 249 w 590"/>
                <a:gd name="T25" fmla="*/ 697 h 802"/>
                <a:gd name="T26" fmla="*/ 20 w 590"/>
                <a:gd name="T27" fmla="*/ 618 h 802"/>
                <a:gd name="T28" fmla="*/ 0 w 590"/>
                <a:gd name="T29" fmla="*/ 606 h 802"/>
                <a:gd name="T30" fmla="*/ 0 w 590"/>
                <a:gd name="T31" fmla="*/ 767 h 802"/>
                <a:gd name="T32" fmla="*/ 16 w 590"/>
                <a:gd name="T33" fmla="*/ 771 h 802"/>
                <a:gd name="T34" fmla="*/ 244 w 590"/>
                <a:gd name="T35" fmla="*/ 801 h 802"/>
                <a:gd name="T36" fmla="*/ 580 w 590"/>
                <a:gd name="T37" fmla="*/ 568 h 802"/>
                <a:gd name="T38" fmla="*/ 348 w 590"/>
                <a:gd name="T39" fmla="*/ 303 h 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90" h="802">
                  <a:moveTo>
                    <a:pt x="348" y="303"/>
                  </a:moveTo>
                  <a:cubicBezTo>
                    <a:pt x="265" y="261"/>
                    <a:pt x="195" y="228"/>
                    <a:pt x="195" y="170"/>
                  </a:cubicBezTo>
                  <a:cubicBezTo>
                    <a:pt x="195" y="104"/>
                    <a:pt x="274" y="100"/>
                    <a:pt x="307" y="100"/>
                  </a:cubicBezTo>
                  <a:cubicBezTo>
                    <a:pt x="394" y="100"/>
                    <a:pt x="468" y="145"/>
                    <a:pt x="502" y="166"/>
                  </a:cubicBezTo>
                  <a:lnTo>
                    <a:pt x="535" y="187"/>
                  </a:lnTo>
                  <a:lnTo>
                    <a:pt x="535" y="162"/>
                  </a:lnTo>
                  <a:lnTo>
                    <a:pt x="535" y="33"/>
                  </a:lnTo>
                  <a:lnTo>
                    <a:pt x="506" y="25"/>
                  </a:lnTo>
                  <a:cubicBezTo>
                    <a:pt x="468" y="17"/>
                    <a:pt x="398" y="0"/>
                    <a:pt x="315" y="0"/>
                  </a:cubicBezTo>
                  <a:cubicBezTo>
                    <a:pt x="120" y="0"/>
                    <a:pt x="0" y="83"/>
                    <a:pt x="0" y="224"/>
                  </a:cubicBezTo>
                  <a:cubicBezTo>
                    <a:pt x="0" y="353"/>
                    <a:pt x="124" y="411"/>
                    <a:pt x="228" y="465"/>
                  </a:cubicBezTo>
                  <a:cubicBezTo>
                    <a:pt x="311" y="506"/>
                    <a:pt x="390" y="543"/>
                    <a:pt x="390" y="606"/>
                  </a:cubicBezTo>
                  <a:cubicBezTo>
                    <a:pt x="390" y="664"/>
                    <a:pt x="340" y="697"/>
                    <a:pt x="249" y="697"/>
                  </a:cubicBezTo>
                  <a:cubicBezTo>
                    <a:pt x="149" y="697"/>
                    <a:pt x="70" y="647"/>
                    <a:pt x="20" y="618"/>
                  </a:cubicBezTo>
                  <a:lnTo>
                    <a:pt x="0" y="606"/>
                  </a:lnTo>
                  <a:lnTo>
                    <a:pt x="0" y="767"/>
                  </a:lnTo>
                  <a:lnTo>
                    <a:pt x="16" y="771"/>
                  </a:lnTo>
                  <a:cubicBezTo>
                    <a:pt x="58" y="780"/>
                    <a:pt x="137" y="801"/>
                    <a:pt x="244" y="801"/>
                  </a:cubicBezTo>
                  <a:cubicBezTo>
                    <a:pt x="456" y="801"/>
                    <a:pt x="580" y="713"/>
                    <a:pt x="580" y="568"/>
                  </a:cubicBezTo>
                  <a:cubicBezTo>
                    <a:pt x="589" y="419"/>
                    <a:pt x="460" y="357"/>
                    <a:pt x="348" y="303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77" name="Freeform 11"/>
            <p:cNvSpPr>
              <a:spLocks noChangeArrowheads="1"/>
            </p:cNvSpPr>
            <p:nvPr/>
          </p:nvSpPr>
          <p:spPr bwMode="auto">
            <a:xfrm>
              <a:off x="3635375" y="4198938"/>
              <a:ext cx="325438" cy="396875"/>
            </a:xfrm>
            <a:custGeom>
              <a:avLst/>
              <a:gdLst>
                <a:gd name="T0" fmla="*/ 577 w 906"/>
                <a:gd name="T1" fmla="*/ 4 h 1104"/>
                <a:gd name="T2" fmla="*/ 357 w 906"/>
                <a:gd name="T3" fmla="*/ 112 h 1104"/>
                <a:gd name="T4" fmla="*/ 357 w 906"/>
                <a:gd name="T5" fmla="*/ 0 h 1104"/>
                <a:gd name="T6" fmla="*/ 336 w 906"/>
                <a:gd name="T7" fmla="*/ 4 h 1104"/>
                <a:gd name="T8" fmla="*/ 0 w 906"/>
                <a:gd name="T9" fmla="*/ 58 h 1104"/>
                <a:gd name="T10" fmla="*/ 0 w 906"/>
                <a:gd name="T11" fmla="*/ 116 h 1104"/>
                <a:gd name="T12" fmla="*/ 13 w 906"/>
                <a:gd name="T13" fmla="*/ 116 h 1104"/>
                <a:gd name="T14" fmla="*/ 137 w 906"/>
                <a:gd name="T15" fmla="*/ 240 h 1104"/>
                <a:gd name="T16" fmla="*/ 137 w 906"/>
                <a:gd name="T17" fmla="*/ 1103 h 1104"/>
                <a:gd name="T18" fmla="*/ 345 w 906"/>
                <a:gd name="T19" fmla="*/ 1103 h 1104"/>
                <a:gd name="T20" fmla="*/ 345 w 906"/>
                <a:gd name="T21" fmla="*/ 709 h 1104"/>
                <a:gd name="T22" fmla="*/ 560 w 906"/>
                <a:gd name="T23" fmla="*/ 800 h 1104"/>
                <a:gd name="T24" fmla="*/ 896 w 906"/>
                <a:gd name="T25" fmla="*/ 390 h 1104"/>
                <a:gd name="T26" fmla="*/ 577 w 906"/>
                <a:gd name="T27" fmla="*/ 4 h 1104"/>
                <a:gd name="T28" fmla="*/ 515 w 906"/>
                <a:gd name="T29" fmla="*/ 120 h 1104"/>
                <a:gd name="T30" fmla="*/ 672 w 906"/>
                <a:gd name="T31" fmla="*/ 394 h 1104"/>
                <a:gd name="T32" fmla="*/ 515 w 906"/>
                <a:gd name="T33" fmla="*/ 688 h 1104"/>
                <a:gd name="T34" fmla="*/ 349 w 906"/>
                <a:gd name="T35" fmla="*/ 456 h 1104"/>
                <a:gd name="T36" fmla="*/ 349 w 906"/>
                <a:gd name="T37" fmla="*/ 390 h 1104"/>
                <a:gd name="T38" fmla="*/ 515 w 906"/>
                <a:gd name="T39" fmla="*/ 120 h 1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06" h="1104">
                  <a:moveTo>
                    <a:pt x="577" y="4"/>
                  </a:moveTo>
                  <a:cubicBezTo>
                    <a:pt x="498" y="4"/>
                    <a:pt x="424" y="41"/>
                    <a:pt x="357" y="112"/>
                  </a:cubicBezTo>
                  <a:cubicBezTo>
                    <a:pt x="357" y="75"/>
                    <a:pt x="357" y="0"/>
                    <a:pt x="357" y="0"/>
                  </a:cubicBezTo>
                  <a:lnTo>
                    <a:pt x="336" y="4"/>
                  </a:lnTo>
                  <a:lnTo>
                    <a:pt x="0" y="58"/>
                  </a:lnTo>
                  <a:lnTo>
                    <a:pt x="0" y="116"/>
                  </a:lnTo>
                  <a:lnTo>
                    <a:pt x="13" y="116"/>
                  </a:lnTo>
                  <a:cubicBezTo>
                    <a:pt x="117" y="120"/>
                    <a:pt x="137" y="141"/>
                    <a:pt x="137" y="240"/>
                  </a:cubicBezTo>
                  <a:lnTo>
                    <a:pt x="137" y="1103"/>
                  </a:lnTo>
                  <a:lnTo>
                    <a:pt x="345" y="1103"/>
                  </a:lnTo>
                  <a:cubicBezTo>
                    <a:pt x="345" y="1103"/>
                    <a:pt x="345" y="775"/>
                    <a:pt x="345" y="709"/>
                  </a:cubicBezTo>
                  <a:cubicBezTo>
                    <a:pt x="382" y="755"/>
                    <a:pt x="444" y="800"/>
                    <a:pt x="560" y="800"/>
                  </a:cubicBezTo>
                  <a:cubicBezTo>
                    <a:pt x="780" y="800"/>
                    <a:pt x="896" y="659"/>
                    <a:pt x="896" y="390"/>
                  </a:cubicBezTo>
                  <a:cubicBezTo>
                    <a:pt x="905" y="145"/>
                    <a:pt x="784" y="4"/>
                    <a:pt x="577" y="4"/>
                  </a:cubicBezTo>
                  <a:close/>
                  <a:moveTo>
                    <a:pt x="515" y="120"/>
                  </a:moveTo>
                  <a:cubicBezTo>
                    <a:pt x="656" y="120"/>
                    <a:pt x="672" y="274"/>
                    <a:pt x="672" y="394"/>
                  </a:cubicBezTo>
                  <a:cubicBezTo>
                    <a:pt x="672" y="593"/>
                    <a:pt x="623" y="688"/>
                    <a:pt x="515" y="688"/>
                  </a:cubicBezTo>
                  <a:cubicBezTo>
                    <a:pt x="378" y="688"/>
                    <a:pt x="349" y="560"/>
                    <a:pt x="349" y="456"/>
                  </a:cubicBezTo>
                  <a:lnTo>
                    <a:pt x="349" y="390"/>
                  </a:lnTo>
                  <a:cubicBezTo>
                    <a:pt x="353" y="307"/>
                    <a:pt x="370" y="120"/>
                    <a:pt x="515" y="120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78" name="Freeform 12"/>
            <p:cNvSpPr>
              <a:spLocks noChangeArrowheads="1"/>
            </p:cNvSpPr>
            <p:nvPr/>
          </p:nvSpPr>
          <p:spPr bwMode="auto">
            <a:xfrm>
              <a:off x="4013200" y="4198938"/>
              <a:ext cx="123825" cy="282575"/>
            </a:xfrm>
            <a:custGeom>
              <a:avLst/>
              <a:gdLst>
                <a:gd name="T0" fmla="*/ 0 w 345"/>
                <a:gd name="T1" fmla="*/ 58 h 785"/>
                <a:gd name="T2" fmla="*/ 0 w 345"/>
                <a:gd name="T3" fmla="*/ 116 h 785"/>
                <a:gd name="T4" fmla="*/ 12 w 345"/>
                <a:gd name="T5" fmla="*/ 116 h 785"/>
                <a:gd name="T6" fmla="*/ 137 w 345"/>
                <a:gd name="T7" fmla="*/ 240 h 785"/>
                <a:gd name="T8" fmla="*/ 137 w 345"/>
                <a:gd name="T9" fmla="*/ 784 h 785"/>
                <a:gd name="T10" fmla="*/ 344 w 345"/>
                <a:gd name="T11" fmla="*/ 784 h 785"/>
                <a:gd name="T12" fmla="*/ 344 w 345"/>
                <a:gd name="T13" fmla="*/ 0 h 785"/>
                <a:gd name="T14" fmla="*/ 328 w 345"/>
                <a:gd name="T15" fmla="*/ 4 h 785"/>
                <a:gd name="T16" fmla="*/ 0 w 345"/>
                <a:gd name="T17" fmla="*/ 58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5" h="785">
                  <a:moveTo>
                    <a:pt x="0" y="58"/>
                  </a:moveTo>
                  <a:lnTo>
                    <a:pt x="0" y="116"/>
                  </a:lnTo>
                  <a:lnTo>
                    <a:pt x="12" y="116"/>
                  </a:lnTo>
                  <a:cubicBezTo>
                    <a:pt x="116" y="120"/>
                    <a:pt x="137" y="141"/>
                    <a:pt x="137" y="240"/>
                  </a:cubicBezTo>
                  <a:lnTo>
                    <a:pt x="137" y="784"/>
                  </a:lnTo>
                  <a:lnTo>
                    <a:pt x="344" y="784"/>
                  </a:lnTo>
                  <a:lnTo>
                    <a:pt x="344" y="0"/>
                  </a:lnTo>
                  <a:lnTo>
                    <a:pt x="328" y="4"/>
                  </a:lnTo>
                  <a:lnTo>
                    <a:pt x="0" y="5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80" name="Freeform 13"/>
            <p:cNvSpPr>
              <a:spLocks noChangeArrowheads="1"/>
            </p:cNvSpPr>
            <p:nvPr/>
          </p:nvSpPr>
          <p:spPr bwMode="auto">
            <a:xfrm>
              <a:off x="4056063" y="4084638"/>
              <a:ext cx="93662" cy="82550"/>
            </a:xfrm>
            <a:custGeom>
              <a:avLst/>
              <a:gdLst>
                <a:gd name="T0" fmla="*/ 129 w 262"/>
                <a:gd name="T1" fmla="*/ 228 h 229"/>
                <a:gd name="T2" fmla="*/ 261 w 262"/>
                <a:gd name="T3" fmla="*/ 112 h 229"/>
                <a:gd name="T4" fmla="*/ 133 w 262"/>
                <a:gd name="T5" fmla="*/ 0 h 229"/>
                <a:gd name="T6" fmla="*/ 4 w 262"/>
                <a:gd name="T7" fmla="*/ 112 h 229"/>
                <a:gd name="T8" fmla="*/ 129 w 262"/>
                <a:gd name="T9" fmla="*/ 228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2" h="229">
                  <a:moveTo>
                    <a:pt x="129" y="228"/>
                  </a:moveTo>
                  <a:cubicBezTo>
                    <a:pt x="199" y="228"/>
                    <a:pt x="261" y="178"/>
                    <a:pt x="261" y="112"/>
                  </a:cubicBezTo>
                  <a:cubicBezTo>
                    <a:pt x="261" y="49"/>
                    <a:pt x="203" y="0"/>
                    <a:pt x="133" y="0"/>
                  </a:cubicBezTo>
                  <a:cubicBezTo>
                    <a:pt x="62" y="0"/>
                    <a:pt x="4" y="49"/>
                    <a:pt x="4" y="112"/>
                  </a:cubicBezTo>
                  <a:cubicBezTo>
                    <a:pt x="0" y="178"/>
                    <a:pt x="58" y="228"/>
                    <a:pt x="129" y="22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81" name="Freeform 14"/>
            <p:cNvSpPr>
              <a:spLocks noChangeArrowheads="1"/>
            </p:cNvSpPr>
            <p:nvPr/>
          </p:nvSpPr>
          <p:spPr bwMode="auto">
            <a:xfrm>
              <a:off x="4211638" y="4200525"/>
              <a:ext cx="244475" cy="280988"/>
            </a:xfrm>
            <a:custGeom>
              <a:avLst/>
              <a:gdLst>
                <a:gd name="T0" fmla="*/ 676 w 677"/>
                <a:gd name="T1" fmla="*/ 174 h 781"/>
                <a:gd name="T2" fmla="*/ 676 w 677"/>
                <a:gd name="T3" fmla="*/ 12 h 781"/>
                <a:gd name="T4" fmla="*/ 663 w 677"/>
                <a:gd name="T5" fmla="*/ 12 h 781"/>
                <a:gd name="T6" fmla="*/ 564 w 677"/>
                <a:gd name="T7" fmla="*/ 4 h 781"/>
                <a:gd name="T8" fmla="*/ 348 w 677"/>
                <a:gd name="T9" fmla="*/ 158 h 781"/>
                <a:gd name="T10" fmla="*/ 348 w 677"/>
                <a:gd name="T11" fmla="*/ 0 h 781"/>
                <a:gd name="T12" fmla="*/ 331 w 677"/>
                <a:gd name="T13" fmla="*/ 0 h 781"/>
                <a:gd name="T14" fmla="*/ 0 w 677"/>
                <a:gd name="T15" fmla="*/ 54 h 781"/>
                <a:gd name="T16" fmla="*/ 0 w 677"/>
                <a:gd name="T17" fmla="*/ 112 h 781"/>
                <a:gd name="T18" fmla="*/ 12 w 677"/>
                <a:gd name="T19" fmla="*/ 112 h 781"/>
                <a:gd name="T20" fmla="*/ 141 w 677"/>
                <a:gd name="T21" fmla="*/ 236 h 781"/>
                <a:gd name="T22" fmla="*/ 141 w 677"/>
                <a:gd name="T23" fmla="*/ 780 h 781"/>
                <a:gd name="T24" fmla="*/ 348 w 677"/>
                <a:gd name="T25" fmla="*/ 780 h 781"/>
                <a:gd name="T26" fmla="*/ 348 w 677"/>
                <a:gd name="T27" fmla="*/ 390 h 781"/>
                <a:gd name="T28" fmla="*/ 568 w 677"/>
                <a:gd name="T29" fmla="*/ 170 h 781"/>
                <a:gd name="T30" fmla="*/ 643 w 677"/>
                <a:gd name="T31" fmla="*/ 183 h 781"/>
                <a:gd name="T32" fmla="*/ 676 w 677"/>
                <a:gd name="T33" fmla="*/ 191 h 781"/>
                <a:gd name="T34" fmla="*/ 676 w 677"/>
                <a:gd name="T35" fmla="*/ 174 h 7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77" h="781">
                  <a:moveTo>
                    <a:pt x="676" y="174"/>
                  </a:moveTo>
                  <a:lnTo>
                    <a:pt x="676" y="12"/>
                  </a:lnTo>
                  <a:lnTo>
                    <a:pt x="663" y="12"/>
                  </a:lnTo>
                  <a:cubicBezTo>
                    <a:pt x="630" y="8"/>
                    <a:pt x="593" y="4"/>
                    <a:pt x="564" y="4"/>
                  </a:cubicBezTo>
                  <a:cubicBezTo>
                    <a:pt x="443" y="4"/>
                    <a:pt x="381" y="91"/>
                    <a:pt x="348" y="158"/>
                  </a:cubicBezTo>
                  <a:cubicBezTo>
                    <a:pt x="348" y="95"/>
                    <a:pt x="348" y="0"/>
                    <a:pt x="348" y="0"/>
                  </a:cubicBezTo>
                  <a:lnTo>
                    <a:pt x="331" y="0"/>
                  </a:lnTo>
                  <a:lnTo>
                    <a:pt x="0" y="54"/>
                  </a:lnTo>
                  <a:lnTo>
                    <a:pt x="0" y="112"/>
                  </a:lnTo>
                  <a:lnTo>
                    <a:pt x="12" y="112"/>
                  </a:lnTo>
                  <a:cubicBezTo>
                    <a:pt x="116" y="116"/>
                    <a:pt x="141" y="137"/>
                    <a:pt x="141" y="236"/>
                  </a:cubicBezTo>
                  <a:lnTo>
                    <a:pt x="141" y="780"/>
                  </a:lnTo>
                  <a:lnTo>
                    <a:pt x="348" y="780"/>
                  </a:lnTo>
                  <a:lnTo>
                    <a:pt x="348" y="390"/>
                  </a:lnTo>
                  <a:cubicBezTo>
                    <a:pt x="348" y="324"/>
                    <a:pt x="369" y="170"/>
                    <a:pt x="568" y="170"/>
                  </a:cubicBezTo>
                  <a:cubicBezTo>
                    <a:pt x="593" y="170"/>
                    <a:pt x="618" y="178"/>
                    <a:pt x="643" y="183"/>
                  </a:cubicBezTo>
                  <a:lnTo>
                    <a:pt x="676" y="191"/>
                  </a:lnTo>
                  <a:lnTo>
                    <a:pt x="676" y="17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82" name="Freeform 15"/>
            <p:cNvSpPr>
              <a:spLocks noChangeArrowheads="1"/>
            </p:cNvSpPr>
            <p:nvPr/>
          </p:nvSpPr>
          <p:spPr bwMode="auto">
            <a:xfrm>
              <a:off x="4486275" y="4200525"/>
              <a:ext cx="266700" cy="287338"/>
            </a:xfrm>
            <a:custGeom>
              <a:avLst/>
              <a:gdLst>
                <a:gd name="T0" fmla="*/ 738 w 743"/>
                <a:gd name="T1" fmla="*/ 315 h 797"/>
                <a:gd name="T2" fmla="*/ 390 w 743"/>
                <a:gd name="T3" fmla="*/ 0 h 797"/>
                <a:gd name="T4" fmla="*/ 0 w 743"/>
                <a:gd name="T5" fmla="*/ 373 h 797"/>
                <a:gd name="T6" fmla="*/ 456 w 743"/>
                <a:gd name="T7" fmla="*/ 796 h 797"/>
                <a:gd name="T8" fmla="*/ 713 w 743"/>
                <a:gd name="T9" fmla="*/ 755 h 797"/>
                <a:gd name="T10" fmla="*/ 726 w 743"/>
                <a:gd name="T11" fmla="*/ 751 h 797"/>
                <a:gd name="T12" fmla="*/ 726 w 743"/>
                <a:gd name="T13" fmla="*/ 651 h 797"/>
                <a:gd name="T14" fmla="*/ 705 w 743"/>
                <a:gd name="T15" fmla="*/ 660 h 797"/>
                <a:gd name="T16" fmla="*/ 543 w 743"/>
                <a:gd name="T17" fmla="*/ 684 h 797"/>
                <a:gd name="T18" fmla="*/ 232 w 743"/>
                <a:gd name="T19" fmla="*/ 332 h 797"/>
                <a:gd name="T20" fmla="*/ 742 w 743"/>
                <a:gd name="T21" fmla="*/ 332 h 797"/>
                <a:gd name="T22" fmla="*/ 742 w 743"/>
                <a:gd name="T23" fmla="*/ 315 h 797"/>
                <a:gd name="T24" fmla="*/ 738 w 743"/>
                <a:gd name="T25" fmla="*/ 315 h 797"/>
                <a:gd name="T26" fmla="*/ 386 w 743"/>
                <a:gd name="T27" fmla="*/ 83 h 797"/>
                <a:gd name="T28" fmla="*/ 531 w 743"/>
                <a:gd name="T29" fmla="*/ 236 h 797"/>
                <a:gd name="T30" fmla="*/ 228 w 743"/>
                <a:gd name="T31" fmla="*/ 236 h 797"/>
                <a:gd name="T32" fmla="*/ 386 w 743"/>
                <a:gd name="T33" fmla="*/ 83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43" h="797">
                  <a:moveTo>
                    <a:pt x="738" y="315"/>
                  </a:moveTo>
                  <a:cubicBezTo>
                    <a:pt x="738" y="104"/>
                    <a:pt x="622" y="0"/>
                    <a:pt x="390" y="0"/>
                  </a:cubicBezTo>
                  <a:cubicBezTo>
                    <a:pt x="128" y="0"/>
                    <a:pt x="0" y="124"/>
                    <a:pt x="0" y="373"/>
                  </a:cubicBezTo>
                  <a:cubicBezTo>
                    <a:pt x="0" y="639"/>
                    <a:pt x="170" y="796"/>
                    <a:pt x="456" y="796"/>
                  </a:cubicBezTo>
                  <a:cubicBezTo>
                    <a:pt x="581" y="796"/>
                    <a:pt x="676" y="763"/>
                    <a:pt x="713" y="755"/>
                  </a:cubicBezTo>
                  <a:lnTo>
                    <a:pt x="726" y="751"/>
                  </a:lnTo>
                  <a:lnTo>
                    <a:pt x="726" y="651"/>
                  </a:lnTo>
                  <a:lnTo>
                    <a:pt x="705" y="660"/>
                  </a:lnTo>
                  <a:cubicBezTo>
                    <a:pt x="672" y="672"/>
                    <a:pt x="610" y="684"/>
                    <a:pt x="543" y="684"/>
                  </a:cubicBezTo>
                  <a:cubicBezTo>
                    <a:pt x="319" y="684"/>
                    <a:pt x="236" y="498"/>
                    <a:pt x="232" y="332"/>
                  </a:cubicBezTo>
                  <a:cubicBezTo>
                    <a:pt x="261" y="332"/>
                    <a:pt x="742" y="332"/>
                    <a:pt x="742" y="332"/>
                  </a:cubicBezTo>
                  <a:lnTo>
                    <a:pt x="742" y="315"/>
                  </a:lnTo>
                  <a:lnTo>
                    <a:pt x="738" y="315"/>
                  </a:lnTo>
                  <a:close/>
                  <a:moveTo>
                    <a:pt x="386" y="83"/>
                  </a:moveTo>
                  <a:cubicBezTo>
                    <a:pt x="498" y="83"/>
                    <a:pt x="527" y="166"/>
                    <a:pt x="531" y="236"/>
                  </a:cubicBezTo>
                  <a:cubicBezTo>
                    <a:pt x="506" y="236"/>
                    <a:pt x="257" y="236"/>
                    <a:pt x="228" y="236"/>
                  </a:cubicBezTo>
                  <a:cubicBezTo>
                    <a:pt x="232" y="183"/>
                    <a:pt x="269" y="83"/>
                    <a:pt x="386" y="8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83" name="Freeform 16"/>
            <p:cNvSpPr>
              <a:spLocks noChangeArrowheads="1"/>
            </p:cNvSpPr>
            <p:nvPr/>
          </p:nvSpPr>
          <p:spPr bwMode="auto">
            <a:xfrm>
              <a:off x="5210175" y="4071938"/>
              <a:ext cx="314325" cy="409575"/>
            </a:xfrm>
            <a:custGeom>
              <a:avLst/>
              <a:gdLst>
                <a:gd name="T0" fmla="*/ 634 w 872"/>
                <a:gd name="T1" fmla="*/ 357 h 1138"/>
                <a:gd name="T2" fmla="*/ 348 w 872"/>
                <a:gd name="T3" fmla="*/ 523 h 1138"/>
                <a:gd name="T4" fmla="*/ 348 w 872"/>
                <a:gd name="T5" fmla="*/ 0 h 1138"/>
                <a:gd name="T6" fmla="*/ 332 w 872"/>
                <a:gd name="T7" fmla="*/ 4 h 1138"/>
                <a:gd name="T8" fmla="*/ 0 w 872"/>
                <a:gd name="T9" fmla="*/ 46 h 1138"/>
                <a:gd name="T10" fmla="*/ 0 w 872"/>
                <a:gd name="T11" fmla="*/ 104 h 1138"/>
                <a:gd name="T12" fmla="*/ 16 w 872"/>
                <a:gd name="T13" fmla="*/ 104 h 1138"/>
                <a:gd name="T14" fmla="*/ 141 w 872"/>
                <a:gd name="T15" fmla="*/ 233 h 1138"/>
                <a:gd name="T16" fmla="*/ 141 w 872"/>
                <a:gd name="T17" fmla="*/ 1137 h 1138"/>
                <a:gd name="T18" fmla="*/ 348 w 872"/>
                <a:gd name="T19" fmla="*/ 1137 h 1138"/>
                <a:gd name="T20" fmla="*/ 348 w 872"/>
                <a:gd name="T21" fmla="*/ 747 h 1138"/>
                <a:gd name="T22" fmla="*/ 547 w 872"/>
                <a:gd name="T23" fmla="*/ 494 h 1138"/>
                <a:gd name="T24" fmla="*/ 663 w 872"/>
                <a:gd name="T25" fmla="*/ 660 h 1138"/>
                <a:gd name="T26" fmla="*/ 663 w 872"/>
                <a:gd name="T27" fmla="*/ 1137 h 1138"/>
                <a:gd name="T28" fmla="*/ 871 w 872"/>
                <a:gd name="T29" fmla="*/ 1137 h 1138"/>
                <a:gd name="T30" fmla="*/ 871 w 872"/>
                <a:gd name="T31" fmla="*/ 635 h 1138"/>
                <a:gd name="T32" fmla="*/ 634 w 872"/>
                <a:gd name="T33" fmla="*/ 357 h 1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2" h="1138">
                  <a:moveTo>
                    <a:pt x="634" y="357"/>
                  </a:moveTo>
                  <a:cubicBezTo>
                    <a:pt x="481" y="357"/>
                    <a:pt x="394" y="452"/>
                    <a:pt x="348" y="523"/>
                  </a:cubicBezTo>
                  <a:cubicBezTo>
                    <a:pt x="348" y="440"/>
                    <a:pt x="348" y="0"/>
                    <a:pt x="348" y="0"/>
                  </a:cubicBezTo>
                  <a:lnTo>
                    <a:pt x="332" y="4"/>
                  </a:lnTo>
                  <a:lnTo>
                    <a:pt x="0" y="46"/>
                  </a:lnTo>
                  <a:lnTo>
                    <a:pt x="0" y="104"/>
                  </a:lnTo>
                  <a:lnTo>
                    <a:pt x="16" y="104"/>
                  </a:lnTo>
                  <a:cubicBezTo>
                    <a:pt x="120" y="108"/>
                    <a:pt x="141" y="133"/>
                    <a:pt x="141" y="233"/>
                  </a:cubicBezTo>
                  <a:lnTo>
                    <a:pt x="141" y="1137"/>
                  </a:lnTo>
                  <a:lnTo>
                    <a:pt x="348" y="1137"/>
                  </a:lnTo>
                  <a:lnTo>
                    <a:pt x="348" y="747"/>
                  </a:lnTo>
                  <a:cubicBezTo>
                    <a:pt x="348" y="606"/>
                    <a:pt x="456" y="494"/>
                    <a:pt x="547" y="494"/>
                  </a:cubicBezTo>
                  <a:cubicBezTo>
                    <a:pt x="663" y="494"/>
                    <a:pt x="663" y="581"/>
                    <a:pt x="663" y="660"/>
                  </a:cubicBezTo>
                  <a:lnTo>
                    <a:pt x="663" y="1137"/>
                  </a:lnTo>
                  <a:lnTo>
                    <a:pt x="871" y="1137"/>
                  </a:lnTo>
                  <a:lnTo>
                    <a:pt x="871" y="635"/>
                  </a:lnTo>
                  <a:cubicBezTo>
                    <a:pt x="871" y="552"/>
                    <a:pt x="871" y="357"/>
                    <a:pt x="634" y="357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84" name="Freeform 17"/>
            <p:cNvSpPr>
              <a:spLocks noChangeArrowheads="1"/>
            </p:cNvSpPr>
            <p:nvPr/>
          </p:nvSpPr>
          <p:spPr bwMode="auto">
            <a:xfrm>
              <a:off x="5594350" y="4200525"/>
              <a:ext cx="266700" cy="287338"/>
            </a:xfrm>
            <a:custGeom>
              <a:avLst/>
              <a:gdLst>
                <a:gd name="T0" fmla="*/ 742 w 743"/>
                <a:gd name="T1" fmla="*/ 315 h 797"/>
                <a:gd name="T2" fmla="*/ 394 w 743"/>
                <a:gd name="T3" fmla="*/ 0 h 797"/>
                <a:gd name="T4" fmla="*/ 0 w 743"/>
                <a:gd name="T5" fmla="*/ 373 h 797"/>
                <a:gd name="T6" fmla="*/ 456 w 743"/>
                <a:gd name="T7" fmla="*/ 796 h 797"/>
                <a:gd name="T8" fmla="*/ 713 w 743"/>
                <a:gd name="T9" fmla="*/ 755 h 797"/>
                <a:gd name="T10" fmla="*/ 726 w 743"/>
                <a:gd name="T11" fmla="*/ 751 h 797"/>
                <a:gd name="T12" fmla="*/ 726 w 743"/>
                <a:gd name="T13" fmla="*/ 651 h 797"/>
                <a:gd name="T14" fmla="*/ 705 w 743"/>
                <a:gd name="T15" fmla="*/ 660 h 797"/>
                <a:gd name="T16" fmla="*/ 543 w 743"/>
                <a:gd name="T17" fmla="*/ 684 h 797"/>
                <a:gd name="T18" fmla="*/ 232 w 743"/>
                <a:gd name="T19" fmla="*/ 332 h 797"/>
                <a:gd name="T20" fmla="*/ 742 w 743"/>
                <a:gd name="T21" fmla="*/ 332 h 797"/>
                <a:gd name="T22" fmla="*/ 742 w 743"/>
                <a:gd name="T23" fmla="*/ 315 h 797"/>
                <a:gd name="T24" fmla="*/ 386 w 743"/>
                <a:gd name="T25" fmla="*/ 83 h 797"/>
                <a:gd name="T26" fmla="*/ 531 w 743"/>
                <a:gd name="T27" fmla="*/ 236 h 797"/>
                <a:gd name="T28" fmla="*/ 228 w 743"/>
                <a:gd name="T29" fmla="*/ 236 h 797"/>
                <a:gd name="T30" fmla="*/ 386 w 743"/>
                <a:gd name="T31" fmla="*/ 83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43" h="797">
                  <a:moveTo>
                    <a:pt x="742" y="315"/>
                  </a:moveTo>
                  <a:cubicBezTo>
                    <a:pt x="742" y="104"/>
                    <a:pt x="626" y="0"/>
                    <a:pt x="394" y="0"/>
                  </a:cubicBezTo>
                  <a:cubicBezTo>
                    <a:pt x="133" y="0"/>
                    <a:pt x="0" y="124"/>
                    <a:pt x="0" y="373"/>
                  </a:cubicBezTo>
                  <a:cubicBezTo>
                    <a:pt x="0" y="639"/>
                    <a:pt x="170" y="796"/>
                    <a:pt x="456" y="796"/>
                  </a:cubicBezTo>
                  <a:cubicBezTo>
                    <a:pt x="581" y="796"/>
                    <a:pt x="676" y="763"/>
                    <a:pt x="713" y="755"/>
                  </a:cubicBezTo>
                  <a:lnTo>
                    <a:pt x="726" y="751"/>
                  </a:lnTo>
                  <a:lnTo>
                    <a:pt x="726" y="651"/>
                  </a:lnTo>
                  <a:lnTo>
                    <a:pt x="705" y="660"/>
                  </a:lnTo>
                  <a:cubicBezTo>
                    <a:pt x="672" y="672"/>
                    <a:pt x="610" y="684"/>
                    <a:pt x="543" y="684"/>
                  </a:cubicBezTo>
                  <a:cubicBezTo>
                    <a:pt x="319" y="684"/>
                    <a:pt x="236" y="498"/>
                    <a:pt x="232" y="332"/>
                  </a:cubicBezTo>
                  <a:cubicBezTo>
                    <a:pt x="261" y="332"/>
                    <a:pt x="742" y="332"/>
                    <a:pt x="742" y="332"/>
                  </a:cubicBezTo>
                  <a:lnTo>
                    <a:pt x="742" y="315"/>
                  </a:lnTo>
                  <a:close/>
                  <a:moveTo>
                    <a:pt x="386" y="83"/>
                  </a:moveTo>
                  <a:cubicBezTo>
                    <a:pt x="498" y="83"/>
                    <a:pt x="527" y="166"/>
                    <a:pt x="531" y="236"/>
                  </a:cubicBezTo>
                  <a:cubicBezTo>
                    <a:pt x="506" y="236"/>
                    <a:pt x="257" y="236"/>
                    <a:pt x="228" y="236"/>
                  </a:cubicBezTo>
                  <a:cubicBezTo>
                    <a:pt x="236" y="183"/>
                    <a:pt x="270" y="83"/>
                    <a:pt x="386" y="8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85" name="Freeform 18"/>
            <p:cNvSpPr>
              <a:spLocks noChangeArrowheads="1"/>
            </p:cNvSpPr>
            <p:nvPr/>
          </p:nvSpPr>
          <p:spPr bwMode="auto">
            <a:xfrm>
              <a:off x="4964113" y="4121150"/>
              <a:ext cx="212725" cy="366713"/>
            </a:xfrm>
            <a:custGeom>
              <a:avLst/>
              <a:gdLst>
                <a:gd name="T0" fmla="*/ 141 w 589"/>
                <a:gd name="T1" fmla="*/ 237 h 1017"/>
                <a:gd name="T2" fmla="*/ 0 w 589"/>
                <a:gd name="T3" fmla="*/ 237 h 1017"/>
                <a:gd name="T4" fmla="*/ 0 w 589"/>
                <a:gd name="T5" fmla="*/ 328 h 1017"/>
                <a:gd name="T6" fmla="*/ 141 w 589"/>
                <a:gd name="T7" fmla="*/ 328 h 1017"/>
                <a:gd name="T8" fmla="*/ 141 w 589"/>
                <a:gd name="T9" fmla="*/ 797 h 1017"/>
                <a:gd name="T10" fmla="*/ 427 w 589"/>
                <a:gd name="T11" fmla="*/ 1016 h 1017"/>
                <a:gd name="T12" fmla="*/ 551 w 589"/>
                <a:gd name="T13" fmla="*/ 1004 h 1017"/>
                <a:gd name="T14" fmla="*/ 564 w 589"/>
                <a:gd name="T15" fmla="*/ 1004 h 1017"/>
                <a:gd name="T16" fmla="*/ 564 w 589"/>
                <a:gd name="T17" fmla="*/ 909 h 1017"/>
                <a:gd name="T18" fmla="*/ 547 w 589"/>
                <a:gd name="T19" fmla="*/ 913 h 1017"/>
                <a:gd name="T20" fmla="*/ 485 w 589"/>
                <a:gd name="T21" fmla="*/ 917 h 1017"/>
                <a:gd name="T22" fmla="*/ 352 w 589"/>
                <a:gd name="T23" fmla="*/ 772 h 1017"/>
                <a:gd name="T24" fmla="*/ 352 w 589"/>
                <a:gd name="T25" fmla="*/ 328 h 1017"/>
                <a:gd name="T26" fmla="*/ 588 w 589"/>
                <a:gd name="T27" fmla="*/ 328 h 1017"/>
                <a:gd name="T28" fmla="*/ 588 w 589"/>
                <a:gd name="T29" fmla="*/ 237 h 1017"/>
                <a:gd name="T30" fmla="*/ 352 w 589"/>
                <a:gd name="T31" fmla="*/ 237 h 1017"/>
                <a:gd name="T32" fmla="*/ 352 w 589"/>
                <a:gd name="T33" fmla="*/ 0 h 1017"/>
                <a:gd name="T34" fmla="*/ 141 w 589"/>
                <a:gd name="T35" fmla="*/ 0 h 1017"/>
                <a:gd name="T36" fmla="*/ 141 w 589"/>
                <a:gd name="T37" fmla="*/ 237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89" h="1017">
                  <a:moveTo>
                    <a:pt x="141" y="237"/>
                  </a:moveTo>
                  <a:lnTo>
                    <a:pt x="0" y="237"/>
                  </a:lnTo>
                  <a:lnTo>
                    <a:pt x="0" y="328"/>
                  </a:lnTo>
                  <a:lnTo>
                    <a:pt x="141" y="328"/>
                  </a:lnTo>
                  <a:lnTo>
                    <a:pt x="141" y="797"/>
                  </a:lnTo>
                  <a:cubicBezTo>
                    <a:pt x="141" y="1000"/>
                    <a:pt x="270" y="1016"/>
                    <a:pt x="427" y="1016"/>
                  </a:cubicBezTo>
                  <a:cubicBezTo>
                    <a:pt x="464" y="1016"/>
                    <a:pt x="505" y="1012"/>
                    <a:pt x="551" y="1004"/>
                  </a:cubicBezTo>
                  <a:lnTo>
                    <a:pt x="564" y="1004"/>
                  </a:lnTo>
                  <a:lnTo>
                    <a:pt x="564" y="909"/>
                  </a:lnTo>
                  <a:lnTo>
                    <a:pt x="547" y="913"/>
                  </a:lnTo>
                  <a:cubicBezTo>
                    <a:pt x="530" y="917"/>
                    <a:pt x="510" y="917"/>
                    <a:pt x="485" y="917"/>
                  </a:cubicBezTo>
                  <a:cubicBezTo>
                    <a:pt x="360" y="917"/>
                    <a:pt x="352" y="880"/>
                    <a:pt x="352" y="772"/>
                  </a:cubicBezTo>
                  <a:lnTo>
                    <a:pt x="352" y="328"/>
                  </a:lnTo>
                  <a:lnTo>
                    <a:pt x="588" y="328"/>
                  </a:lnTo>
                  <a:lnTo>
                    <a:pt x="588" y="237"/>
                  </a:lnTo>
                  <a:lnTo>
                    <a:pt x="352" y="237"/>
                  </a:lnTo>
                  <a:lnTo>
                    <a:pt x="352" y="0"/>
                  </a:lnTo>
                  <a:lnTo>
                    <a:pt x="141" y="0"/>
                  </a:lnTo>
                  <a:lnTo>
                    <a:pt x="141" y="237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86" name="Freeform 19"/>
            <p:cNvSpPr>
              <a:spLocks noChangeArrowheads="1"/>
            </p:cNvSpPr>
            <p:nvPr/>
          </p:nvSpPr>
          <p:spPr bwMode="auto">
            <a:xfrm>
              <a:off x="6049963" y="4087813"/>
              <a:ext cx="450850" cy="395287"/>
            </a:xfrm>
            <a:custGeom>
              <a:avLst/>
              <a:gdLst>
                <a:gd name="T0" fmla="*/ 1245 w 1254"/>
                <a:gd name="T1" fmla="*/ 0 h 1096"/>
                <a:gd name="T2" fmla="*/ 1033 w 1254"/>
                <a:gd name="T3" fmla="*/ 0 h 1096"/>
                <a:gd name="T4" fmla="*/ 1033 w 1254"/>
                <a:gd name="T5" fmla="*/ 829 h 1096"/>
                <a:gd name="T6" fmla="*/ 485 w 1254"/>
                <a:gd name="T7" fmla="*/ 0 h 1096"/>
                <a:gd name="T8" fmla="*/ 0 w 1254"/>
                <a:gd name="T9" fmla="*/ 0 h 1096"/>
                <a:gd name="T10" fmla="*/ 0 w 1254"/>
                <a:gd name="T11" fmla="*/ 62 h 1096"/>
                <a:gd name="T12" fmla="*/ 42 w 1254"/>
                <a:gd name="T13" fmla="*/ 70 h 1096"/>
                <a:gd name="T14" fmla="*/ 178 w 1254"/>
                <a:gd name="T15" fmla="*/ 220 h 1096"/>
                <a:gd name="T16" fmla="*/ 178 w 1254"/>
                <a:gd name="T17" fmla="*/ 1095 h 1096"/>
                <a:gd name="T18" fmla="*/ 403 w 1254"/>
                <a:gd name="T19" fmla="*/ 1095 h 1096"/>
                <a:gd name="T20" fmla="*/ 403 w 1254"/>
                <a:gd name="T21" fmla="*/ 228 h 1096"/>
                <a:gd name="T22" fmla="*/ 975 w 1254"/>
                <a:gd name="T23" fmla="*/ 1095 h 1096"/>
                <a:gd name="T24" fmla="*/ 1253 w 1254"/>
                <a:gd name="T25" fmla="*/ 1095 h 1096"/>
                <a:gd name="T26" fmla="*/ 1253 w 1254"/>
                <a:gd name="T27" fmla="*/ 0 h 1096"/>
                <a:gd name="T28" fmla="*/ 1245 w 1254"/>
                <a:gd name="T29" fmla="*/ 0 h 10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54" h="1096">
                  <a:moveTo>
                    <a:pt x="1245" y="0"/>
                  </a:moveTo>
                  <a:lnTo>
                    <a:pt x="1033" y="0"/>
                  </a:lnTo>
                  <a:cubicBezTo>
                    <a:pt x="1033" y="0"/>
                    <a:pt x="1033" y="751"/>
                    <a:pt x="1033" y="829"/>
                  </a:cubicBezTo>
                  <a:cubicBezTo>
                    <a:pt x="992" y="763"/>
                    <a:pt x="485" y="0"/>
                    <a:pt x="485" y="0"/>
                  </a:cubicBezTo>
                  <a:lnTo>
                    <a:pt x="0" y="0"/>
                  </a:lnTo>
                  <a:lnTo>
                    <a:pt x="0" y="62"/>
                  </a:lnTo>
                  <a:lnTo>
                    <a:pt x="42" y="70"/>
                  </a:lnTo>
                  <a:cubicBezTo>
                    <a:pt x="170" y="91"/>
                    <a:pt x="178" y="95"/>
                    <a:pt x="178" y="220"/>
                  </a:cubicBezTo>
                  <a:lnTo>
                    <a:pt x="178" y="1095"/>
                  </a:lnTo>
                  <a:lnTo>
                    <a:pt x="403" y="1095"/>
                  </a:lnTo>
                  <a:cubicBezTo>
                    <a:pt x="403" y="1095"/>
                    <a:pt x="403" y="307"/>
                    <a:pt x="403" y="228"/>
                  </a:cubicBezTo>
                  <a:cubicBezTo>
                    <a:pt x="448" y="294"/>
                    <a:pt x="975" y="1095"/>
                    <a:pt x="975" y="1095"/>
                  </a:cubicBezTo>
                  <a:lnTo>
                    <a:pt x="1253" y="1095"/>
                  </a:lnTo>
                  <a:lnTo>
                    <a:pt x="1253" y="0"/>
                  </a:lnTo>
                  <a:lnTo>
                    <a:pt x="124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87" name="Freeform 20"/>
            <p:cNvSpPr>
              <a:spLocks noChangeArrowheads="1"/>
            </p:cNvSpPr>
            <p:nvPr/>
          </p:nvSpPr>
          <p:spPr bwMode="auto">
            <a:xfrm>
              <a:off x="6573838" y="4200525"/>
              <a:ext cx="266700" cy="287338"/>
            </a:xfrm>
            <a:custGeom>
              <a:avLst/>
              <a:gdLst>
                <a:gd name="T0" fmla="*/ 390 w 740"/>
                <a:gd name="T1" fmla="*/ 0 h 797"/>
                <a:gd name="T2" fmla="*/ 0 w 740"/>
                <a:gd name="T3" fmla="*/ 373 h 797"/>
                <a:gd name="T4" fmla="*/ 456 w 740"/>
                <a:gd name="T5" fmla="*/ 796 h 797"/>
                <a:gd name="T6" fmla="*/ 714 w 740"/>
                <a:gd name="T7" fmla="*/ 755 h 797"/>
                <a:gd name="T8" fmla="*/ 726 w 740"/>
                <a:gd name="T9" fmla="*/ 751 h 797"/>
                <a:gd name="T10" fmla="*/ 726 w 740"/>
                <a:gd name="T11" fmla="*/ 651 h 797"/>
                <a:gd name="T12" fmla="*/ 705 w 740"/>
                <a:gd name="T13" fmla="*/ 660 h 797"/>
                <a:gd name="T14" fmla="*/ 539 w 740"/>
                <a:gd name="T15" fmla="*/ 684 h 797"/>
                <a:gd name="T16" fmla="*/ 228 w 740"/>
                <a:gd name="T17" fmla="*/ 332 h 797"/>
                <a:gd name="T18" fmla="*/ 739 w 740"/>
                <a:gd name="T19" fmla="*/ 332 h 797"/>
                <a:gd name="T20" fmla="*/ 739 w 740"/>
                <a:gd name="T21" fmla="*/ 315 h 797"/>
                <a:gd name="T22" fmla="*/ 390 w 740"/>
                <a:gd name="T23" fmla="*/ 0 h 797"/>
                <a:gd name="T24" fmla="*/ 386 w 740"/>
                <a:gd name="T25" fmla="*/ 83 h 797"/>
                <a:gd name="T26" fmla="*/ 531 w 740"/>
                <a:gd name="T27" fmla="*/ 236 h 797"/>
                <a:gd name="T28" fmla="*/ 228 w 740"/>
                <a:gd name="T29" fmla="*/ 236 h 797"/>
                <a:gd name="T30" fmla="*/ 386 w 740"/>
                <a:gd name="T31" fmla="*/ 83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40" h="797">
                  <a:moveTo>
                    <a:pt x="390" y="0"/>
                  </a:moveTo>
                  <a:cubicBezTo>
                    <a:pt x="129" y="0"/>
                    <a:pt x="0" y="124"/>
                    <a:pt x="0" y="373"/>
                  </a:cubicBezTo>
                  <a:cubicBezTo>
                    <a:pt x="0" y="639"/>
                    <a:pt x="170" y="796"/>
                    <a:pt x="456" y="796"/>
                  </a:cubicBezTo>
                  <a:cubicBezTo>
                    <a:pt x="581" y="796"/>
                    <a:pt x="676" y="767"/>
                    <a:pt x="714" y="755"/>
                  </a:cubicBezTo>
                  <a:lnTo>
                    <a:pt x="726" y="751"/>
                  </a:lnTo>
                  <a:lnTo>
                    <a:pt x="726" y="651"/>
                  </a:lnTo>
                  <a:lnTo>
                    <a:pt x="705" y="660"/>
                  </a:lnTo>
                  <a:cubicBezTo>
                    <a:pt x="672" y="672"/>
                    <a:pt x="610" y="684"/>
                    <a:pt x="539" y="684"/>
                  </a:cubicBezTo>
                  <a:cubicBezTo>
                    <a:pt x="315" y="684"/>
                    <a:pt x="232" y="498"/>
                    <a:pt x="228" y="332"/>
                  </a:cubicBezTo>
                  <a:lnTo>
                    <a:pt x="739" y="332"/>
                  </a:lnTo>
                  <a:lnTo>
                    <a:pt x="739" y="315"/>
                  </a:lnTo>
                  <a:cubicBezTo>
                    <a:pt x="739" y="104"/>
                    <a:pt x="622" y="0"/>
                    <a:pt x="390" y="0"/>
                  </a:cubicBezTo>
                  <a:close/>
                  <a:moveTo>
                    <a:pt x="386" y="83"/>
                  </a:moveTo>
                  <a:cubicBezTo>
                    <a:pt x="498" y="83"/>
                    <a:pt x="527" y="162"/>
                    <a:pt x="531" y="236"/>
                  </a:cubicBezTo>
                  <a:lnTo>
                    <a:pt x="228" y="236"/>
                  </a:lnTo>
                  <a:cubicBezTo>
                    <a:pt x="232" y="187"/>
                    <a:pt x="270" y="83"/>
                    <a:pt x="386" y="8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88" name="Freeform 21"/>
            <p:cNvSpPr>
              <a:spLocks noChangeArrowheads="1"/>
            </p:cNvSpPr>
            <p:nvPr/>
          </p:nvSpPr>
          <p:spPr bwMode="auto">
            <a:xfrm>
              <a:off x="7204075" y="4121150"/>
              <a:ext cx="212725" cy="366713"/>
            </a:xfrm>
            <a:custGeom>
              <a:avLst/>
              <a:gdLst>
                <a:gd name="T0" fmla="*/ 141 w 590"/>
                <a:gd name="T1" fmla="*/ 237 h 1017"/>
                <a:gd name="T2" fmla="*/ 0 w 590"/>
                <a:gd name="T3" fmla="*/ 237 h 1017"/>
                <a:gd name="T4" fmla="*/ 0 w 590"/>
                <a:gd name="T5" fmla="*/ 328 h 1017"/>
                <a:gd name="T6" fmla="*/ 141 w 590"/>
                <a:gd name="T7" fmla="*/ 328 h 1017"/>
                <a:gd name="T8" fmla="*/ 141 w 590"/>
                <a:gd name="T9" fmla="*/ 797 h 1017"/>
                <a:gd name="T10" fmla="*/ 427 w 590"/>
                <a:gd name="T11" fmla="*/ 1016 h 1017"/>
                <a:gd name="T12" fmla="*/ 551 w 590"/>
                <a:gd name="T13" fmla="*/ 1004 h 1017"/>
                <a:gd name="T14" fmla="*/ 564 w 590"/>
                <a:gd name="T15" fmla="*/ 1004 h 1017"/>
                <a:gd name="T16" fmla="*/ 564 w 590"/>
                <a:gd name="T17" fmla="*/ 909 h 1017"/>
                <a:gd name="T18" fmla="*/ 547 w 590"/>
                <a:gd name="T19" fmla="*/ 913 h 1017"/>
                <a:gd name="T20" fmla="*/ 485 w 590"/>
                <a:gd name="T21" fmla="*/ 917 h 1017"/>
                <a:gd name="T22" fmla="*/ 352 w 590"/>
                <a:gd name="T23" fmla="*/ 772 h 1017"/>
                <a:gd name="T24" fmla="*/ 352 w 590"/>
                <a:gd name="T25" fmla="*/ 328 h 1017"/>
                <a:gd name="T26" fmla="*/ 589 w 590"/>
                <a:gd name="T27" fmla="*/ 328 h 1017"/>
                <a:gd name="T28" fmla="*/ 589 w 590"/>
                <a:gd name="T29" fmla="*/ 237 h 1017"/>
                <a:gd name="T30" fmla="*/ 352 w 590"/>
                <a:gd name="T31" fmla="*/ 237 h 1017"/>
                <a:gd name="T32" fmla="*/ 352 w 590"/>
                <a:gd name="T33" fmla="*/ 0 h 1017"/>
                <a:gd name="T34" fmla="*/ 141 w 590"/>
                <a:gd name="T35" fmla="*/ 0 h 1017"/>
                <a:gd name="T36" fmla="*/ 141 w 590"/>
                <a:gd name="T37" fmla="*/ 237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0" h="1017">
                  <a:moveTo>
                    <a:pt x="141" y="237"/>
                  </a:moveTo>
                  <a:lnTo>
                    <a:pt x="0" y="237"/>
                  </a:lnTo>
                  <a:lnTo>
                    <a:pt x="0" y="328"/>
                  </a:lnTo>
                  <a:lnTo>
                    <a:pt x="141" y="328"/>
                  </a:lnTo>
                  <a:lnTo>
                    <a:pt x="141" y="797"/>
                  </a:lnTo>
                  <a:cubicBezTo>
                    <a:pt x="141" y="1000"/>
                    <a:pt x="269" y="1016"/>
                    <a:pt x="427" y="1016"/>
                  </a:cubicBezTo>
                  <a:cubicBezTo>
                    <a:pt x="464" y="1016"/>
                    <a:pt x="506" y="1012"/>
                    <a:pt x="551" y="1004"/>
                  </a:cubicBezTo>
                  <a:lnTo>
                    <a:pt x="564" y="1004"/>
                  </a:lnTo>
                  <a:lnTo>
                    <a:pt x="564" y="909"/>
                  </a:lnTo>
                  <a:lnTo>
                    <a:pt x="547" y="913"/>
                  </a:lnTo>
                  <a:cubicBezTo>
                    <a:pt x="531" y="917"/>
                    <a:pt x="510" y="917"/>
                    <a:pt x="485" y="917"/>
                  </a:cubicBezTo>
                  <a:cubicBezTo>
                    <a:pt x="361" y="917"/>
                    <a:pt x="352" y="880"/>
                    <a:pt x="352" y="772"/>
                  </a:cubicBezTo>
                  <a:lnTo>
                    <a:pt x="352" y="328"/>
                  </a:lnTo>
                  <a:lnTo>
                    <a:pt x="589" y="328"/>
                  </a:lnTo>
                  <a:lnTo>
                    <a:pt x="589" y="237"/>
                  </a:lnTo>
                  <a:lnTo>
                    <a:pt x="352" y="237"/>
                  </a:lnTo>
                  <a:lnTo>
                    <a:pt x="352" y="0"/>
                  </a:lnTo>
                  <a:lnTo>
                    <a:pt x="141" y="0"/>
                  </a:lnTo>
                  <a:lnTo>
                    <a:pt x="141" y="237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89" name="Freeform 22"/>
            <p:cNvSpPr>
              <a:spLocks noChangeArrowheads="1"/>
            </p:cNvSpPr>
            <p:nvPr/>
          </p:nvSpPr>
          <p:spPr bwMode="auto">
            <a:xfrm>
              <a:off x="6850063" y="4206875"/>
              <a:ext cx="331787" cy="274638"/>
            </a:xfrm>
            <a:custGeom>
              <a:avLst/>
              <a:gdLst>
                <a:gd name="T0" fmla="*/ 705 w 921"/>
                <a:gd name="T1" fmla="*/ 248 h 764"/>
                <a:gd name="T2" fmla="*/ 920 w 921"/>
                <a:gd name="T3" fmla="*/ 0 h 764"/>
                <a:gd name="T4" fmla="*/ 701 w 921"/>
                <a:gd name="T5" fmla="*/ 0 h 764"/>
                <a:gd name="T6" fmla="*/ 497 w 921"/>
                <a:gd name="T7" fmla="*/ 236 h 764"/>
                <a:gd name="T8" fmla="*/ 319 w 921"/>
                <a:gd name="T9" fmla="*/ 0 h 764"/>
                <a:gd name="T10" fmla="*/ 0 w 921"/>
                <a:gd name="T11" fmla="*/ 0 h 764"/>
                <a:gd name="T12" fmla="*/ 0 w 921"/>
                <a:gd name="T13" fmla="*/ 62 h 764"/>
                <a:gd name="T14" fmla="*/ 12 w 921"/>
                <a:gd name="T15" fmla="*/ 62 h 764"/>
                <a:gd name="T16" fmla="*/ 211 w 921"/>
                <a:gd name="T17" fmla="*/ 178 h 764"/>
                <a:gd name="T18" fmla="*/ 344 w 921"/>
                <a:gd name="T19" fmla="*/ 352 h 764"/>
                <a:gd name="T20" fmla="*/ 128 w 921"/>
                <a:gd name="T21" fmla="*/ 601 h 764"/>
                <a:gd name="T22" fmla="*/ 348 w 921"/>
                <a:gd name="T23" fmla="*/ 601 h 764"/>
                <a:gd name="T24" fmla="*/ 443 w 921"/>
                <a:gd name="T25" fmla="*/ 489 h 764"/>
                <a:gd name="T26" fmla="*/ 651 w 921"/>
                <a:gd name="T27" fmla="*/ 763 h 764"/>
                <a:gd name="T28" fmla="*/ 900 w 921"/>
                <a:gd name="T29" fmla="*/ 763 h 764"/>
                <a:gd name="T30" fmla="*/ 506 w 921"/>
                <a:gd name="T31" fmla="*/ 248 h 764"/>
                <a:gd name="T32" fmla="*/ 705 w 921"/>
                <a:gd name="T33" fmla="*/ 248 h 7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21" h="764">
                  <a:moveTo>
                    <a:pt x="705" y="248"/>
                  </a:moveTo>
                  <a:lnTo>
                    <a:pt x="920" y="0"/>
                  </a:lnTo>
                  <a:lnTo>
                    <a:pt x="701" y="0"/>
                  </a:lnTo>
                  <a:lnTo>
                    <a:pt x="497" y="236"/>
                  </a:lnTo>
                  <a:lnTo>
                    <a:pt x="319" y="0"/>
                  </a:lnTo>
                  <a:lnTo>
                    <a:pt x="0" y="0"/>
                  </a:lnTo>
                  <a:lnTo>
                    <a:pt x="0" y="62"/>
                  </a:lnTo>
                  <a:lnTo>
                    <a:pt x="12" y="62"/>
                  </a:lnTo>
                  <a:cubicBezTo>
                    <a:pt x="120" y="70"/>
                    <a:pt x="145" y="87"/>
                    <a:pt x="211" y="178"/>
                  </a:cubicBezTo>
                  <a:lnTo>
                    <a:pt x="344" y="352"/>
                  </a:lnTo>
                  <a:lnTo>
                    <a:pt x="128" y="601"/>
                  </a:lnTo>
                  <a:lnTo>
                    <a:pt x="348" y="601"/>
                  </a:lnTo>
                  <a:lnTo>
                    <a:pt x="443" y="489"/>
                  </a:lnTo>
                  <a:lnTo>
                    <a:pt x="651" y="763"/>
                  </a:lnTo>
                  <a:lnTo>
                    <a:pt x="900" y="763"/>
                  </a:lnTo>
                  <a:lnTo>
                    <a:pt x="506" y="248"/>
                  </a:lnTo>
                  <a:lnTo>
                    <a:pt x="705" y="24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90" name="Freeform 23"/>
            <p:cNvSpPr>
              <a:spLocks noChangeArrowheads="1"/>
            </p:cNvSpPr>
            <p:nvPr/>
          </p:nvSpPr>
          <p:spPr bwMode="auto">
            <a:xfrm>
              <a:off x="7175500" y="4010025"/>
              <a:ext cx="176213" cy="111125"/>
            </a:xfrm>
            <a:custGeom>
              <a:avLst/>
              <a:gdLst>
                <a:gd name="T0" fmla="*/ 224 w 490"/>
                <a:gd name="T1" fmla="*/ 307 h 308"/>
                <a:gd name="T2" fmla="*/ 0 w 490"/>
                <a:gd name="T3" fmla="*/ 307 h 308"/>
                <a:gd name="T4" fmla="*/ 269 w 490"/>
                <a:gd name="T5" fmla="*/ 0 h 308"/>
                <a:gd name="T6" fmla="*/ 489 w 490"/>
                <a:gd name="T7" fmla="*/ 0 h 308"/>
                <a:gd name="T8" fmla="*/ 224 w 490"/>
                <a:gd name="T9" fmla="*/ 307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0" h="308">
                  <a:moveTo>
                    <a:pt x="224" y="307"/>
                  </a:moveTo>
                  <a:lnTo>
                    <a:pt x="0" y="307"/>
                  </a:lnTo>
                  <a:lnTo>
                    <a:pt x="269" y="0"/>
                  </a:lnTo>
                  <a:lnTo>
                    <a:pt x="489" y="0"/>
                  </a:lnTo>
                  <a:lnTo>
                    <a:pt x="224" y="307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57801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B5380F31-F25E-914E-B4AC-C9B2E2DD44AA}"/>
              </a:ext>
            </a:extLst>
          </p:cNvPr>
          <p:cNvSpPr/>
          <p:nvPr userDrawn="1"/>
        </p:nvSpPr>
        <p:spPr>
          <a:xfrm>
            <a:off x="0" y="0"/>
            <a:ext cx="9153144" cy="5157216"/>
          </a:xfrm>
          <a:prstGeom prst="rect">
            <a:avLst/>
          </a:prstGeom>
          <a:gradFill>
            <a:gsLst>
              <a:gs pos="0">
                <a:schemeClr val="tx1">
                  <a:lumMod val="60000"/>
                  <a:lumOff val="40000"/>
                  <a:alpha val="25000"/>
                </a:schemeClr>
              </a:gs>
              <a:gs pos="98000">
                <a:schemeClr val="bg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pic>
        <p:nvPicPr>
          <p:cNvPr id="31" name="Graphic 30">
            <a:extLst>
              <a:ext uri="{FF2B5EF4-FFF2-40B4-BE49-F238E27FC236}">
                <a16:creationId xmlns:a16="http://schemas.microsoft.com/office/drawing/2014/main" id="{2A906BF6-7DCE-7747-9B24-C8F153A522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73" y="0"/>
            <a:ext cx="9143998" cy="5143499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611" y="4915450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111F478C-84AE-4601-9BE4-60468A3A6C06}" type="slidenum">
              <a:rPr lang="en-US" sz="800" smtClean="0">
                <a:solidFill>
                  <a:prstClr val="white">
                    <a:alpha val="50000"/>
                  </a:prstClr>
                </a:solidFill>
                <a:latin typeface="Arial"/>
              </a:rPr>
              <a:pPr/>
              <a:t>‹#›</a:t>
            </a:fld>
            <a:endParaRPr lang="en-US" sz="800" dirty="0">
              <a:solidFill>
                <a:prstClr val="white">
                  <a:alpha val="50000"/>
                </a:prstClr>
              </a:solidFill>
              <a:latin typeface="Arial"/>
            </a:endParaRPr>
          </a:p>
        </p:txBody>
      </p:sp>
      <p:grpSp>
        <p:nvGrpSpPr>
          <p:cNvPr id="38" name="Group 37"/>
          <p:cNvGrpSpPr/>
          <p:nvPr userDrawn="1"/>
        </p:nvGrpSpPr>
        <p:grpSpPr>
          <a:xfrm>
            <a:off x="7684916" y="225821"/>
            <a:ext cx="1247901" cy="356665"/>
            <a:chOff x="2751138" y="3262313"/>
            <a:chExt cx="4665662" cy="1333500"/>
          </a:xfrm>
          <a:solidFill>
            <a:schemeClr val="tx2"/>
          </a:solidFill>
        </p:grpSpPr>
        <p:sp>
          <p:nvSpPr>
            <p:cNvPr id="67" name="Freeform 1"/>
            <p:cNvSpPr>
              <a:spLocks noChangeArrowheads="1"/>
            </p:cNvSpPr>
            <p:nvPr/>
          </p:nvSpPr>
          <p:spPr bwMode="auto">
            <a:xfrm>
              <a:off x="6180138" y="3275013"/>
              <a:ext cx="673100" cy="631825"/>
            </a:xfrm>
            <a:custGeom>
              <a:avLst/>
              <a:gdLst>
                <a:gd name="T0" fmla="*/ 465 w 1868"/>
                <a:gd name="T1" fmla="*/ 0 h 1755"/>
                <a:gd name="T2" fmla="*/ 465 w 1868"/>
                <a:gd name="T3" fmla="*/ 700 h 1755"/>
                <a:gd name="T4" fmla="*/ 1402 w 1868"/>
                <a:gd name="T5" fmla="*/ 700 h 1755"/>
                <a:gd name="T6" fmla="*/ 1402 w 1868"/>
                <a:gd name="T7" fmla="*/ 0 h 1755"/>
                <a:gd name="T8" fmla="*/ 1867 w 1868"/>
                <a:gd name="T9" fmla="*/ 0 h 1755"/>
                <a:gd name="T10" fmla="*/ 1867 w 1868"/>
                <a:gd name="T11" fmla="*/ 1754 h 1755"/>
                <a:gd name="T12" fmla="*/ 1402 w 1868"/>
                <a:gd name="T13" fmla="*/ 1754 h 1755"/>
                <a:gd name="T14" fmla="*/ 1402 w 1868"/>
                <a:gd name="T15" fmla="*/ 983 h 1755"/>
                <a:gd name="T16" fmla="*/ 465 w 1868"/>
                <a:gd name="T17" fmla="*/ 983 h 1755"/>
                <a:gd name="T18" fmla="*/ 465 w 1868"/>
                <a:gd name="T19" fmla="*/ 1754 h 1755"/>
                <a:gd name="T20" fmla="*/ 0 w 1868"/>
                <a:gd name="T21" fmla="*/ 1754 h 1755"/>
                <a:gd name="T22" fmla="*/ 0 w 1868"/>
                <a:gd name="T23" fmla="*/ 0 h 1755"/>
                <a:gd name="T24" fmla="*/ 465 w 1868"/>
                <a:gd name="T25" fmla="*/ 0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68" h="1755">
                  <a:moveTo>
                    <a:pt x="465" y="0"/>
                  </a:moveTo>
                  <a:cubicBezTo>
                    <a:pt x="465" y="0"/>
                    <a:pt x="465" y="705"/>
                    <a:pt x="465" y="700"/>
                  </a:cubicBezTo>
                  <a:lnTo>
                    <a:pt x="1402" y="700"/>
                  </a:lnTo>
                  <a:cubicBezTo>
                    <a:pt x="1402" y="705"/>
                    <a:pt x="1402" y="0"/>
                    <a:pt x="1402" y="0"/>
                  </a:cubicBezTo>
                  <a:cubicBezTo>
                    <a:pt x="1402" y="0"/>
                    <a:pt x="1863" y="0"/>
                    <a:pt x="1867" y="0"/>
                  </a:cubicBezTo>
                  <a:cubicBezTo>
                    <a:pt x="1867" y="0"/>
                    <a:pt x="1867" y="1750"/>
                    <a:pt x="1867" y="1754"/>
                  </a:cubicBezTo>
                  <a:lnTo>
                    <a:pt x="1402" y="1754"/>
                  </a:lnTo>
                  <a:cubicBezTo>
                    <a:pt x="1402" y="1754"/>
                    <a:pt x="1402" y="987"/>
                    <a:pt x="1402" y="983"/>
                  </a:cubicBezTo>
                  <a:cubicBezTo>
                    <a:pt x="1402" y="987"/>
                    <a:pt x="465" y="983"/>
                    <a:pt x="465" y="983"/>
                  </a:cubicBezTo>
                  <a:cubicBezTo>
                    <a:pt x="465" y="987"/>
                    <a:pt x="465" y="1754"/>
                    <a:pt x="465" y="1754"/>
                  </a:cubicBezTo>
                  <a:lnTo>
                    <a:pt x="0" y="1754"/>
                  </a:lnTo>
                  <a:cubicBezTo>
                    <a:pt x="0" y="1754"/>
                    <a:pt x="4" y="0"/>
                    <a:pt x="0" y="0"/>
                  </a:cubicBezTo>
                  <a:lnTo>
                    <a:pt x="46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8" name="Freeform 2"/>
            <p:cNvSpPr>
              <a:spLocks noChangeArrowheads="1"/>
            </p:cNvSpPr>
            <p:nvPr/>
          </p:nvSpPr>
          <p:spPr bwMode="auto">
            <a:xfrm>
              <a:off x="4083050" y="3275013"/>
              <a:ext cx="677863" cy="631825"/>
            </a:xfrm>
            <a:custGeom>
              <a:avLst/>
              <a:gdLst>
                <a:gd name="T0" fmla="*/ 1883 w 1884"/>
                <a:gd name="T1" fmla="*/ 0 h 1755"/>
                <a:gd name="T2" fmla="*/ 1883 w 1884"/>
                <a:gd name="T3" fmla="*/ 298 h 1755"/>
                <a:gd name="T4" fmla="*/ 1174 w 1884"/>
                <a:gd name="T5" fmla="*/ 298 h 1755"/>
                <a:gd name="T6" fmla="*/ 1174 w 1884"/>
                <a:gd name="T7" fmla="*/ 1754 h 1755"/>
                <a:gd name="T8" fmla="*/ 709 w 1884"/>
                <a:gd name="T9" fmla="*/ 1754 h 1755"/>
                <a:gd name="T10" fmla="*/ 709 w 1884"/>
                <a:gd name="T11" fmla="*/ 298 h 1755"/>
                <a:gd name="T12" fmla="*/ 0 w 1884"/>
                <a:gd name="T13" fmla="*/ 298 h 1755"/>
                <a:gd name="T14" fmla="*/ 0 w 1884"/>
                <a:gd name="T15" fmla="*/ 0 h 1755"/>
                <a:gd name="T16" fmla="*/ 1883 w 1884"/>
                <a:gd name="T17" fmla="*/ 0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84" h="1755">
                  <a:moveTo>
                    <a:pt x="1883" y="0"/>
                  </a:moveTo>
                  <a:cubicBezTo>
                    <a:pt x="1883" y="4"/>
                    <a:pt x="1883" y="298"/>
                    <a:pt x="1883" y="298"/>
                  </a:cubicBezTo>
                  <a:lnTo>
                    <a:pt x="1174" y="298"/>
                  </a:lnTo>
                  <a:lnTo>
                    <a:pt x="1174" y="1754"/>
                  </a:lnTo>
                  <a:lnTo>
                    <a:pt x="709" y="1754"/>
                  </a:lnTo>
                  <a:lnTo>
                    <a:pt x="709" y="298"/>
                  </a:lnTo>
                  <a:lnTo>
                    <a:pt x="0" y="298"/>
                  </a:lnTo>
                  <a:lnTo>
                    <a:pt x="0" y="0"/>
                  </a:lnTo>
                  <a:lnTo>
                    <a:pt x="1883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9" name="Freeform 3"/>
            <p:cNvSpPr>
              <a:spLocks noChangeArrowheads="1"/>
            </p:cNvSpPr>
            <p:nvPr/>
          </p:nvSpPr>
          <p:spPr bwMode="auto">
            <a:xfrm>
              <a:off x="4614863" y="3275013"/>
              <a:ext cx="796925" cy="631825"/>
            </a:xfrm>
            <a:custGeom>
              <a:avLst/>
              <a:gdLst>
                <a:gd name="T0" fmla="*/ 2214 w 2215"/>
                <a:gd name="T1" fmla="*/ 1754 h 1755"/>
                <a:gd name="T2" fmla="*/ 1695 w 2215"/>
                <a:gd name="T3" fmla="*/ 1754 h 1755"/>
                <a:gd name="T4" fmla="*/ 1542 w 2215"/>
                <a:gd name="T5" fmla="*/ 1377 h 1755"/>
                <a:gd name="T6" fmla="*/ 672 w 2215"/>
                <a:gd name="T7" fmla="*/ 1377 h 1755"/>
                <a:gd name="T8" fmla="*/ 518 w 2215"/>
                <a:gd name="T9" fmla="*/ 1754 h 1755"/>
                <a:gd name="T10" fmla="*/ 0 w 2215"/>
                <a:gd name="T11" fmla="*/ 1754 h 1755"/>
                <a:gd name="T12" fmla="*/ 825 w 2215"/>
                <a:gd name="T13" fmla="*/ 0 h 1755"/>
                <a:gd name="T14" fmla="*/ 1392 w 2215"/>
                <a:gd name="T15" fmla="*/ 0 h 1755"/>
                <a:gd name="T16" fmla="*/ 2214 w 2215"/>
                <a:gd name="T17" fmla="*/ 1754 h 1755"/>
                <a:gd name="T18" fmla="*/ 788 w 2215"/>
                <a:gd name="T19" fmla="*/ 1095 h 1755"/>
                <a:gd name="T20" fmla="*/ 1434 w 2215"/>
                <a:gd name="T21" fmla="*/ 1095 h 1755"/>
                <a:gd name="T22" fmla="*/ 1107 w 2215"/>
                <a:gd name="T23" fmla="*/ 298 h 1755"/>
                <a:gd name="T24" fmla="*/ 788 w 2215"/>
                <a:gd name="T25" fmla="*/ 1095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15" h="1755">
                  <a:moveTo>
                    <a:pt x="2214" y="1754"/>
                  </a:moveTo>
                  <a:cubicBezTo>
                    <a:pt x="2214" y="1754"/>
                    <a:pt x="1691" y="1754"/>
                    <a:pt x="1695" y="1754"/>
                  </a:cubicBezTo>
                  <a:lnTo>
                    <a:pt x="1542" y="1377"/>
                  </a:lnTo>
                  <a:lnTo>
                    <a:pt x="672" y="1377"/>
                  </a:lnTo>
                  <a:cubicBezTo>
                    <a:pt x="672" y="1377"/>
                    <a:pt x="522" y="1754"/>
                    <a:pt x="518" y="1754"/>
                  </a:cubicBezTo>
                  <a:lnTo>
                    <a:pt x="0" y="1754"/>
                  </a:lnTo>
                  <a:lnTo>
                    <a:pt x="825" y="0"/>
                  </a:lnTo>
                  <a:lnTo>
                    <a:pt x="1392" y="0"/>
                  </a:lnTo>
                  <a:lnTo>
                    <a:pt x="2214" y="1754"/>
                  </a:lnTo>
                  <a:close/>
                  <a:moveTo>
                    <a:pt x="788" y="1095"/>
                  </a:moveTo>
                  <a:lnTo>
                    <a:pt x="1434" y="1095"/>
                  </a:lnTo>
                  <a:lnTo>
                    <a:pt x="1107" y="298"/>
                  </a:lnTo>
                  <a:lnTo>
                    <a:pt x="788" y="1095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70" name="Freeform 4"/>
            <p:cNvSpPr>
              <a:spLocks noChangeArrowheads="1"/>
            </p:cNvSpPr>
            <p:nvPr/>
          </p:nvSpPr>
          <p:spPr bwMode="auto">
            <a:xfrm>
              <a:off x="6985000" y="3275013"/>
              <a:ext cx="166688" cy="631825"/>
            </a:xfrm>
            <a:custGeom>
              <a:avLst/>
              <a:gdLst>
                <a:gd name="T0" fmla="*/ 232 w 465"/>
                <a:gd name="T1" fmla="*/ 1754 h 1755"/>
                <a:gd name="T2" fmla="*/ 0 w 465"/>
                <a:gd name="T3" fmla="*/ 1754 h 1755"/>
                <a:gd name="T4" fmla="*/ 0 w 465"/>
                <a:gd name="T5" fmla="*/ 0 h 1755"/>
                <a:gd name="T6" fmla="*/ 464 w 465"/>
                <a:gd name="T7" fmla="*/ 0 h 1755"/>
                <a:gd name="T8" fmla="*/ 464 w 465"/>
                <a:gd name="T9" fmla="*/ 1754 h 1755"/>
                <a:gd name="T10" fmla="*/ 232 w 465"/>
                <a:gd name="T11" fmla="*/ 1754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5" h="1755">
                  <a:moveTo>
                    <a:pt x="232" y="1754"/>
                  </a:moveTo>
                  <a:lnTo>
                    <a:pt x="0" y="1754"/>
                  </a:lnTo>
                  <a:lnTo>
                    <a:pt x="0" y="0"/>
                  </a:lnTo>
                  <a:lnTo>
                    <a:pt x="464" y="0"/>
                  </a:lnTo>
                  <a:lnTo>
                    <a:pt x="464" y="1754"/>
                  </a:lnTo>
                  <a:lnTo>
                    <a:pt x="232" y="175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71" name="Freeform 5"/>
            <p:cNvSpPr>
              <a:spLocks noChangeArrowheads="1"/>
            </p:cNvSpPr>
            <p:nvPr/>
          </p:nvSpPr>
          <p:spPr bwMode="auto">
            <a:xfrm>
              <a:off x="3049588" y="3275013"/>
              <a:ext cx="673100" cy="631825"/>
            </a:xfrm>
            <a:custGeom>
              <a:avLst/>
              <a:gdLst>
                <a:gd name="T0" fmla="*/ 465 w 1868"/>
                <a:gd name="T1" fmla="*/ 0 h 1755"/>
                <a:gd name="T2" fmla="*/ 465 w 1868"/>
                <a:gd name="T3" fmla="*/ 700 h 1755"/>
                <a:gd name="T4" fmla="*/ 1402 w 1868"/>
                <a:gd name="T5" fmla="*/ 700 h 1755"/>
                <a:gd name="T6" fmla="*/ 1402 w 1868"/>
                <a:gd name="T7" fmla="*/ 0 h 1755"/>
                <a:gd name="T8" fmla="*/ 1867 w 1868"/>
                <a:gd name="T9" fmla="*/ 0 h 1755"/>
                <a:gd name="T10" fmla="*/ 1867 w 1868"/>
                <a:gd name="T11" fmla="*/ 1754 h 1755"/>
                <a:gd name="T12" fmla="*/ 1402 w 1868"/>
                <a:gd name="T13" fmla="*/ 1754 h 1755"/>
                <a:gd name="T14" fmla="*/ 1402 w 1868"/>
                <a:gd name="T15" fmla="*/ 983 h 1755"/>
                <a:gd name="T16" fmla="*/ 465 w 1868"/>
                <a:gd name="T17" fmla="*/ 983 h 1755"/>
                <a:gd name="T18" fmla="*/ 465 w 1868"/>
                <a:gd name="T19" fmla="*/ 1754 h 1755"/>
                <a:gd name="T20" fmla="*/ 0 w 1868"/>
                <a:gd name="T21" fmla="*/ 1754 h 1755"/>
                <a:gd name="T22" fmla="*/ 0 w 1868"/>
                <a:gd name="T23" fmla="*/ 0 h 1755"/>
                <a:gd name="T24" fmla="*/ 465 w 1868"/>
                <a:gd name="T25" fmla="*/ 0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68" h="1755">
                  <a:moveTo>
                    <a:pt x="465" y="0"/>
                  </a:moveTo>
                  <a:cubicBezTo>
                    <a:pt x="465" y="0"/>
                    <a:pt x="465" y="705"/>
                    <a:pt x="465" y="700"/>
                  </a:cubicBezTo>
                  <a:lnTo>
                    <a:pt x="1402" y="700"/>
                  </a:lnTo>
                  <a:cubicBezTo>
                    <a:pt x="1402" y="705"/>
                    <a:pt x="1402" y="0"/>
                    <a:pt x="1402" y="0"/>
                  </a:cubicBezTo>
                  <a:cubicBezTo>
                    <a:pt x="1402" y="0"/>
                    <a:pt x="1863" y="0"/>
                    <a:pt x="1867" y="0"/>
                  </a:cubicBezTo>
                  <a:cubicBezTo>
                    <a:pt x="1867" y="0"/>
                    <a:pt x="1867" y="1750"/>
                    <a:pt x="1867" y="1754"/>
                  </a:cubicBezTo>
                  <a:lnTo>
                    <a:pt x="1402" y="1754"/>
                  </a:lnTo>
                  <a:cubicBezTo>
                    <a:pt x="1402" y="1754"/>
                    <a:pt x="1402" y="987"/>
                    <a:pt x="1402" y="983"/>
                  </a:cubicBezTo>
                  <a:cubicBezTo>
                    <a:pt x="1402" y="987"/>
                    <a:pt x="465" y="983"/>
                    <a:pt x="465" y="983"/>
                  </a:cubicBezTo>
                  <a:cubicBezTo>
                    <a:pt x="465" y="987"/>
                    <a:pt x="465" y="1754"/>
                    <a:pt x="465" y="1754"/>
                  </a:cubicBezTo>
                  <a:lnTo>
                    <a:pt x="0" y="1754"/>
                  </a:lnTo>
                  <a:cubicBezTo>
                    <a:pt x="0" y="1754"/>
                    <a:pt x="5" y="0"/>
                    <a:pt x="0" y="0"/>
                  </a:cubicBezTo>
                  <a:lnTo>
                    <a:pt x="46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72" name="Freeform 6"/>
            <p:cNvSpPr>
              <a:spLocks noChangeArrowheads="1"/>
            </p:cNvSpPr>
            <p:nvPr/>
          </p:nvSpPr>
          <p:spPr bwMode="auto">
            <a:xfrm>
              <a:off x="3854450" y="3275013"/>
              <a:ext cx="168275" cy="631825"/>
            </a:xfrm>
            <a:custGeom>
              <a:avLst/>
              <a:gdLst>
                <a:gd name="T0" fmla="*/ 233 w 466"/>
                <a:gd name="T1" fmla="*/ 1754 h 1755"/>
                <a:gd name="T2" fmla="*/ 0 w 466"/>
                <a:gd name="T3" fmla="*/ 1754 h 1755"/>
                <a:gd name="T4" fmla="*/ 0 w 466"/>
                <a:gd name="T5" fmla="*/ 0 h 1755"/>
                <a:gd name="T6" fmla="*/ 465 w 466"/>
                <a:gd name="T7" fmla="*/ 0 h 1755"/>
                <a:gd name="T8" fmla="*/ 465 w 466"/>
                <a:gd name="T9" fmla="*/ 1754 h 1755"/>
                <a:gd name="T10" fmla="*/ 233 w 466"/>
                <a:gd name="T11" fmla="*/ 1754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6" h="1755">
                  <a:moveTo>
                    <a:pt x="233" y="1754"/>
                  </a:moveTo>
                  <a:lnTo>
                    <a:pt x="0" y="1754"/>
                  </a:lnTo>
                  <a:lnTo>
                    <a:pt x="0" y="0"/>
                  </a:lnTo>
                  <a:lnTo>
                    <a:pt x="465" y="0"/>
                  </a:lnTo>
                  <a:lnTo>
                    <a:pt x="465" y="1754"/>
                  </a:lnTo>
                  <a:lnTo>
                    <a:pt x="233" y="175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73" name="Freeform 7"/>
            <p:cNvSpPr>
              <a:spLocks noChangeArrowheads="1"/>
            </p:cNvSpPr>
            <p:nvPr/>
          </p:nvSpPr>
          <p:spPr bwMode="auto">
            <a:xfrm>
              <a:off x="5383213" y="3262313"/>
              <a:ext cx="715962" cy="663575"/>
            </a:xfrm>
            <a:custGeom>
              <a:avLst/>
              <a:gdLst>
                <a:gd name="T0" fmla="*/ 62 w 1988"/>
                <a:gd name="T1" fmla="*/ 1307 h 1842"/>
                <a:gd name="T2" fmla="*/ 0 w 1988"/>
                <a:gd name="T3" fmla="*/ 933 h 1842"/>
                <a:gd name="T4" fmla="*/ 120 w 1988"/>
                <a:gd name="T5" fmla="*/ 423 h 1842"/>
                <a:gd name="T6" fmla="*/ 518 w 1988"/>
                <a:gd name="T7" fmla="*/ 91 h 1842"/>
                <a:gd name="T8" fmla="*/ 1033 w 1988"/>
                <a:gd name="T9" fmla="*/ 0 h 1842"/>
                <a:gd name="T10" fmla="*/ 1618 w 1988"/>
                <a:gd name="T11" fmla="*/ 125 h 1842"/>
                <a:gd name="T12" fmla="*/ 1950 w 1988"/>
                <a:gd name="T13" fmla="*/ 531 h 1842"/>
                <a:gd name="T14" fmla="*/ 1966 w 1988"/>
                <a:gd name="T15" fmla="*/ 643 h 1842"/>
                <a:gd name="T16" fmla="*/ 1481 w 1988"/>
                <a:gd name="T17" fmla="*/ 643 h 1842"/>
                <a:gd name="T18" fmla="*/ 1456 w 1988"/>
                <a:gd name="T19" fmla="*/ 506 h 1842"/>
                <a:gd name="T20" fmla="*/ 1240 w 1988"/>
                <a:gd name="T21" fmla="*/ 303 h 1842"/>
                <a:gd name="T22" fmla="*/ 1037 w 1988"/>
                <a:gd name="T23" fmla="*/ 274 h 1842"/>
                <a:gd name="T24" fmla="*/ 809 w 1988"/>
                <a:gd name="T25" fmla="*/ 315 h 1842"/>
                <a:gd name="T26" fmla="*/ 556 w 1988"/>
                <a:gd name="T27" fmla="*/ 573 h 1842"/>
                <a:gd name="T28" fmla="*/ 494 w 1988"/>
                <a:gd name="T29" fmla="*/ 942 h 1842"/>
                <a:gd name="T30" fmla="*/ 539 w 1988"/>
                <a:gd name="T31" fmla="*/ 1249 h 1842"/>
                <a:gd name="T32" fmla="*/ 792 w 1988"/>
                <a:gd name="T33" fmla="*/ 1527 h 1842"/>
                <a:gd name="T34" fmla="*/ 1041 w 1988"/>
                <a:gd name="T35" fmla="*/ 1572 h 1842"/>
                <a:gd name="T36" fmla="*/ 1257 w 1988"/>
                <a:gd name="T37" fmla="*/ 1539 h 1842"/>
                <a:gd name="T38" fmla="*/ 1460 w 1988"/>
                <a:gd name="T39" fmla="*/ 1356 h 1842"/>
                <a:gd name="T40" fmla="*/ 1497 w 1988"/>
                <a:gd name="T41" fmla="*/ 1170 h 1842"/>
                <a:gd name="T42" fmla="*/ 1987 w 1988"/>
                <a:gd name="T43" fmla="*/ 1170 h 1842"/>
                <a:gd name="T44" fmla="*/ 1962 w 1988"/>
                <a:gd name="T45" fmla="*/ 1336 h 1842"/>
                <a:gd name="T46" fmla="*/ 1638 w 1988"/>
                <a:gd name="T47" fmla="*/ 1721 h 1842"/>
                <a:gd name="T48" fmla="*/ 1041 w 1988"/>
                <a:gd name="T49" fmla="*/ 1841 h 1842"/>
                <a:gd name="T50" fmla="*/ 568 w 1988"/>
                <a:gd name="T51" fmla="*/ 1771 h 1842"/>
                <a:gd name="T52" fmla="*/ 62 w 1988"/>
                <a:gd name="T53" fmla="*/ 1307 h 1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988" h="1842">
                  <a:moveTo>
                    <a:pt x="62" y="1307"/>
                  </a:moveTo>
                  <a:cubicBezTo>
                    <a:pt x="21" y="1191"/>
                    <a:pt x="0" y="1066"/>
                    <a:pt x="0" y="933"/>
                  </a:cubicBezTo>
                  <a:cubicBezTo>
                    <a:pt x="0" y="751"/>
                    <a:pt x="33" y="573"/>
                    <a:pt x="120" y="423"/>
                  </a:cubicBezTo>
                  <a:cubicBezTo>
                    <a:pt x="211" y="270"/>
                    <a:pt x="348" y="154"/>
                    <a:pt x="518" y="91"/>
                  </a:cubicBezTo>
                  <a:cubicBezTo>
                    <a:pt x="680" y="33"/>
                    <a:pt x="850" y="0"/>
                    <a:pt x="1033" y="0"/>
                  </a:cubicBezTo>
                  <a:cubicBezTo>
                    <a:pt x="1240" y="0"/>
                    <a:pt x="1439" y="46"/>
                    <a:pt x="1618" y="125"/>
                  </a:cubicBezTo>
                  <a:cubicBezTo>
                    <a:pt x="1784" y="195"/>
                    <a:pt x="1912" y="349"/>
                    <a:pt x="1950" y="531"/>
                  </a:cubicBezTo>
                  <a:cubicBezTo>
                    <a:pt x="1958" y="568"/>
                    <a:pt x="1962" y="606"/>
                    <a:pt x="1966" y="643"/>
                  </a:cubicBezTo>
                  <a:lnTo>
                    <a:pt x="1481" y="643"/>
                  </a:lnTo>
                  <a:cubicBezTo>
                    <a:pt x="1481" y="597"/>
                    <a:pt x="1472" y="552"/>
                    <a:pt x="1456" y="506"/>
                  </a:cubicBezTo>
                  <a:cubicBezTo>
                    <a:pt x="1419" y="411"/>
                    <a:pt x="1340" y="332"/>
                    <a:pt x="1240" y="303"/>
                  </a:cubicBezTo>
                  <a:cubicBezTo>
                    <a:pt x="1174" y="282"/>
                    <a:pt x="1107" y="274"/>
                    <a:pt x="1037" y="274"/>
                  </a:cubicBezTo>
                  <a:cubicBezTo>
                    <a:pt x="958" y="274"/>
                    <a:pt x="879" y="286"/>
                    <a:pt x="809" y="315"/>
                  </a:cubicBezTo>
                  <a:cubicBezTo>
                    <a:pt x="688" y="357"/>
                    <a:pt x="597" y="452"/>
                    <a:pt x="556" y="573"/>
                  </a:cubicBezTo>
                  <a:cubicBezTo>
                    <a:pt x="514" y="689"/>
                    <a:pt x="494" y="813"/>
                    <a:pt x="494" y="942"/>
                  </a:cubicBezTo>
                  <a:cubicBezTo>
                    <a:pt x="494" y="1050"/>
                    <a:pt x="510" y="1153"/>
                    <a:pt x="539" y="1249"/>
                  </a:cubicBezTo>
                  <a:cubicBezTo>
                    <a:pt x="572" y="1377"/>
                    <a:pt x="672" y="1481"/>
                    <a:pt x="792" y="1527"/>
                  </a:cubicBezTo>
                  <a:cubicBezTo>
                    <a:pt x="871" y="1556"/>
                    <a:pt x="954" y="1572"/>
                    <a:pt x="1041" y="1572"/>
                  </a:cubicBezTo>
                  <a:cubicBezTo>
                    <a:pt x="1116" y="1572"/>
                    <a:pt x="1186" y="1560"/>
                    <a:pt x="1257" y="1539"/>
                  </a:cubicBezTo>
                  <a:cubicBezTo>
                    <a:pt x="1348" y="1510"/>
                    <a:pt x="1423" y="1444"/>
                    <a:pt x="1460" y="1356"/>
                  </a:cubicBezTo>
                  <a:cubicBezTo>
                    <a:pt x="1485" y="1298"/>
                    <a:pt x="1497" y="1236"/>
                    <a:pt x="1497" y="1170"/>
                  </a:cubicBezTo>
                  <a:lnTo>
                    <a:pt x="1987" y="1170"/>
                  </a:lnTo>
                  <a:cubicBezTo>
                    <a:pt x="1983" y="1228"/>
                    <a:pt x="1974" y="1282"/>
                    <a:pt x="1962" y="1336"/>
                  </a:cubicBezTo>
                  <a:cubicBezTo>
                    <a:pt x="1920" y="1510"/>
                    <a:pt x="1800" y="1655"/>
                    <a:pt x="1638" y="1721"/>
                  </a:cubicBezTo>
                  <a:cubicBezTo>
                    <a:pt x="1456" y="1800"/>
                    <a:pt x="1253" y="1841"/>
                    <a:pt x="1041" y="1841"/>
                  </a:cubicBezTo>
                  <a:cubicBezTo>
                    <a:pt x="875" y="1841"/>
                    <a:pt x="718" y="1817"/>
                    <a:pt x="568" y="1771"/>
                  </a:cubicBezTo>
                  <a:cubicBezTo>
                    <a:pt x="336" y="1692"/>
                    <a:pt x="137" y="1527"/>
                    <a:pt x="62" y="1307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74" name="Freeform 8"/>
            <p:cNvSpPr>
              <a:spLocks noChangeArrowheads="1"/>
            </p:cNvSpPr>
            <p:nvPr/>
          </p:nvSpPr>
          <p:spPr bwMode="auto">
            <a:xfrm>
              <a:off x="2751138" y="4083050"/>
              <a:ext cx="153987" cy="398463"/>
            </a:xfrm>
            <a:custGeom>
              <a:avLst/>
              <a:gdLst>
                <a:gd name="T0" fmla="*/ 415 w 428"/>
                <a:gd name="T1" fmla="*/ 0 h 1109"/>
                <a:gd name="T2" fmla="*/ 0 w 428"/>
                <a:gd name="T3" fmla="*/ 38 h 1109"/>
                <a:gd name="T4" fmla="*/ 0 w 428"/>
                <a:gd name="T5" fmla="*/ 100 h 1109"/>
                <a:gd name="T6" fmla="*/ 12 w 428"/>
                <a:gd name="T7" fmla="*/ 100 h 1109"/>
                <a:gd name="T8" fmla="*/ 178 w 428"/>
                <a:gd name="T9" fmla="*/ 241 h 1109"/>
                <a:gd name="T10" fmla="*/ 178 w 428"/>
                <a:gd name="T11" fmla="*/ 1108 h 1109"/>
                <a:gd name="T12" fmla="*/ 427 w 428"/>
                <a:gd name="T13" fmla="*/ 1108 h 1109"/>
                <a:gd name="T14" fmla="*/ 427 w 428"/>
                <a:gd name="T15" fmla="*/ 0 h 1109"/>
                <a:gd name="T16" fmla="*/ 415 w 428"/>
                <a:gd name="T17" fmla="*/ 0 h 1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8" h="1109">
                  <a:moveTo>
                    <a:pt x="415" y="0"/>
                  </a:moveTo>
                  <a:lnTo>
                    <a:pt x="0" y="38"/>
                  </a:lnTo>
                  <a:lnTo>
                    <a:pt x="0" y="100"/>
                  </a:lnTo>
                  <a:lnTo>
                    <a:pt x="12" y="100"/>
                  </a:lnTo>
                  <a:cubicBezTo>
                    <a:pt x="178" y="121"/>
                    <a:pt x="178" y="121"/>
                    <a:pt x="178" y="241"/>
                  </a:cubicBezTo>
                  <a:lnTo>
                    <a:pt x="178" y="1108"/>
                  </a:lnTo>
                  <a:lnTo>
                    <a:pt x="427" y="1108"/>
                  </a:lnTo>
                  <a:lnTo>
                    <a:pt x="427" y="0"/>
                  </a:lnTo>
                  <a:lnTo>
                    <a:pt x="41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75" name="Freeform 9"/>
            <p:cNvSpPr>
              <a:spLocks noChangeArrowheads="1"/>
            </p:cNvSpPr>
            <p:nvPr/>
          </p:nvSpPr>
          <p:spPr bwMode="auto">
            <a:xfrm>
              <a:off x="2986088" y="4198938"/>
              <a:ext cx="315912" cy="282575"/>
            </a:xfrm>
            <a:custGeom>
              <a:avLst/>
              <a:gdLst>
                <a:gd name="T0" fmla="*/ 643 w 876"/>
                <a:gd name="T1" fmla="*/ 4 h 785"/>
                <a:gd name="T2" fmla="*/ 353 w 876"/>
                <a:gd name="T3" fmla="*/ 170 h 785"/>
                <a:gd name="T4" fmla="*/ 353 w 876"/>
                <a:gd name="T5" fmla="*/ 0 h 785"/>
                <a:gd name="T6" fmla="*/ 336 w 876"/>
                <a:gd name="T7" fmla="*/ 4 h 785"/>
                <a:gd name="T8" fmla="*/ 0 w 876"/>
                <a:gd name="T9" fmla="*/ 58 h 785"/>
                <a:gd name="T10" fmla="*/ 0 w 876"/>
                <a:gd name="T11" fmla="*/ 116 h 785"/>
                <a:gd name="T12" fmla="*/ 17 w 876"/>
                <a:gd name="T13" fmla="*/ 116 h 785"/>
                <a:gd name="T14" fmla="*/ 145 w 876"/>
                <a:gd name="T15" fmla="*/ 240 h 785"/>
                <a:gd name="T16" fmla="*/ 145 w 876"/>
                <a:gd name="T17" fmla="*/ 784 h 785"/>
                <a:gd name="T18" fmla="*/ 353 w 876"/>
                <a:gd name="T19" fmla="*/ 784 h 785"/>
                <a:gd name="T20" fmla="*/ 353 w 876"/>
                <a:gd name="T21" fmla="*/ 386 h 785"/>
                <a:gd name="T22" fmla="*/ 560 w 876"/>
                <a:gd name="T23" fmla="*/ 141 h 785"/>
                <a:gd name="T24" fmla="*/ 664 w 876"/>
                <a:gd name="T25" fmla="*/ 361 h 785"/>
                <a:gd name="T26" fmla="*/ 664 w 876"/>
                <a:gd name="T27" fmla="*/ 784 h 785"/>
                <a:gd name="T28" fmla="*/ 871 w 876"/>
                <a:gd name="T29" fmla="*/ 784 h 785"/>
                <a:gd name="T30" fmla="*/ 871 w 876"/>
                <a:gd name="T31" fmla="*/ 240 h 785"/>
                <a:gd name="T32" fmla="*/ 643 w 876"/>
                <a:gd name="T33" fmla="*/ 4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6" h="785">
                  <a:moveTo>
                    <a:pt x="643" y="4"/>
                  </a:moveTo>
                  <a:cubicBezTo>
                    <a:pt x="490" y="4"/>
                    <a:pt x="398" y="108"/>
                    <a:pt x="353" y="170"/>
                  </a:cubicBezTo>
                  <a:cubicBezTo>
                    <a:pt x="353" y="112"/>
                    <a:pt x="353" y="0"/>
                    <a:pt x="353" y="0"/>
                  </a:cubicBezTo>
                  <a:lnTo>
                    <a:pt x="336" y="4"/>
                  </a:lnTo>
                  <a:lnTo>
                    <a:pt x="0" y="58"/>
                  </a:lnTo>
                  <a:lnTo>
                    <a:pt x="0" y="116"/>
                  </a:lnTo>
                  <a:lnTo>
                    <a:pt x="17" y="116"/>
                  </a:lnTo>
                  <a:cubicBezTo>
                    <a:pt x="124" y="120"/>
                    <a:pt x="145" y="141"/>
                    <a:pt x="145" y="240"/>
                  </a:cubicBezTo>
                  <a:lnTo>
                    <a:pt x="145" y="784"/>
                  </a:lnTo>
                  <a:lnTo>
                    <a:pt x="353" y="784"/>
                  </a:lnTo>
                  <a:lnTo>
                    <a:pt x="353" y="386"/>
                  </a:lnTo>
                  <a:cubicBezTo>
                    <a:pt x="353" y="278"/>
                    <a:pt x="452" y="141"/>
                    <a:pt x="560" y="141"/>
                  </a:cubicBezTo>
                  <a:cubicBezTo>
                    <a:pt x="660" y="141"/>
                    <a:pt x="664" y="224"/>
                    <a:pt x="664" y="361"/>
                  </a:cubicBezTo>
                  <a:lnTo>
                    <a:pt x="664" y="784"/>
                  </a:lnTo>
                  <a:lnTo>
                    <a:pt x="871" y="784"/>
                  </a:lnTo>
                  <a:lnTo>
                    <a:pt x="871" y="240"/>
                  </a:lnTo>
                  <a:cubicBezTo>
                    <a:pt x="875" y="87"/>
                    <a:pt x="792" y="4"/>
                    <a:pt x="643" y="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76" name="Freeform 10"/>
            <p:cNvSpPr>
              <a:spLocks noChangeArrowheads="1"/>
            </p:cNvSpPr>
            <p:nvPr/>
          </p:nvSpPr>
          <p:spPr bwMode="auto">
            <a:xfrm>
              <a:off x="3386138" y="4200525"/>
              <a:ext cx="212725" cy="288925"/>
            </a:xfrm>
            <a:custGeom>
              <a:avLst/>
              <a:gdLst>
                <a:gd name="T0" fmla="*/ 348 w 590"/>
                <a:gd name="T1" fmla="*/ 303 h 802"/>
                <a:gd name="T2" fmla="*/ 195 w 590"/>
                <a:gd name="T3" fmla="*/ 170 h 802"/>
                <a:gd name="T4" fmla="*/ 307 w 590"/>
                <a:gd name="T5" fmla="*/ 100 h 802"/>
                <a:gd name="T6" fmla="*/ 502 w 590"/>
                <a:gd name="T7" fmla="*/ 166 h 802"/>
                <a:gd name="T8" fmla="*/ 535 w 590"/>
                <a:gd name="T9" fmla="*/ 187 h 802"/>
                <a:gd name="T10" fmla="*/ 535 w 590"/>
                <a:gd name="T11" fmla="*/ 162 h 802"/>
                <a:gd name="T12" fmla="*/ 535 w 590"/>
                <a:gd name="T13" fmla="*/ 33 h 802"/>
                <a:gd name="T14" fmla="*/ 506 w 590"/>
                <a:gd name="T15" fmla="*/ 25 h 802"/>
                <a:gd name="T16" fmla="*/ 315 w 590"/>
                <a:gd name="T17" fmla="*/ 0 h 802"/>
                <a:gd name="T18" fmla="*/ 0 w 590"/>
                <a:gd name="T19" fmla="*/ 224 h 802"/>
                <a:gd name="T20" fmla="*/ 228 w 590"/>
                <a:gd name="T21" fmla="*/ 465 h 802"/>
                <a:gd name="T22" fmla="*/ 390 w 590"/>
                <a:gd name="T23" fmla="*/ 606 h 802"/>
                <a:gd name="T24" fmla="*/ 249 w 590"/>
                <a:gd name="T25" fmla="*/ 697 h 802"/>
                <a:gd name="T26" fmla="*/ 20 w 590"/>
                <a:gd name="T27" fmla="*/ 618 h 802"/>
                <a:gd name="T28" fmla="*/ 0 w 590"/>
                <a:gd name="T29" fmla="*/ 606 h 802"/>
                <a:gd name="T30" fmla="*/ 0 w 590"/>
                <a:gd name="T31" fmla="*/ 767 h 802"/>
                <a:gd name="T32" fmla="*/ 16 w 590"/>
                <a:gd name="T33" fmla="*/ 771 h 802"/>
                <a:gd name="T34" fmla="*/ 244 w 590"/>
                <a:gd name="T35" fmla="*/ 801 h 802"/>
                <a:gd name="T36" fmla="*/ 580 w 590"/>
                <a:gd name="T37" fmla="*/ 568 h 802"/>
                <a:gd name="T38" fmla="*/ 348 w 590"/>
                <a:gd name="T39" fmla="*/ 303 h 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90" h="802">
                  <a:moveTo>
                    <a:pt x="348" y="303"/>
                  </a:moveTo>
                  <a:cubicBezTo>
                    <a:pt x="265" y="261"/>
                    <a:pt x="195" y="228"/>
                    <a:pt x="195" y="170"/>
                  </a:cubicBezTo>
                  <a:cubicBezTo>
                    <a:pt x="195" y="104"/>
                    <a:pt x="274" y="100"/>
                    <a:pt x="307" y="100"/>
                  </a:cubicBezTo>
                  <a:cubicBezTo>
                    <a:pt x="394" y="100"/>
                    <a:pt x="468" y="145"/>
                    <a:pt x="502" y="166"/>
                  </a:cubicBezTo>
                  <a:lnTo>
                    <a:pt x="535" y="187"/>
                  </a:lnTo>
                  <a:lnTo>
                    <a:pt x="535" y="162"/>
                  </a:lnTo>
                  <a:lnTo>
                    <a:pt x="535" y="33"/>
                  </a:lnTo>
                  <a:lnTo>
                    <a:pt x="506" y="25"/>
                  </a:lnTo>
                  <a:cubicBezTo>
                    <a:pt x="468" y="17"/>
                    <a:pt x="398" y="0"/>
                    <a:pt x="315" y="0"/>
                  </a:cubicBezTo>
                  <a:cubicBezTo>
                    <a:pt x="120" y="0"/>
                    <a:pt x="0" y="83"/>
                    <a:pt x="0" y="224"/>
                  </a:cubicBezTo>
                  <a:cubicBezTo>
                    <a:pt x="0" y="353"/>
                    <a:pt x="124" y="411"/>
                    <a:pt x="228" y="465"/>
                  </a:cubicBezTo>
                  <a:cubicBezTo>
                    <a:pt x="311" y="506"/>
                    <a:pt x="390" y="543"/>
                    <a:pt x="390" y="606"/>
                  </a:cubicBezTo>
                  <a:cubicBezTo>
                    <a:pt x="390" y="664"/>
                    <a:pt x="340" y="697"/>
                    <a:pt x="249" y="697"/>
                  </a:cubicBezTo>
                  <a:cubicBezTo>
                    <a:pt x="149" y="697"/>
                    <a:pt x="70" y="647"/>
                    <a:pt x="20" y="618"/>
                  </a:cubicBezTo>
                  <a:lnTo>
                    <a:pt x="0" y="606"/>
                  </a:lnTo>
                  <a:lnTo>
                    <a:pt x="0" y="767"/>
                  </a:lnTo>
                  <a:lnTo>
                    <a:pt x="16" y="771"/>
                  </a:lnTo>
                  <a:cubicBezTo>
                    <a:pt x="58" y="780"/>
                    <a:pt x="137" y="801"/>
                    <a:pt x="244" y="801"/>
                  </a:cubicBezTo>
                  <a:cubicBezTo>
                    <a:pt x="456" y="801"/>
                    <a:pt x="580" y="713"/>
                    <a:pt x="580" y="568"/>
                  </a:cubicBezTo>
                  <a:cubicBezTo>
                    <a:pt x="589" y="419"/>
                    <a:pt x="460" y="357"/>
                    <a:pt x="348" y="303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77" name="Freeform 11"/>
            <p:cNvSpPr>
              <a:spLocks noChangeArrowheads="1"/>
            </p:cNvSpPr>
            <p:nvPr/>
          </p:nvSpPr>
          <p:spPr bwMode="auto">
            <a:xfrm>
              <a:off x="3635375" y="4198938"/>
              <a:ext cx="325438" cy="396875"/>
            </a:xfrm>
            <a:custGeom>
              <a:avLst/>
              <a:gdLst>
                <a:gd name="T0" fmla="*/ 577 w 906"/>
                <a:gd name="T1" fmla="*/ 4 h 1104"/>
                <a:gd name="T2" fmla="*/ 357 w 906"/>
                <a:gd name="T3" fmla="*/ 112 h 1104"/>
                <a:gd name="T4" fmla="*/ 357 w 906"/>
                <a:gd name="T5" fmla="*/ 0 h 1104"/>
                <a:gd name="T6" fmla="*/ 336 w 906"/>
                <a:gd name="T7" fmla="*/ 4 h 1104"/>
                <a:gd name="T8" fmla="*/ 0 w 906"/>
                <a:gd name="T9" fmla="*/ 58 h 1104"/>
                <a:gd name="T10" fmla="*/ 0 w 906"/>
                <a:gd name="T11" fmla="*/ 116 h 1104"/>
                <a:gd name="T12" fmla="*/ 13 w 906"/>
                <a:gd name="T13" fmla="*/ 116 h 1104"/>
                <a:gd name="T14" fmla="*/ 137 w 906"/>
                <a:gd name="T15" fmla="*/ 240 h 1104"/>
                <a:gd name="T16" fmla="*/ 137 w 906"/>
                <a:gd name="T17" fmla="*/ 1103 h 1104"/>
                <a:gd name="T18" fmla="*/ 345 w 906"/>
                <a:gd name="T19" fmla="*/ 1103 h 1104"/>
                <a:gd name="T20" fmla="*/ 345 w 906"/>
                <a:gd name="T21" fmla="*/ 709 h 1104"/>
                <a:gd name="T22" fmla="*/ 560 w 906"/>
                <a:gd name="T23" fmla="*/ 800 h 1104"/>
                <a:gd name="T24" fmla="*/ 896 w 906"/>
                <a:gd name="T25" fmla="*/ 390 h 1104"/>
                <a:gd name="T26" fmla="*/ 577 w 906"/>
                <a:gd name="T27" fmla="*/ 4 h 1104"/>
                <a:gd name="T28" fmla="*/ 515 w 906"/>
                <a:gd name="T29" fmla="*/ 120 h 1104"/>
                <a:gd name="T30" fmla="*/ 672 w 906"/>
                <a:gd name="T31" fmla="*/ 394 h 1104"/>
                <a:gd name="T32" fmla="*/ 515 w 906"/>
                <a:gd name="T33" fmla="*/ 688 h 1104"/>
                <a:gd name="T34" fmla="*/ 349 w 906"/>
                <a:gd name="T35" fmla="*/ 456 h 1104"/>
                <a:gd name="T36" fmla="*/ 349 w 906"/>
                <a:gd name="T37" fmla="*/ 390 h 1104"/>
                <a:gd name="T38" fmla="*/ 515 w 906"/>
                <a:gd name="T39" fmla="*/ 120 h 1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06" h="1104">
                  <a:moveTo>
                    <a:pt x="577" y="4"/>
                  </a:moveTo>
                  <a:cubicBezTo>
                    <a:pt x="498" y="4"/>
                    <a:pt x="424" y="41"/>
                    <a:pt x="357" y="112"/>
                  </a:cubicBezTo>
                  <a:cubicBezTo>
                    <a:pt x="357" y="75"/>
                    <a:pt x="357" y="0"/>
                    <a:pt x="357" y="0"/>
                  </a:cubicBezTo>
                  <a:lnTo>
                    <a:pt x="336" y="4"/>
                  </a:lnTo>
                  <a:lnTo>
                    <a:pt x="0" y="58"/>
                  </a:lnTo>
                  <a:lnTo>
                    <a:pt x="0" y="116"/>
                  </a:lnTo>
                  <a:lnTo>
                    <a:pt x="13" y="116"/>
                  </a:lnTo>
                  <a:cubicBezTo>
                    <a:pt x="117" y="120"/>
                    <a:pt x="137" y="141"/>
                    <a:pt x="137" y="240"/>
                  </a:cubicBezTo>
                  <a:lnTo>
                    <a:pt x="137" y="1103"/>
                  </a:lnTo>
                  <a:lnTo>
                    <a:pt x="345" y="1103"/>
                  </a:lnTo>
                  <a:cubicBezTo>
                    <a:pt x="345" y="1103"/>
                    <a:pt x="345" y="775"/>
                    <a:pt x="345" y="709"/>
                  </a:cubicBezTo>
                  <a:cubicBezTo>
                    <a:pt x="382" y="755"/>
                    <a:pt x="444" y="800"/>
                    <a:pt x="560" y="800"/>
                  </a:cubicBezTo>
                  <a:cubicBezTo>
                    <a:pt x="780" y="800"/>
                    <a:pt x="896" y="659"/>
                    <a:pt x="896" y="390"/>
                  </a:cubicBezTo>
                  <a:cubicBezTo>
                    <a:pt x="905" y="145"/>
                    <a:pt x="784" y="4"/>
                    <a:pt x="577" y="4"/>
                  </a:cubicBezTo>
                  <a:close/>
                  <a:moveTo>
                    <a:pt x="515" y="120"/>
                  </a:moveTo>
                  <a:cubicBezTo>
                    <a:pt x="656" y="120"/>
                    <a:pt x="672" y="274"/>
                    <a:pt x="672" y="394"/>
                  </a:cubicBezTo>
                  <a:cubicBezTo>
                    <a:pt x="672" y="593"/>
                    <a:pt x="623" y="688"/>
                    <a:pt x="515" y="688"/>
                  </a:cubicBezTo>
                  <a:cubicBezTo>
                    <a:pt x="378" y="688"/>
                    <a:pt x="349" y="560"/>
                    <a:pt x="349" y="456"/>
                  </a:cubicBezTo>
                  <a:lnTo>
                    <a:pt x="349" y="390"/>
                  </a:lnTo>
                  <a:cubicBezTo>
                    <a:pt x="353" y="307"/>
                    <a:pt x="370" y="120"/>
                    <a:pt x="515" y="120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78" name="Freeform 12"/>
            <p:cNvSpPr>
              <a:spLocks noChangeArrowheads="1"/>
            </p:cNvSpPr>
            <p:nvPr/>
          </p:nvSpPr>
          <p:spPr bwMode="auto">
            <a:xfrm>
              <a:off x="4013200" y="4198938"/>
              <a:ext cx="123825" cy="282575"/>
            </a:xfrm>
            <a:custGeom>
              <a:avLst/>
              <a:gdLst>
                <a:gd name="T0" fmla="*/ 0 w 345"/>
                <a:gd name="T1" fmla="*/ 58 h 785"/>
                <a:gd name="T2" fmla="*/ 0 w 345"/>
                <a:gd name="T3" fmla="*/ 116 h 785"/>
                <a:gd name="T4" fmla="*/ 12 w 345"/>
                <a:gd name="T5" fmla="*/ 116 h 785"/>
                <a:gd name="T6" fmla="*/ 137 w 345"/>
                <a:gd name="T7" fmla="*/ 240 h 785"/>
                <a:gd name="T8" fmla="*/ 137 w 345"/>
                <a:gd name="T9" fmla="*/ 784 h 785"/>
                <a:gd name="T10" fmla="*/ 344 w 345"/>
                <a:gd name="T11" fmla="*/ 784 h 785"/>
                <a:gd name="T12" fmla="*/ 344 w 345"/>
                <a:gd name="T13" fmla="*/ 0 h 785"/>
                <a:gd name="T14" fmla="*/ 328 w 345"/>
                <a:gd name="T15" fmla="*/ 4 h 785"/>
                <a:gd name="T16" fmla="*/ 0 w 345"/>
                <a:gd name="T17" fmla="*/ 58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5" h="785">
                  <a:moveTo>
                    <a:pt x="0" y="58"/>
                  </a:moveTo>
                  <a:lnTo>
                    <a:pt x="0" y="116"/>
                  </a:lnTo>
                  <a:lnTo>
                    <a:pt x="12" y="116"/>
                  </a:lnTo>
                  <a:cubicBezTo>
                    <a:pt x="116" y="120"/>
                    <a:pt x="137" y="141"/>
                    <a:pt x="137" y="240"/>
                  </a:cubicBezTo>
                  <a:lnTo>
                    <a:pt x="137" y="784"/>
                  </a:lnTo>
                  <a:lnTo>
                    <a:pt x="344" y="784"/>
                  </a:lnTo>
                  <a:lnTo>
                    <a:pt x="344" y="0"/>
                  </a:lnTo>
                  <a:lnTo>
                    <a:pt x="328" y="4"/>
                  </a:lnTo>
                  <a:lnTo>
                    <a:pt x="0" y="5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80" name="Freeform 13"/>
            <p:cNvSpPr>
              <a:spLocks noChangeArrowheads="1"/>
            </p:cNvSpPr>
            <p:nvPr/>
          </p:nvSpPr>
          <p:spPr bwMode="auto">
            <a:xfrm>
              <a:off x="4056063" y="4084638"/>
              <a:ext cx="93662" cy="82550"/>
            </a:xfrm>
            <a:custGeom>
              <a:avLst/>
              <a:gdLst>
                <a:gd name="T0" fmla="*/ 129 w 262"/>
                <a:gd name="T1" fmla="*/ 228 h 229"/>
                <a:gd name="T2" fmla="*/ 261 w 262"/>
                <a:gd name="T3" fmla="*/ 112 h 229"/>
                <a:gd name="T4" fmla="*/ 133 w 262"/>
                <a:gd name="T5" fmla="*/ 0 h 229"/>
                <a:gd name="T6" fmla="*/ 4 w 262"/>
                <a:gd name="T7" fmla="*/ 112 h 229"/>
                <a:gd name="T8" fmla="*/ 129 w 262"/>
                <a:gd name="T9" fmla="*/ 228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2" h="229">
                  <a:moveTo>
                    <a:pt x="129" y="228"/>
                  </a:moveTo>
                  <a:cubicBezTo>
                    <a:pt x="199" y="228"/>
                    <a:pt x="261" y="178"/>
                    <a:pt x="261" y="112"/>
                  </a:cubicBezTo>
                  <a:cubicBezTo>
                    <a:pt x="261" y="49"/>
                    <a:pt x="203" y="0"/>
                    <a:pt x="133" y="0"/>
                  </a:cubicBezTo>
                  <a:cubicBezTo>
                    <a:pt x="62" y="0"/>
                    <a:pt x="4" y="49"/>
                    <a:pt x="4" y="112"/>
                  </a:cubicBezTo>
                  <a:cubicBezTo>
                    <a:pt x="0" y="178"/>
                    <a:pt x="58" y="228"/>
                    <a:pt x="129" y="22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81" name="Freeform 14"/>
            <p:cNvSpPr>
              <a:spLocks noChangeArrowheads="1"/>
            </p:cNvSpPr>
            <p:nvPr/>
          </p:nvSpPr>
          <p:spPr bwMode="auto">
            <a:xfrm>
              <a:off x="4211638" y="4200525"/>
              <a:ext cx="244475" cy="280988"/>
            </a:xfrm>
            <a:custGeom>
              <a:avLst/>
              <a:gdLst>
                <a:gd name="T0" fmla="*/ 676 w 677"/>
                <a:gd name="T1" fmla="*/ 174 h 781"/>
                <a:gd name="T2" fmla="*/ 676 w 677"/>
                <a:gd name="T3" fmla="*/ 12 h 781"/>
                <a:gd name="T4" fmla="*/ 663 w 677"/>
                <a:gd name="T5" fmla="*/ 12 h 781"/>
                <a:gd name="T6" fmla="*/ 564 w 677"/>
                <a:gd name="T7" fmla="*/ 4 h 781"/>
                <a:gd name="T8" fmla="*/ 348 w 677"/>
                <a:gd name="T9" fmla="*/ 158 h 781"/>
                <a:gd name="T10" fmla="*/ 348 w 677"/>
                <a:gd name="T11" fmla="*/ 0 h 781"/>
                <a:gd name="T12" fmla="*/ 331 w 677"/>
                <a:gd name="T13" fmla="*/ 0 h 781"/>
                <a:gd name="T14" fmla="*/ 0 w 677"/>
                <a:gd name="T15" fmla="*/ 54 h 781"/>
                <a:gd name="T16" fmla="*/ 0 w 677"/>
                <a:gd name="T17" fmla="*/ 112 h 781"/>
                <a:gd name="T18" fmla="*/ 12 w 677"/>
                <a:gd name="T19" fmla="*/ 112 h 781"/>
                <a:gd name="T20" fmla="*/ 141 w 677"/>
                <a:gd name="T21" fmla="*/ 236 h 781"/>
                <a:gd name="T22" fmla="*/ 141 w 677"/>
                <a:gd name="T23" fmla="*/ 780 h 781"/>
                <a:gd name="T24" fmla="*/ 348 w 677"/>
                <a:gd name="T25" fmla="*/ 780 h 781"/>
                <a:gd name="T26" fmla="*/ 348 w 677"/>
                <a:gd name="T27" fmla="*/ 390 h 781"/>
                <a:gd name="T28" fmla="*/ 568 w 677"/>
                <a:gd name="T29" fmla="*/ 170 h 781"/>
                <a:gd name="T30" fmla="*/ 643 w 677"/>
                <a:gd name="T31" fmla="*/ 183 h 781"/>
                <a:gd name="T32" fmla="*/ 676 w 677"/>
                <a:gd name="T33" fmla="*/ 191 h 781"/>
                <a:gd name="T34" fmla="*/ 676 w 677"/>
                <a:gd name="T35" fmla="*/ 174 h 7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77" h="781">
                  <a:moveTo>
                    <a:pt x="676" y="174"/>
                  </a:moveTo>
                  <a:lnTo>
                    <a:pt x="676" y="12"/>
                  </a:lnTo>
                  <a:lnTo>
                    <a:pt x="663" y="12"/>
                  </a:lnTo>
                  <a:cubicBezTo>
                    <a:pt x="630" y="8"/>
                    <a:pt x="593" y="4"/>
                    <a:pt x="564" y="4"/>
                  </a:cubicBezTo>
                  <a:cubicBezTo>
                    <a:pt x="443" y="4"/>
                    <a:pt x="381" y="91"/>
                    <a:pt x="348" y="158"/>
                  </a:cubicBezTo>
                  <a:cubicBezTo>
                    <a:pt x="348" y="95"/>
                    <a:pt x="348" y="0"/>
                    <a:pt x="348" y="0"/>
                  </a:cubicBezTo>
                  <a:lnTo>
                    <a:pt x="331" y="0"/>
                  </a:lnTo>
                  <a:lnTo>
                    <a:pt x="0" y="54"/>
                  </a:lnTo>
                  <a:lnTo>
                    <a:pt x="0" y="112"/>
                  </a:lnTo>
                  <a:lnTo>
                    <a:pt x="12" y="112"/>
                  </a:lnTo>
                  <a:cubicBezTo>
                    <a:pt x="116" y="116"/>
                    <a:pt x="141" y="137"/>
                    <a:pt x="141" y="236"/>
                  </a:cubicBezTo>
                  <a:lnTo>
                    <a:pt x="141" y="780"/>
                  </a:lnTo>
                  <a:lnTo>
                    <a:pt x="348" y="780"/>
                  </a:lnTo>
                  <a:lnTo>
                    <a:pt x="348" y="390"/>
                  </a:lnTo>
                  <a:cubicBezTo>
                    <a:pt x="348" y="324"/>
                    <a:pt x="369" y="170"/>
                    <a:pt x="568" y="170"/>
                  </a:cubicBezTo>
                  <a:cubicBezTo>
                    <a:pt x="593" y="170"/>
                    <a:pt x="618" y="178"/>
                    <a:pt x="643" y="183"/>
                  </a:cubicBezTo>
                  <a:lnTo>
                    <a:pt x="676" y="191"/>
                  </a:lnTo>
                  <a:lnTo>
                    <a:pt x="676" y="17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82" name="Freeform 15"/>
            <p:cNvSpPr>
              <a:spLocks noChangeArrowheads="1"/>
            </p:cNvSpPr>
            <p:nvPr/>
          </p:nvSpPr>
          <p:spPr bwMode="auto">
            <a:xfrm>
              <a:off x="4486275" y="4200525"/>
              <a:ext cx="266700" cy="287338"/>
            </a:xfrm>
            <a:custGeom>
              <a:avLst/>
              <a:gdLst>
                <a:gd name="T0" fmla="*/ 738 w 743"/>
                <a:gd name="T1" fmla="*/ 315 h 797"/>
                <a:gd name="T2" fmla="*/ 390 w 743"/>
                <a:gd name="T3" fmla="*/ 0 h 797"/>
                <a:gd name="T4" fmla="*/ 0 w 743"/>
                <a:gd name="T5" fmla="*/ 373 h 797"/>
                <a:gd name="T6" fmla="*/ 456 w 743"/>
                <a:gd name="T7" fmla="*/ 796 h 797"/>
                <a:gd name="T8" fmla="*/ 713 w 743"/>
                <a:gd name="T9" fmla="*/ 755 h 797"/>
                <a:gd name="T10" fmla="*/ 726 w 743"/>
                <a:gd name="T11" fmla="*/ 751 h 797"/>
                <a:gd name="T12" fmla="*/ 726 w 743"/>
                <a:gd name="T13" fmla="*/ 651 h 797"/>
                <a:gd name="T14" fmla="*/ 705 w 743"/>
                <a:gd name="T15" fmla="*/ 660 h 797"/>
                <a:gd name="T16" fmla="*/ 543 w 743"/>
                <a:gd name="T17" fmla="*/ 684 h 797"/>
                <a:gd name="T18" fmla="*/ 232 w 743"/>
                <a:gd name="T19" fmla="*/ 332 h 797"/>
                <a:gd name="T20" fmla="*/ 742 w 743"/>
                <a:gd name="T21" fmla="*/ 332 h 797"/>
                <a:gd name="T22" fmla="*/ 742 w 743"/>
                <a:gd name="T23" fmla="*/ 315 h 797"/>
                <a:gd name="T24" fmla="*/ 738 w 743"/>
                <a:gd name="T25" fmla="*/ 315 h 797"/>
                <a:gd name="T26" fmla="*/ 386 w 743"/>
                <a:gd name="T27" fmla="*/ 83 h 797"/>
                <a:gd name="T28" fmla="*/ 531 w 743"/>
                <a:gd name="T29" fmla="*/ 236 h 797"/>
                <a:gd name="T30" fmla="*/ 228 w 743"/>
                <a:gd name="T31" fmla="*/ 236 h 797"/>
                <a:gd name="T32" fmla="*/ 386 w 743"/>
                <a:gd name="T33" fmla="*/ 83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43" h="797">
                  <a:moveTo>
                    <a:pt x="738" y="315"/>
                  </a:moveTo>
                  <a:cubicBezTo>
                    <a:pt x="738" y="104"/>
                    <a:pt x="622" y="0"/>
                    <a:pt x="390" y="0"/>
                  </a:cubicBezTo>
                  <a:cubicBezTo>
                    <a:pt x="128" y="0"/>
                    <a:pt x="0" y="124"/>
                    <a:pt x="0" y="373"/>
                  </a:cubicBezTo>
                  <a:cubicBezTo>
                    <a:pt x="0" y="639"/>
                    <a:pt x="170" y="796"/>
                    <a:pt x="456" y="796"/>
                  </a:cubicBezTo>
                  <a:cubicBezTo>
                    <a:pt x="581" y="796"/>
                    <a:pt x="676" y="763"/>
                    <a:pt x="713" y="755"/>
                  </a:cubicBezTo>
                  <a:lnTo>
                    <a:pt x="726" y="751"/>
                  </a:lnTo>
                  <a:lnTo>
                    <a:pt x="726" y="651"/>
                  </a:lnTo>
                  <a:lnTo>
                    <a:pt x="705" y="660"/>
                  </a:lnTo>
                  <a:cubicBezTo>
                    <a:pt x="672" y="672"/>
                    <a:pt x="610" y="684"/>
                    <a:pt x="543" y="684"/>
                  </a:cubicBezTo>
                  <a:cubicBezTo>
                    <a:pt x="319" y="684"/>
                    <a:pt x="236" y="498"/>
                    <a:pt x="232" y="332"/>
                  </a:cubicBezTo>
                  <a:cubicBezTo>
                    <a:pt x="261" y="332"/>
                    <a:pt x="742" y="332"/>
                    <a:pt x="742" y="332"/>
                  </a:cubicBezTo>
                  <a:lnTo>
                    <a:pt x="742" y="315"/>
                  </a:lnTo>
                  <a:lnTo>
                    <a:pt x="738" y="315"/>
                  </a:lnTo>
                  <a:close/>
                  <a:moveTo>
                    <a:pt x="386" y="83"/>
                  </a:moveTo>
                  <a:cubicBezTo>
                    <a:pt x="498" y="83"/>
                    <a:pt x="527" y="166"/>
                    <a:pt x="531" y="236"/>
                  </a:cubicBezTo>
                  <a:cubicBezTo>
                    <a:pt x="506" y="236"/>
                    <a:pt x="257" y="236"/>
                    <a:pt x="228" y="236"/>
                  </a:cubicBezTo>
                  <a:cubicBezTo>
                    <a:pt x="232" y="183"/>
                    <a:pt x="269" y="83"/>
                    <a:pt x="386" y="8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83" name="Freeform 16"/>
            <p:cNvSpPr>
              <a:spLocks noChangeArrowheads="1"/>
            </p:cNvSpPr>
            <p:nvPr/>
          </p:nvSpPr>
          <p:spPr bwMode="auto">
            <a:xfrm>
              <a:off x="5210175" y="4071938"/>
              <a:ext cx="314325" cy="409575"/>
            </a:xfrm>
            <a:custGeom>
              <a:avLst/>
              <a:gdLst>
                <a:gd name="T0" fmla="*/ 634 w 872"/>
                <a:gd name="T1" fmla="*/ 357 h 1138"/>
                <a:gd name="T2" fmla="*/ 348 w 872"/>
                <a:gd name="T3" fmla="*/ 523 h 1138"/>
                <a:gd name="T4" fmla="*/ 348 w 872"/>
                <a:gd name="T5" fmla="*/ 0 h 1138"/>
                <a:gd name="T6" fmla="*/ 332 w 872"/>
                <a:gd name="T7" fmla="*/ 4 h 1138"/>
                <a:gd name="T8" fmla="*/ 0 w 872"/>
                <a:gd name="T9" fmla="*/ 46 h 1138"/>
                <a:gd name="T10" fmla="*/ 0 w 872"/>
                <a:gd name="T11" fmla="*/ 104 h 1138"/>
                <a:gd name="T12" fmla="*/ 16 w 872"/>
                <a:gd name="T13" fmla="*/ 104 h 1138"/>
                <a:gd name="T14" fmla="*/ 141 w 872"/>
                <a:gd name="T15" fmla="*/ 233 h 1138"/>
                <a:gd name="T16" fmla="*/ 141 w 872"/>
                <a:gd name="T17" fmla="*/ 1137 h 1138"/>
                <a:gd name="T18" fmla="*/ 348 w 872"/>
                <a:gd name="T19" fmla="*/ 1137 h 1138"/>
                <a:gd name="T20" fmla="*/ 348 w 872"/>
                <a:gd name="T21" fmla="*/ 747 h 1138"/>
                <a:gd name="T22" fmla="*/ 547 w 872"/>
                <a:gd name="T23" fmla="*/ 494 h 1138"/>
                <a:gd name="T24" fmla="*/ 663 w 872"/>
                <a:gd name="T25" fmla="*/ 660 h 1138"/>
                <a:gd name="T26" fmla="*/ 663 w 872"/>
                <a:gd name="T27" fmla="*/ 1137 h 1138"/>
                <a:gd name="T28" fmla="*/ 871 w 872"/>
                <a:gd name="T29" fmla="*/ 1137 h 1138"/>
                <a:gd name="T30" fmla="*/ 871 w 872"/>
                <a:gd name="T31" fmla="*/ 635 h 1138"/>
                <a:gd name="T32" fmla="*/ 634 w 872"/>
                <a:gd name="T33" fmla="*/ 357 h 1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2" h="1138">
                  <a:moveTo>
                    <a:pt x="634" y="357"/>
                  </a:moveTo>
                  <a:cubicBezTo>
                    <a:pt x="481" y="357"/>
                    <a:pt x="394" y="452"/>
                    <a:pt x="348" y="523"/>
                  </a:cubicBezTo>
                  <a:cubicBezTo>
                    <a:pt x="348" y="440"/>
                    <a:pt x="348" y="0"/>
                    <a:pt x="348" y="0"/>
                  </a:cubicBezTo>
                  <a:lnTo>
                    <a:pt x="332" y="4"/>
                  </a:lnTo>
                  <a:lnTo>
                    <a:pt x="0" y="46"/>
                  </a:lnTo>
                  <a:lnTo>
                    <a:pt x="0" y="104"/>
                  </a:lnTo>
                  <a:lnTo>
                    <a:pt x="16" y="104"/>
                  </a:lnTo>
                  <a:cubicBezTo>
                    <a:pt x="120" y="108"/>
                    <a:pt x="141" y="133"/>
                    <a:pt x="141" y="233"/>
                  </a:cubicBezTo>
                  <a:lnTo>
                    <a:pt x="141" y="1137"/>
                  </a:lnTo>
                  <a:lnTo>
                    <a:pt x="348" y="1137"/>
                  </a:lnTo>
                  <a:lnTo>
                    <a:pt x="348" y="747"/>
                  </a:lnTo>
                  <a:cubicBezTo>
                    <a:pt x="348" y="606"/>
                    <a:pt x="456" y="494"/>
                    <a:pt x="547" y="494"/>
                  </a:cubicBezTo>
                  <a:cubicBezTo>
                    <a:pt x="663" y="494"/>
                    <a:pt x="663" y="581"/>
                    <a:pt x="663" y="660"/>
                  </a:cubicBezTo>
                  <a:lnTo>
                    <a:pt x="663" y="1137"/>
                  </a:lnTo>
                  <a:lnTo>
                    <a:pt x="871" y="1137"/>
                  </a:lnTo>
                  <a:lnTo>
                    <a:pt x="871" y="635"/>
                  </a:lnTo>
                  <a:cubicBezTo>
                    <a:pt x="871" y="552"/>
                    <a:pt x="871" y="357"/>
                    <a:pt x="634" y="357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84" name="Freeform 17"/>
            <p:cNvSpPr>
              <a:spLocks noChangeArrowheads="1"/>
            </p:cNvSpPr>
            <p:nvPr/>
          </p:nvSpPr>
          <p:spPr bwMode="auto">
            <a:xfrm>
              <a:off x="5594350" y="4200525"/>
              <a:ext cx="266700" cy="287338"/>
            </a:xfrm>
            <a:custGeom>
              <a:avLst/>
              <a:gdLst>
                <a:gd name="T0" fmla="*/ 742 w 743"/>
                <a:gd name="T1" fmla="*/ 315 h 797"/>
                <a:gd name="T2" fmla="*/ 394 w 743"/>
                <a:gd name="T3" fmla="*/ 0 h 797"/>
                <a:gd name="T4" fmla="*/ 0 w 743"/>
                <a:gd name="T5" fmla="*/ 373 h 797"/>
                <a:gd name="T6" fmla="*/ 456 w 743"/>
                <a:gd name="T7" fmla="*/ 796 h 797"/>
                <a:gd name="T8" fmla="*/ 713 w 743"/>
                <a:gd name="T9" fmla="*/ 755 h 797"/>
                <a:gd name="T10" fmla="*/ 726 w 743"/>
                <a:gd name="T11" fmla="*/ 751 h 797"/>
                <a:gd name="T12" fmla="*/ 726 w 743"/>
                <a:gd name="T13" fmla="*/ 651 h 797"/>
                <a:gd name="T14" fmla="*/ 705 w 743"/>
                <a:gd name="T15" fmla="*/ 660 h 797"/>
                <a:gd name="T16" fmla="*/ 543 w 743"/>
                <a:gd name="T17" fmla="*/ 684 h 797"/>
                <a:gd name="T18" fmla="*/ 232 w 743"/>
                <a:gd name="T19" fmla="*/ 332 h 797"/>
                <a:gd name="T20" fmla="*/ 742 w 743"/>
                <a:gd name="T21" fmla="*/ 332 h 797"/>
                <a:gd name="T22" fmla="*/ 742 w 743"/>
                <a:gd name="T23" fmla="*/ 315 h 797"/>
                <a:gd name="T24" fmla="*/ 386 w 743"/>
                <a:gd name="T25" fmla="*/ 83 h 797"/>
                <a:gd name="T26" fmla="*/ 531 w 743"/>
                <a:gd name="T27" fmla="*/ 236 h 797"/>
                <a:gd name="T28" fmla="*/ 228 w 743"/>
                <a:gd name="T29" fmla="*/ 236 h 797"/>
                <a:gd name="T30" fmla="*/ 386 w 743"/>
                <a:gd name="T31" fmla="*/ 83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43" h="797">
                  <a:moveTo>
                    <a:pt x="742" y="315"/>
                  </a:moveTo>
                  <a:cubicBezTo>
                    <a:pt x="742" y="104"/>
                    <a:pt x="626" y="0"/>
                    <a:pt x="394" y="0"/>
                  </a:cubicBezTo>
                  <a:cubicBezTo>
                    <a:pt x="133" y="0"/>
                    <a:pt x="0" y="124"/>
                    <a:pt x="0" y="373"/>
                  </a:cubicBezTo>
                  <a:cubicBezTo>
                    <a:pt x="0" y="639"/>
                    <a:pt x="170" y="796"/>
                    <a:pt x="456" y="796"/>
                  </a:cubicBezTo>
                  <a:cubicBezTo>
                    <a:pt x="581" y="796"/>
                    <a:pt x="676" y="763"/>
                    <a:pt x="713" y="755"/>
                  </a:cubicBezTo>
                  <a:lnTo>
                    <a:pt x="726" y="751"/>
                  </a:lnTo>
                  <a:lnTo>
                    <a:pt x="726" y="651"/>
                  </a:lnTo>
                  <a:lnTo>
                    <a:pt x="705" y="660"/>
                  </a:lnTo>
                  <a:cubicBezTo>
                    <a:pt x="672" y="672"/>
                    <a:pt x="610" y="684"/>
                    <a:pt x="543" y="684"/>
                  </a:cubicBezTo>
                  <a:cubicBezTo>
                    <a:pt x="319" y="684"/>
                    <a:pt x="236" y="498"/>
                    <a:pt x="232" y="332"/>
                  </a:cubicBezTo>
                  <a:cubicBezTo>
                    <a:pt x="261" y="332"/>
                    <a:pt x="742" y="332"/>
                    <a:pt x="742" y="332"/>
                  </a:cubicBezTo>
                  <a:lnTo>
                    <a:pt x="742" y="315"/>
                  </a:lnTo>
                  <a:close/>
                  <a:moveTo>
                    <a:pt x="386" y="83"/>
                  </a:moveTo>
                  <a:cubicBezTo>
                    <a:pt x="498" y="83"/>
                    <a:pt x="527" y="166"/>
                    <a:pt x="531" y="236"/>
                  </a:cubicBezTo>
                  <a:cubicBezTo>
                    <a:pt x="506" y="236"/>
                    <a:pt x="257" y="236"/>
                    <a:pt x="228" y="236"/>
                  </a:cubicBezTo>
                  <a:cubicBezTo>
                    <a:pt x="236" y="183"/>
                    <a:pt x="270" y="83"/>
                    <a:pt x="386" y="8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85" name="Freeform 18"/>
            <p:cNvSpPr>
              <a:spLocks noChangeArrowheads="1"/>
            </p:cNvSpPr>
            <p:nvPr/>
          </p:nvSpPr>
          <p:spPr bwMode="auto">
            <a:xfrm>
              <a:off x="4964113" y="4121150"/>
              <a:ext cx="212725" cy="366713"/>
            </a:xfrm>
            <a:custGeom>
              <a:avLst/>
              <a:gdLst>
                <a:gd name="T0" fmla="*/ 141 w 589"/>
                <a:gd name="T1" fmla="*/ 237 h 1017"/>
                <a:gd name="T2" fmla="*/ 0 w 589"/>
                <a:gd name="T3" fmla="*/ 237 h 1017"/>
                <a:gd name="T4" fmla="*/ 0 w 589"/>
                <a:gd name="T5" fmla="*/ 328 h 1017"/>
                <a:gd name="T6" fmla="*/ 141 w 589"/>
                <a:gd name="T7" fmla="*/ 328 h 1017"/>
                <a:gd name="T8" fmla="*/ 141 w 589"/>
                <a:gd name="T9" fmla="*/ 797 h 1017"/>
                <a:gd name="T10" fmla="*/ 427 w 589"/>
                <a:gd name="T11" fmla="*/ 1016 h 1017"/>
                <a:gd name="T12" fmla="*/ 551 w 589"/>
                <a:gd name="T13" fmla="*/ 1004 h 1017"/>
                <a:gd name="T14" fmla="*/ 564 w 589"/>
                <a:gd name="T15" fmla="*/ 1004 h 1017"/>
                <a:gd name="T16" fmla="*/ 564 w 589"/>
                <a:gd name="T17" fmla="*/ 909 h 1017"/>
                <a:gd name="T18" fmla="*/ 547 w 589"/>
                <a:gd name="T19" fmla="*/ 913 h 1017"/>
                <a:gd name="T20" fmla="*/ 485 w 589"/>
                <a:gd name="T21" fmla="*/ 917 h 1017"/>
                <a:gd name="T22" fmla="*/ 352 w 589"/>
                <a:gd name="T23" fmla="*/ 772 h 1017"/>
                <a:gd name="T24" fmla="*/ 352 w 589"/>
                <a:gd name="T25" fmla="*/ 328 h 1017"/>
                <a:gd name="T26" fmla="*/ 588 w 589"/>
                <a:gd name="T27" fmla="*/ 328 h 1017"/>
                <a:gd name="T28" fmla="*/ 588 w 589"/>
                <a:gd name="T29" fmla="*/ 237 h 1017"/>
                <a:gd name="T30" fmla="*/ 352 w 589"/>
                <a:gd name="T31" fmla="*/ 237 h 1017"/>
                <a:gd name="T32" fmla="*/ 352 w 589"/>
                <a:gd name="T33" fmla="*/ 0 h 1017"/>
                <a:gd name="T34" fmla="*/ 141 w 589"/>
                <a:gd name="T35" fmla="*/ 0 h 1017"/>
                <a:gd name="T36" fmla="*/ 141 w 589"/>
                <a:gd name="T37" fmla="*/ 237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89" h="1017">
                  <a:moveTo>
                    <a:pt x="141" y="237"/>
                  </a:moveTo>
                  <a:lnTo>
                    <a:pt x="0" y="237"/>
                  </a:lnTo>
                  <a:lnTo>
                    <a:pt x="0" y="328"/>
                  </a:lnTo>
                  <a:lnTo>
                    <a:pt x="141" y="328"/>
                  </a:lnTo>
                  <a:lnTo>
                    <a:pt x="141" y="797"/>
                  </a:lnTo>
                  <a:cubicBezTo>
                    <a:pt x="141" y="1000"/>
                    <a:pt x="270" y="1016"/>
                    <a:pt x="427" y="1016"/>
                  </a:cubicBezTo>
                  <a:cubicBezTo>
                    <a:pt x="464" y="1016"/>
                    <a:pt x="505" y="1012"/>
                    <a:pt x="551" y="1004"/>
                  </a:cubicBezTo>
                  <a:lnTo>
                    <a:pt x="564" y="1004"/>
                  </a:lnTo>
                  <a:lnTo>
                    <a:pt x="564" y="909"/>
                  </a:lnTo>
                  <a:lnTo>
                    <a:pt x="547" y="913"/>
                  </a:lnTo>
                  <a:cubicBezTo>
                    <a:pt x="530" y="917"/>
                    <a:pt x="510" y="917"/>
                    <a:pt x="485" y="917"/>
                  </a:cubicBezTo>
                  <a:cubicBezTo>
                    <a:pt x="360" y="917"/>
                    <a:pt x="352" y="880"/>
                    <a:pt x="352" y="772"/>
                  </a:cubicBezTo>
                  <a:lnTo>
                    <a:pt x="352" y="328"/>
                  </a:lnTo>
                  <a:lnTo>
                    <a:pt x="588" y="328"/>
                  </a:lnTo>
                  <a:lnTo>
                    <a:pt x="588" y="237"/>
                  </a:lnTo>
                  <a:lnTo>
                    <a:pt x="352" y="237"/>
                  </a:lnTo>
                  <a:lnTo>
                    <a:pt x="352" y="0"/>
                  </a:lnTo>
                  <a:lnTo>
                    <a:pt x="141" y="0"/>
                  </a:lnTo>
                  <a:lnTo>
                    <a:pt x="141" y="237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86" name="Freeform 19"/>
            <p:cNvSpPr>
              <a:spLocks noChangeArrowheads="1"/>
            </p:cNvSpPr>
            <p:nvPr/>
          </p:nvSpPr>
          <p:spPr bwMode="auto">
            <a:xfrm>
              <a:off x="6049963" y="4087813"/>
              <a:ext cx="450850" cy="395287"/>
            </a:xfrm>
            <a:custGeom>
              <a:avLst/>
              <a:gdLst>
                <a:gd name="T0" fmla="*/ 1245 w 1254"/>
                <a:gd name="T1" fmla="*/ 0 h 1096"/>
                <a:gd name="T2" fmla="*/ 1033 w 1254"/>
                <a:gd name="T3" fmla="*/ 0 h 1096"/>
                <a:gd name="T4" fmla="*/ 1033 w 1254"/>
                <a:gd name="T5" fmla="*/ 829 h 1096"/>
                <a:gd name="T6" fmla="*/ 485 w 1254"/>
                <a:gd name="T7" fmla="*/ 0 h 1096"/>
                <a:gd name="T8" fmla="*/ 0 w 1254"/>
                <a:gd name="T9" fmla="*/ 0 h 1096"/>
                <a:gd name="T10" fmla="*/ 0 w 1254"/>
                <a:gd name="T11" fmla="*/ 62 h 1096"/>
                <a:gd name="T12" fmla="*/ 42 w 1254"/>
                <a:gd name="T13" fmla="*/ 70 h 1096"/>
                <a:gd name="T14" fmla="*/ 178 w 1254"/>
                <a:gd name="T15" fmla="*/ 220 h 1096"/>
                <a:gd name="T16" fmla="*/ 178 w 1254"/>
                <a:gd name="T17" fmla="*/ 1095 h 1096"/>
                <a:gd name="T18" fmla="*/ 403 w 1254"/>
                <a:gd name="T19" fmla="*/ 1095 h 1096"/>
                <a:gd name="T20" fmla="*/ 403 w 1254"/>
                <a:gd name="T21" fmla="*/ 228 h 1096"/>
                <a:gd name="T22" fmla="*/ 975 w 1254"/>
                <a:gd name="T23" fmla="*/ 1095 h 1096"/>
                <a:gd name="T24" fmla="*/ 1253 w 1254"/>
                <a:gd name="T25" fmla="*/ 1095 h 1096"/>
                <a:gd name="T26" fmla="*/ 1253 w 1254"/>
                <a:gd name="T27" fmla="*/ 0 h 1096"/>
                <a:gd name="T28" fmla="*/ 1245 w 1254"/>
                <a:gd name="T29" fmla="*/ 0 h 10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54" h="1096">
                  <a:moveTo>
                    <a:pt x="1245" y="0"/>
                  </a:moveTo>
                  <a:lnTo>
                    <a:pt x="1033" y="0"/>
                  </a:lnTo>
                  <a:cubicBezTo>
                    <a:pt x="1033" y="0"/>
                    <a:pt x="1033" y="751"/>
                    <a:pt x="1033" y="829"/>
                  </a:cubicBezTo>
                  <a:cubicBezTo>
                    <a:pt x="992" y="763"/>
                    <a:pt x="485" y="0"/>
                    <a:pt x="485" y="0"/>
                  </a:cubicBezTo>
                  <a:lnTo>
                    <a:pt x="0" y="0"/>
                  </a:lnTo>
                  <a:lnTo>
                    <a:pt x="0" y="62"/>
                  </a:lnTo>
                  <a:lnTo>
                    <a:pt x="42" y="70"/>
                  </a:lnTo>
                  <a:cubicBezTo>
                    <a:pt x="170" y="91"/>
                    <a:pt x="178" y="95"/>
                    <a:pt x="178" y="220"/>
                  </a:cubicBezTo>
                  <a:lnTo>
                    <a:pt x="178" y="1095"/>
                  </a:lnTo>
                  <a:lnTo>
                    <a:pt x="403" y="1095"/>
                  </a:lnTo>
                  <a:cubicBezTo>
                    <a:pt x="403" y="1095"/>
                    <a:pt x="403" y="307"/>
                    <a:pt x="403" y="228"/>
                  </a:cubicBezTo>
                  <a:cubicBezTo>
                    <a:pt x="448" y="294"/>
                    <a:pt x="975" y="1095"/>
                    <a:pt x="975" y="1095"/>
                  </a:cubicBezTo>
                  <a:lnTo>
                    <a:pt x="1253" y="1095"/>
                  </a:lnTo>
                  <a:lnTo>
                    <a:pt x="1253" y="0"/>
                  </a:lnTo>
                  <a:lnTo>
                    <a:pt x="124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87" name="Freeform 20"/>
            <p:cNvSpPr>
              <a:spLocks noChangeArrowheads="1"/>
            </p:cNvSpPr>
            <p:nvPr/>
          </p:nvSpPr>
          <p:spPr bwMode="auto">
            <a:xfrm>
              <a:off x="6573838" y="4200525"/>
              <a:ext cx="266700" cy="287338"/>
            </a:xfrm>
            <a:custGeom>
              <a:avLst/>
              <a:gdLst>
                <a:gd name="T0" fmla="*/ 390 w 740"/>
                <a:gd name="T1" fmla="*/ 0 h 797"/>
                <a:gd name="T2" fmla="*/ 0 w 740"/>
                <a:gd name="T3" fmla="*/ 373 h 797"/>
                <a:gd name="T4" fmla="*/ 456 w 740"/>
                <a:gd name="T5" fmla="*/ 796 h 797"/>
                <a:gd name="T6" fmla="*/ 714 w 740"/>
                <a:gd name="T7" fmla="*/ 755 h 797"/>
                <a:gd name="T8" fmla="*/ 726 w 740"/>
                <a:gd name="T9" fmla="*/ 751 h 797"/>
                <a:gd name="T10" fmla="*/ 726 w 740"/>
                <a:gd name="T11" fmla="*/ 651 h 797"/>
                <a:gd name="T12" fmla="*/ 705 w 740"/>
                <a:gd name="T13" fmla="*/ 660 h 797"/>
                <a:gd name="T14" fmla="*/ 539 w 740"/>
                <a:gd name="T15" fmla="*/ 684 h 797"/>
                <a:gd name="T16" fmla="*/ 228 w 740"/>
                <a:gd name="T17" fmla="*/ 332 h 797"/>
                <a:gd name="T18" fmla="*/ 739 w 740"/>
                <a:gd name="T19" fmla="*/ 332 h 797"/>
                <a:gd name="T20" fmla="*/ 739 w 740"/>
                <a:gd name="T21" fmla="*/ 315 h 797"/>
                <a:gd name="T22" fmla="*/ 390 w 740"/>
                <a:gd name="T23" fmla="*/ 0 h 797"/>
                <a:gd name="T24" fmla="*/ 386 w 740"/>
                <a:gd name="T25" fmla="*/ 83 h 797"/>
                <a:gd name="T26" fmla="*/ 531 w 740"/>
                <a:gd name="T27" fmla="*/ 236 h 797"/>
                <a:gd name="T28" fmla="*/ 228 w 740"/>
                <a:gd name="T29" fmla="*/ 236 h 797"/>
                <a:gd name="T30" fmla="*/ 386 w 740"/>
                <a:gd name="T31" fmla="*/ 83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40" h="797">
                  <a:moveTo>
                    <a:pt x="390" y="0"/>
                  </a:moveTo>
                  <a:cubicBezTo>
                    <a:pt x="129" y="0"/>
                    <a:pt x="0" y="124"/>
                    <a:pt x="0" y="373"/>
                  </a:cubicBezTo>
                  <a:cubicBezTo>
                    <a:pt x="0" y="639"/>
                    <a:pt x="170" y="796"/>
                    <a:pt x="456" y="796"/>
                  </a:cubicBezTo>
                  <a:cubicBezTo>
                    <a:pt x="581" y="796"/>
                    <a:pt x="676" y="767"/>
                    <a:pt x="714" y="755"/>
                  </a:cubicBezTo>
                  <a:lnTo>
                    <a:pt x="726" y="751"/>
                  </a:lnTo>
                  <a:lnTo>
                    <a:pt x="726" y="651"/>
                  </a:lnTo>
                  <a:lnTo>
                    <a:pt x="705" y="660"/>
                  </a:lnTo>
                  <a:cubicBezTo>
                    <a:pt x="672" y="672"/>
                    <a:pt x="610" y="684"/>
                    <a:pt x="539" y="684"/>
                  </a:cubicBezTo>
                  <a:cubicBezTo>
                    <a:pt x="315" y="684"/>
                    <a:pt x="232" y="498"/>
                    <a:pt x="228" y="332"/>
                  </a:cubicBezTo>
                  <a:lnTo>
                    <a:pt x="739" y="332"/>
                  </a:lnTo>
                  <a:lnTo>
                    <a:pt x="739" y="315"/>
                  </a:lnTo>
                  <a:cubicBezTo>
                    <a:pt x="739" y="104"/>
                    <a:pt x="622" y="0"/>
                    <a:pt x="390" y="0"/>
                  </a:cubicBezTo>
                  <a:close/>
                  <a:moveTo>
                    <a:pt x="386" y="83"/>
                  </a:moveTo>
                  <a:cubicBezTo>
                    <a:pt x="498" y="83"/>
                    <a:pt x="527" y="162"/>
                    <a:pt x="531" y="236"/>
                  </a:cubicBezTo>
                  <a:lnTo>
                    <a:pt x="228" y="236"/>
                  </a:lnTo>
                  <a:cubicBezTo>
                    <a:pt x="232" y="187"/>
                    <a:pt x="270" y="83"/>
                    <a:pt x="386" y="8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88" name="Freeform 21"/>
            <p:cNvSpPr>
              <a:spLocks noChangeArrowheads="1"/>
            </p:cNvSpPr>
            <p:nvPr/>
          </p:nvSpPr>
          <p:spPr bwMode="auto">
            <a:xfrm>
              <a:off x="7204075" y="4121150"/>
              <a:ext cx="212725" cy="366713"/>
            </a:xfrm>
            <a:custGeom>
              <a:avLst/>
              <a:gdLst>
                <a:gd name="T0" fmla="*/ 141 w 590"/>
                <a:gd name="T1" fmla="*/ 237 h 1017"/>
                <a:gd name="T2" fmla="*/ 0 w 590"/>
                <a:gd name="T3" fmla="*/ 237 h 1017"/>
                <a:gd name="T4" fmla="*/ 0 w 590"/>
                <a:gd name="T5" fmla="*/ 328 h 1017"/>
                <a:gd name="T6" fmla="*/ 141 w 590"/>
                <a:gd name="T7" fmla="*/ 328 h 1017"/>
                <a:gd name="T8" fmla="*/ 141 w 590"/>
                <a:gd name="T9" fmla="*/ 797 h 1017"/>
                <a:gd name="T10" fmla="*/ 427 w 590"/>
                <a:gd name="T11" fmla="*/ 1016 h 1017"/>
                <a:gd name="T12" fmla="*/ 551 w 590"/>
                <a:gd name="T13" fmla="*/ 1004 h 1017"/>
                <a:gd name="T14" fmla="*/ 564 w 590"/>
                <a:gd name="T15" fmla="*/ 1004 h 1017"/>
                <a:gd name="T16" fmla="*/ 564 w 590"/>
                <a:gd name="T17" fmla="*/ 909 h 1017"/>
                <a:gd name="T18" fmla="*/ 547 w 590"/>
                <a:gd name="T19" fmla="*/ 913 h 1017"/>
                <a:gd name="T20" fmla="*/ 485 w 590"/>
                <a:gd name="T21" fmla="*/ 917 h 1017"/>
                <a:gd name="T22" fmla="*/ 352 w 590"/>
                <a:gd name="T23" fmla="*/ 772 h 1017"/>
                <a:gd name="T24" fmla="*/ 352 w 590"/>
                <a:gd name="T25" fmla="*/ 328 h 1017"/>
                <a:gd name="T26" fmla="*/ 589 w 590"/>
                <a:gd name="T27" fmla="*/ 328 h 1017"/>
                <a:gd name="T28" fmla="*/ 589 w 590"/>
                <a:gd name="T29" fmla="*/ 237 h 1017"/>
                <a:gd name="T30" fmla="*/ 352 w 590"/>
                <a:gd name="T31" fmla="*/ 237 h 1017"/>
                <a:gd name="T32" fmla="*/ 352 w 590"/>
                <a:gd name="T33" fmla="*/ 0 h 1017"/>
                <a:gd name="T34" fmla="*/ 141 w 590"/>
                <a:gd name="T35" fmla="*/ 0 h 1017"/>
                <a:gd name="T36" fmla="*/ 141 w 590"/>
                <a:gd name="T37" fmla="*/ 237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0" h="1017">
                  <a:moveTo>
                    <a:pt x="141" y="237"/>
                  </a:moveTo>
                  <a:lnTo>
                    <a:pt x="0" y="237"/>
                  </a:lnTo>
                  <a:lnTo>
                    <a:pt x="0" y="328"/>
                  </a:lnTo>
                  <a:lnTo>
                    <a:pt x="141" y="328"/>
                  </a:lnTo>
                  <a:lnTo>
                    <a:pt x="141" y="797"/>
                  </a:lnTo>
                  <a:cubicBezTo>
                    <a:pt x="141" y="1000"/>
                    <a:pt x="269" y="1016"/>
                    <a:pt x="427" y="1016"/>
                  </a:cubicBezTo>
                  <a:cubicBezTo>
                    <a:pt x="464" y="1016"/>
                    <a:pt x="506" y="1012"/>
                    <a:pt x="551" y="1004"/>
                  </a:cubicBezTo>
                  <a:lnTo>
                    <a:pt x="564" y="1004"/>
                  </a:lnTo>
                  <a:lnTo>
                    <a:pt x="564" y="909"/>
                  </a:lnTo>
                  <a:lnTo>
                    <a:pt x="547" y="913"/>
                  </a:lnTo>
                  <a:cubicBezTo>
                    <a:pt x="531" y="917"/>
                    <a:pt x="510" y="917"/>
                    <a:pt x="485" y="917"/>
                  </a:cubicBezTo>
                  <a:cubicBezTo>
                    <a:pt x="361" y="917"/>
                    <a:pt x="352" y="880"/>
                    <a:pt x="352" y="772"/>
                  </a:cubicBezTo>
                  <a:lnTo>
                    <a:pt x="352" y="328"/>
                  </a:lnTo>
                  <a:lnTo>
                    <a:pt x="589" y="328"/>
                  </a:lnTo>
                  <a:lnTo>
                    <a:pt x="589" y="237"/>
                  </a:lnTo>
                  <a:lnTo>
                    <a:pt x="352" y="237"/>
                  </a:lnTo>
                  <a:lnTo>
                    <a:pt x="352" y="0"/>
                  </a:lnTo>
                  <a:lnTo>
                    <a:pt x="141" y="0"/>
                  </a:lnTo>
                  <a:lnTo>
                    <a:pt x="141" y="237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89" name="Freeform 22"/>
            <p:cNvSpPr>
              <a:spLocks noChangeArrowheads="1"/>
            </p:cNvSpPr>
            <p:nvPr/>
          </p:nvSpPr>
          <p:spPr bwMode="auto">
            <a:xfrm>
              <a:off x="6850063" y="4206875"/>
              <a:ext cx="331787" cy="274638"/>
            </a:xfrm>
            <a:custGeom>
              <a:avLst/>
              <a:gdLst>
                <a:gd name="T0" fmla="*/ 705 w 921"/>
                <a:gd name="T1" fmla="*/ 248 h 764"/>
                <a:gd name="T2" fmla="*/ 920 w 921"/>
                <a:gd name="T3" fmla="*/ 0 h 764"/>
                <a:gd name="T4" fmla="*/ 701 w 921"/>
                <a:gd name="T5" fmla="*/ 0 h 764"/>
                <a:gd name="T6" fmla="*/ 497 w 921"/>
                <a:gd name="T7" fmla="*/ 236 h 764"/>
                <a:gd name="T8" fmla="*/ 319 w 921"/>
                <a:gd name="T9" fmla="*/ 0 h 764"/>
                <a:gd name="T10" fmla="*/ 0 w 921"/>
                <a:gd name="T11" fmla="*/ 0 h 764"/>
                <a:gd name="T12" fmla="*/ 0 w 921"/>
                <a:gd name="T13" fmla="*/ 62 h 764"/>
                <a:gd name="T14" fmla="*/ 12 w 921"/>
                <a:gd name="T15" fmla="*/ 62 h 764"/>
                <a:gd name="T16" fmla="*/ 211 w 921"/>
                <a:gd name="T17" fmla="*/ 178 h 764"/>
                <a:gd name="T18" fmla="*/ 344 w 921"/>
                <a:gd name="T19" fmla="*/ 352 h 764"/>
                <a:gd name="T20" fmla="*/ 128 w 921"/>
                <a:gd name="T21" fmla="*/ 601 h 764"/>
                <a:gd name="T22" fmla="*/ 348 w 921"/>
                <a:gd name="T23" fmla="*/ 601 h 764"/>
                <a:gd name="T24" fmla="*/ 443 w 921"/>
                <a:gd name="T25" fmla="*/ 489 h 764"/>
                <a:gd name="T26" fmla="*/ 651 w 921"/>
                <a:gd name="T27" fmla="*/ 763 h 764"/>
                <a:gd name="T28" fmla="*/ 900 w 921"/>
                <a:gd name="T29" fmla="*/ 763 h 764"/>
                <a:gd name="T30" fmla="*/ 506 w 921"/>
                <a:gd name="T31" fmla="*/ 248 h 764"/>
                <a:gd name="T32" fmla="*/ 705 w 921"/>
                <a:gd name="T33" fmla="*/ 248 h 7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21" h="764">
                  <a:moveTo>
                    <a:pt x="705" y="248"/>
                  </a:moveTo>
                  <a:lnTo>
                    <a:pt x="920" y="0"/>
                  </a:lnTo>
                  <a:lnTo>
                    <a:pt x="701" y="0"/>
                  </a:lnTo>
                  <a:lnTo>
                    <a:pt x="497" y="236"/>
                  </a:lnTo>
                  <a:lnTo>
                    <a:pt x="319" y="0"/>
                  </a:lnTo>
                  <a:lnTo>
                    <a:pt x="0" y="0"/>
                  </a:lnTo>
                  <a:lnTo>
                    <a:pt x="0" y="62"/>
                  </a:lnTo>
                  <a:lnTo>
                    <a:pt x="12" y="62"/>
                  </a:lnTo>
                  <a:cubicBezTo>
                    <a:pt x="120" y="70"/>
                    <a:pt x="145" y="87"/>
                    <a:pt x="211" y="178"/>
                  </a:cubicBezTo>
                  <a:lnTo>
                    <a:pt x="344" y="352"/>
                  </a:lnTo>
                  <a:lnTo>
                    <a:pt x="128" y="601"/>
                  </a:lnTo>
                  <a:lnTo>
                    <a:pt x="348" y="601"/>
                  </a:lnTo>
                  <a:lnTo>
                    <a:pt x="443" y="489"/>
                  </a:lnTo>
                  <a:lnTo>
                    <a:pt x="651" y="763"/>
                  </a:lnTo>
                  <a:lnTo>
                    <a:pt x="900" y="763"/>
                  </a:lnTo>
                  <a:lnTo>
                    <a:pt x="506" y="248"/>
                  </a:lnTo>
                  <a:lnTo>
                    <a:pt x="705" y="24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90" name="Freeform 23"/>
            <p:cNvSpPr>
              <a:spLocks noChangeArrowheads="1"/>
            </p:cNvSpPr>
            <p:nvPr/>
          </p:nvSpPr>
          <p:spPr bwMode="auto">
            <a:xfrm>
              <a:off x="7175500" y="4010025"/>
              <a:ext cx="176213" cy="111125"/>
            </a:xfrm>
            <a:custGeom>
              <a:avLst/>
              <a:gdLst>
                <a:gd name="T0" fmla="*/ 224 w 490"/>
                <a:gd name="T1" fmla="*/ 307 h 308"/>
                <a:gd name="T2" fmla="*/ 0 w 490"/>
                <a:gd name="T3" fmla="*/ 307 h 308"/>
                <a:gd name="T4" fmla="*/ 269 w 490"/>
                <a:gd name="T5" fmla="*/ 0 h 308"/>
                <a:gd name="T6" fmla="*/ 489 w 490"/>
                <a:gd name="T7" fmla="*/ 0 h 308"/>
                <a:gd name="T8" fmla="*/ 224 w 490"/>
                <a:gd name="T9" fmla="*/ 307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0" h="308">
                  <a:moveTo>
                    <a:pt x="224" y="307"/>
                  </a:moveTo>
                  <a:lnTo>
                    <a:pt x="0" y="307"/>
                  </a:lnTo>
                  <a:lnTo>
                    <a:pt x="269" y="0"/>
                  </a:lnTo>
                  <a:lnTo>
                    <a:pt x="489" y="0"/>
                  </a:lnTo>
                  <a:lnTo>
                    <a:pt x="224" y="307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D3028D0E-040E-FD43-82A3-4BE0AEE6984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5952" y="1571934"/>
            <a:ext cx="6926568" cy="695773"/>
          </a:xfrm>
          <a:prstGeom prst="rect">
            <a:avLst/>
          </a:prstGeom>
          <a:effectLst/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4400" b="1" cap="none" baseline="0"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Divider Slide</a:t>
            </a:r>
          </a:p>
        </p:txBody>
      </p:sp>
    </p:spTree>
    <p:extLst>
      <p:ext uri="{BB962C8B-B14F-4D97-AF65-F5344CB8AC3E}">
        <p14:creationId xmlns:p14="http://schemas.microsoft.com/office/powerpoint/2010/main" val="2061912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264160" y="53113"/>
            <a:ext cx="7051040" cy="732441"/>
          </a:xfrm>
          <a:prstGeom prst="rect">
            <a:avLst/>
          </a:prstGeom>
        </p:spPr>
        <p:txBody>
          <a:bodyPr vert="horz" lIns="91440" tIns="0" rIns="91440" bIns="0" rtlCol="0" anchor="ctr">
            <a:normAutofit/>
          </a:bodyPr>
          <a:lstStyle/>
          <a:p>
            <a:pPr lvl="0"/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70740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53"/>
          <p:cNvSpPr>
            <a:spLocks noGrp="1"/>
          </p:cNvSpPr>
          <p:nvPr>
            <p:ph idx="1" hasCustomPrompt="1"/>
          </p:nvPr>
        </p:nvSpPr>
        <p:spPr>
          <a:xfrm>
            <a:off x="264160" y="885801"/>
            <a:ext cx="8584006" cy="177587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5pPr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264160" y="53113"/>
            <a:ext cx="7051040" cy="732441"/>
          </a:xfrm>
          <a:prstGeom prst="rect">
            <a:avLst/>
          </a:prstGeom>
        </p:spPr>
        <p:txBody>
          <a:bodyPr vert="horz" lIns="91440" tIns="0" rIns="91440" bIns="0" rtlCol="0" anchor="ctr">
            <a:normAutofit/>
          </a:bodyPr>
          <a:lstStyle/>
          <a:p>
            <a:pPr lvl="0"/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268113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3A425563-2215-A545-AC78-CBE75ED153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42892" y="0"/>
            <a:ext cx="3201108" cy="5157216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DC087B14-6753-6F4D-B0BE-B2E45CBD35B4}"/>
              </a:ext>
            </a:extLst>
          </p:cNvPr>
          <p:cNvSpPr/>
          <p:nvPr userDrawn="1"/>
        </p:nvSpPr>
        <p:spPr>
          <a:xfrm>
            <a:off x="-1" y="0"/>
            <a:ext cx="5942893" cy="5157216"/>
          </a:xfrm>
          <a:prstGeom prst="rect">
            <a:avLst/>
          </a:prstGeom>
          <a:gradFill flip="none" rotWithShape="1">
            <a:gsLst>
              <a:gs pos="0">
                <a:schemeClr val="tx2"/>
              </a:gs>
              <a:gs pos="66000">
                <a:srgbClr val="051C2C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57" name="Title 1"/>
          <p:cNvSpPr>
            <a:spLocks noGrp="1"/>
          </p:cNvSpPr>
          <p:nvPr>
            <p:ph type="ctrTitle" hasCustomPrompt="1"/>
          </p:nvPr>
        </p:nvSpPr>
        <p:spPr>
          <a:xfrm>
            <a:off x="681348" y="1407160"/>
            <a:ext cx="5148359" cy="728377"/>
          </a:xfrm>
          <a:prstGeom prst="rect">
            <a:avLst/>
          </a:prstGeom>
          <a:effectLst/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4400" b="1" cap="none" baseline="0"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11" y="4915450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111F478C-84AE-4601-9BE4-60468A3A6C06}" type="slidenum">
              <a:rPr lang="en-US" sz="800" smtClean="0">
                <a:solidFill>
                  <a:prstClr val="white">
                    <a:alpha val="50000"/>
                  </a:prstClr>
                </a:solidFill>
                <a:latin typeface="Arial"/>
              </a:rPr>
              <a:pPr/>
              <a:t>‹#›</a:t>
            </a:fld>
            <a:endParaRPr lang="en-US" sz="800" dirty="0">
              <a:solidFill>
                <a:prstClr val="white">
                  <a:alpha val="50000"/>
                </a:prstClr>
              </a:solidFill>
              <a:latin typeface="Arial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F6F85EA-1CAA-F34C-8631-AB308554EFA3}"/>
              </a:ext>
            </a:extLst>
          </p:cNvPr>
          <p:cNvSpPr txBox="1"/>
          <p:nvPr userDrawn="1"/>
        </p:nvSpPr>
        <p:spPr>
          <a:xfrm>
            <a:off x="1611" y="4915450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111F478C-84AE-4601-9BE4-60468A3A6C06}" type="slidenum">
              <a:rPr lang="en-US" sz="800" smtClean="0">
                <a:solidFill>
                  <a:prstClr val="white">
                    <a:alpha val="50000"/>
                  </a:prstClr>
                </a:solidFill>
                <a:latin typeface="Arial"/>
              </a:rPr>
              <a:pPr/>
              <a:t>‹#›</a:t>
            </a:fld>
            <a:endParaRPr lang="en-US" sz="800" dirty="0">
              <a:solidFill>
                <a:prstClr val="white">
                  <a:alpha val="50000"/>
                </a:prstClr>
              </a:solidFill>
              <a:latin typeface="Arial"/>
            </a:endParaRPr>
          </a:p>
        </p:txBody>
      </p:sp>
      <p:pic>
        <p:nvPicPr>
          <p:cNvPr id="69" name="Graphic 68">
            <a:extLst>
              <a:ext uri="{FF2B5EF4-FFF2-40B4-BE49-F238E27FC236}">
                <a16:creationId xmlns:a16="http://schemas.microsoft.com/office/drawing/2014/main" id="{7CBF5BC0-8976-8B43-AA6F-BF4941E8F94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316" y="1407160"/>
            <a:ext cx="562508" cy="3750056"/>
          </a:xfrm>
          <a:prstGeom prst="rect">
            <a:avLst/>
          </a:prstGeom>
        </p:spPr>
      </p:pic>
      <p:sp>
        <p:nvSpPr>
          <p:cNvPr id="56" name="Rectangle 55">
            <a:extLst>
              <a:ext uri="{FF2B5EF4-FFF2-40B4-BE49-F238E27FC236}">
                <a16:creationId xmlns:a16="http://schemas.microsoft.com/office/drawing/2014/main" id="{CD6BCA33-D7A5-4891-96B2-E8636DA1873D}"/>
              </a:ext>
            </a:extLst>
          </p:cNvPr>
          <p:cNvSpPr/>
          <p:nvPr userDrawn="1"/>
        </p:nvSpPr>
        <p:spPr>
          <a:xfrm>
            <a:off x="5942892" y="0"/>
            <a:ext cx="3201108" cy="5157216"/>
          </a:xfrm>
          <a:prstGeom prst="rect">
            <a:avLst/>
          </a:prstGeom>
          <a:gradFill flip="none" rotWithShape="1">
            <a:gsLst>
              <a:gs pos="71000">
                <a:schemeClr val="tx2">
                  <a:alpha val="0"/>
                </a:schemeClr>
              </a:gs>
              <a:gs pos="100000">
                <a:schemeClr val="tx2">
                  <a:alpha val="65000"/>
                </a:schemeClr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BA9705C7-879A-4C10-86A8-EB2243F6CACF}"/>
              </a:ext>
            </a:extLst>
          </p:cNvPr>
          <p:cNvGrpSpPr/>
          <p:nvPr userDrawn="1"/>
        </p:nvGrpSpPr>
        <p:grpSpPr>
          <a:xfrm>
            <a:off x="6641794" y="225821"/>
            <a:ext cx="2462534" cy="4900844"/>
            <a:chOff x="6641794" y="225821"/>
            <a:chExt cx="2462534" cy="4900844"/>
          </a:xfrm>
        </p:grpSpPr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38B080BC-AFF4-4C0A-A6A5-1FECEEFB4A6E}"/>
                </a:ext>
              </a:extLst>
            </p:cNvPr>
            <p:cNvGrpSpPr/>
            <p:nvPr userDrawn="1"/>
          </p:nvGrpSpPr>
          <p:grpSpPr>
            <a:xfrm>
              <a:off x="7684916" y="225821"/>
              <a:ext cx="1247901" cy="356665"/>
              <a:chOff x="2751138" y="3262313"/>
              <a:chExt cx="4665662" cy="1333500"/>
            </a:xfrm>
            <a:solidFill>
              <a:schemeClr val="bg1"/>
            </a:solidFill>
          </p:grpSpPr>
          <p:sp>
            <p:nvSpPr>
              <p:cNvPr id="71" name="Freeform 1">
                <a:extLst>
                  <a:ext uri="{FF2B5EF4-FFF2-40B4-BE49-F238E27FC236}">
                    <a16:creationId xmlns:a16="http://schemas.microsoft.com/office/drawing/2014/main" id="{317C8E6C-0FDA-4E31-ABE6-8A21E9E115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0138" y="3275013"/>
                <a:ext cx="673100" cy="631825"/>
              </a:xfrm>
              <a:custGeom>
                <a:avLst/>
                <a:gdLst>
                  <a:gd name="T0" fmla="*/ 465 w 1868"/>
                  <a:gd name="T1" fmla="*/ 0 h 1755"/>
                  <a:gd name="T2" fmla="*/ 465 w 1868"/>
                  <a:gd name="T3" fmla="*/ 700 h 1755"/>
                  <a:gd name="T4" fmla="*/ 1402 w 1868"/>
                  <a:gd name="T5" fmla="*/ 700 h 1755"/>
                  <a:gd name="T6" fmla="*/ 1402 w 1868"/>
                  <a:gd name="T7" fmla="*/ 0 h 1755"/>
                  <a:gd name="T8" fmla="*/ 1867 w 1868"/>
                  <a:gd name="T9" fmla="*/ 0 h 1755"/>
                  <a:gd name="T10" fmla="*/ 1867 w 1868"/>
                  <a:gd name="T11" fmla="*/ 1754 h 1755"/>
                  <a:gd name="T12" fmla="*/ 1402 w 1868"/>
                  <a:gd name="T13" fmla="*/ 1754 h 1755"/>
                  <a:gd name="T14" fmla="*/ 1402 w 1868"/>
                  <a:gd name="T15" fmla="*/ 983 h 1755"/>
                  <a:gd name="T16" fmla="*/ 465 w 1868"/>
                  <a:gd name="T17" fmla="*/ 983 h 1755"/>
                  <a:gd name="T18" fmla="*/ 465 w 1868"/>
                  <a:gd name="T19" fmla="*/ 1754 h 1755"/>
                  <a:gd name="T20" fmla="*/ 0 w 1868"/>
                  <a:gd name="T21" fmla="*/ 1754 h 1755"/>
                  <a:gd name="T22" fmla="*/ 0 w 1868"/>
                  <a:gd name="T23" fmla="*/ 0 h 1755"/>
                  <a:gd name="T24" fmla="*/ 465 w 1868"/>
                  <a:gd name="T25" fmla="*/ 0 h 17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68" h="1755">
                    <a:moveTo>
                      <a:pt x="465" y="0"/>
                    </a:moveTo>
                    <a:cubicBezTo>
                      <a:pt x="465" y="0"/>
                      <a:pt x="465" y="705"/>
                      <a:pt x="465" y="700"/>
                    </a:cubicBezTo>
                    <a:lnTo>
                      <a:pt x="1402" y="700"/>
                    </a:lnTo>
                    <a:cubicBezTo>
                      <a:pt x="1402" y="705"/>
                      <a:pt x="1402" y="0"/>
                      <a:pt x="1402" y="0"/>
                    </a:cubicBezTo>
                    <a:cubicBezTo>
                      <a:pt x="1402" y="0"/>
                      <a:pt x="1863" y="0"/>
                      <a:pt x="1867" y="0"/>
                    </a:cubicBezTo>
                    <a:cubicBezTo>
                      <a:pt x="1867" y="0"/>
                      <a:pt x="1867" y="1750"/>
                      <a:pt x="1867" y="1754"/>
                    </a:cubicBezTo>
                    <a:lnTo>
                      <a:pt x="1402" y="1754"/>
                    </a:lnTo>
                    <a:cubicBezTo>
                      <a:pt x="1402" y="1754"/>
                      <a:pt x="1402" y="987"/>
                      <a:pt x="1402" y="983"/>
                    </a:cubicBezTo>
                    <a:cubicBezTo>
                      <a:pt x="1402" y="987"/>
                      <a:pt x="465" y="983"/>
                      <a:pt x="465" y="983"/>
                    </a:cubicBezTo>
                    <a:cubicBezTo>
                      <a:pt x="465" y="987"/>
                      <a:pt x="465" y="1754"/>
                      <a:pt x="465" y="1754"/>
                    </a:cubicBezTo>
                    <a:lnTo>
                      <a:pt x="0" y="1754"/>
                    </a:lnTo>
                    <a:cubicBezTo>
                      <a:pt x="0" y="1754"/>
                      <a:pt x="4" y="0"/>
                      <a:pt x="0" y="0"/>
                    </a:cubicBezTo>
                    <a:lnTo>
                      <a:pt x="465" y="0"/>
                    </a:ln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414141"/>
                  </a:solidFill>
                  <a:latin typeface="Arial"/>
                </a:endParaRPr>
              </a:p>
            </p:txBody>
          </p:sp>
          <p:sp>
            <p:nvSpPr>
              <p:cNvPr id="72" name="Freeform 2">
                <a:extLst>
                  <a:ext uri="{FF2B5EF4-FFF2-40B4-BE49-F238E27FC236}">
                    <a16:creationId xmlns:a16="http://schemas.microsoft.com/office/drawing/2014/main" id="{606D1793-C090-4BE6-8E1A-05FEB75A11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3050" y="3275013"/>
                <a:ext cx="677863" cy="631825"/>
              </a:xfrm>
              <a:custGeom>
                <a:avLst/>
                <a:gdLst>
                  <a:gd name="T0" fmla="*/ 1883 w 1884"/>
                  <a:gd name="T1" fmla="*/ 0 h 1755"/>
                  <a:gd name="T2" fmla="*/ 1883 w 1884"/>
                  <a:gd name="T3" fmla="*/ 298 h 1755"/>
                  <a:gd name="T4" fmla="*/ 1174 w 1884"/>
                  <a:gd name="T5" fmla="*/ 298 h 1755"/>
                  <a:gd name="T6" fmla="*/ 1174 w 1884"/>
                  <a:gd name="T7" fmla="*/ 1754 h 1755"/>
                  <a:gd name="T8" fmla="*/ 709 w 1884"/>
                  <a:gd name="T9" fmla="*/ 1754 h 1755"/>
                  <a:gd name="T10" fmla="*/ 709 w 1884"/>
                  <a:gd name="T11" fmla="*/ 298 h 1755"/>
                  <a:gd name="T12" fmla="*/ 0 w 1884"/>
                  <a:gd name="T13" fmla="*/ 298 h 1755"/>
                  <a:gd name="T14" fmla="*/ 0 w 1884"/>
                  <a:gd name="T15" fmla="*/ 0 h 1755"/>
                  <a:gd name="T16" fmla="*/ 1883 w 1884"/>
                  <a:gd name="T17" fmla="*/ 0 h 17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884" h="1755">
                    <a:moveTo>
                      <a:pt x="1883" y="0"/>
                    </a:moveTo>
                    <a:cubicBezTo>
                      <a:pt x="1883" y="4"/>
                      <a:pt x="1883" y="298"/>
                      <a:pt x="1883" y="298"/>
                    </a:cubicBezTo>
                    <a:lnTo>
                      <a:pt x="1174" y="298"/>
                    </a:lnTo>
                    <a:lnTo>
                      <a:pt x="1174" y="1754"/>
                    </a:lnTo>
                    <a:lnTo>
                      <a:pt x="709" y="1754"/>
                    </a:lnTo>
                    <a:lnTo>
                      <a:pt x="709" y="298"/>
                    </a:lnTo>
                    <a:lnTo>
                      <a:pt x="0" y="298"/>
                    </a:lnTo>
                    <a:lnTo>
                      <a:pt x="0" y="0"/>
                    </a:lnTo>
                    <a:lnTo>
                      <a:pt x="1883" y="0"/>
                    </a:ln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414141"/>
                  </a:solidFill>
                  <a:latin typeface="Arial"/>
                </a:endParaRPr>
              </a:p>
            </p:txBody>
          </p:sp>
          <p:sp>
            <p:nvSpPr>
              <p:cNvPr id="73" name="Freeform 3">
                <a:extLst>
                  <a:ext uri="{FF2B5EF4-FFF2-40B4-BE49-F238E27FC236}">
                    <a16:creationId xmlns:a16="http://schemas.microsoft.com/office/drawing/2014/main" id="{9A8F2729-6231-45F9-BA14-7FA96EE975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14863" y="3275013"/>
                <a:ext cx="796925" cy="631825"/>
              </a:xfrm>
              <a:custGeom>
                <a:avLst/>
                <a:gdLst>
                  <a:gd name="T0" fmla="*/ 2214 w 2215"/>
                  <a:gd name="T1" fmla="*/ 1754 h 1755"/>
                  <a:gd name="T2" fmla="*/ 1695 w 2215"/>
                  <a:gd name="T3" fmla="*/ 1754 h 1755"/>
                  <a:gd name="T4" fmla="*/ 1542 w 2215"/>
                  <a:gd name="T5" fmla="*/ 1377 h 1755"/>
                  <a:gd name="T6" fmla="*/ 672 w 2215"/>
                  <a:gd name="T7" fmla="*/ 1377 h 1755"/>
                  <a:gd name="T8" fmla="*/ 518 w 2215"/>
                  <a:gd name="T9" fmla="*/ 1754 h 1755"/>
                  <a:gd name="T10" fmla="*/ 0 w 2215"/>
                  <a:gd name="T11" fmla="*/ 1754 h 1755"/>
                  <a:gd name="T12" fmla="*/ 825 w 2215"/>
                  <a:gd name="T13" fmla="*/ 0 h 1755"/>
                  <a:gd name="T14" fmla="*/ 1392 w 2215"/>
                  <a:gd name="T15" fmla="*/ 0 h 1755"/>
                  <a:gd name="T16" fmla="*/ 2214 w 2215"/>
                  <a:gd name="T17" fmla="*/ 1754 h 1755"/>
                  <a:gd name="T18" fmla="*/ 788 w 2215"/>
                  <a:gd name="T19" fmla="*/ 1095 h 1755"/>
                  <a:gd name="T20" fmla="*/ 1434 w 2215"/>
                  <a:gd name="T21" fmla="*/ 1095 h 1755"/>
                  <a:gd name="T22" fmla="*/ 1107 w 2215"/>
                  <a:gd name="T23" fmla="*/ 298 h 1755"/>
                  <a:gd name="T24" fmla="*/ 788 w 2215"/>
                  <a:gd name="T25" fmla="*/ 1095 h 17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15" h="1755">
                    <a:moveTo>
                      <a:pt x="2214" y="1754"/>
                    </a:moveTo>
                    <a:cubicBezTo>
                      <a:pt x="2214" y="1754"/>
                      <a:pt x="1691" y="1754"/>
                      <a:pt x="1695" y="1754"/>
                    </a:cubicBezTo>
                    <a:lnTo>
                      <a:pt x="1542" y="1377"/>
                    </a:lnTo>
                    <a:lnTo>
                      <a:pt x="672" y="1377"/>
                    </a:lnTo>
                    <a:cubicBezTo>
                      <a:pt x="672" y="1377"/>
                      <a:pt x="522" y="1754"/>
                      <a:pt x="518" y="1754"/>
                    </a:cubicBezTo>
                    <a:lnTo>
                      <a:pt x="0" y="1754"/>
                    </a:lnTo>
                    <a:lnTo>
                      <a:pt x="825" y="0"/>
                    </a:lnTo>
                    <a:lnTo>
                      <a:pt x="1392" y="0"/>
                    </a:lnTo>
                    <a:lnTo>
                      <a:pt x="2214" y="1754"/>
                    </a:lnTo>
                    <a:close/>
                    <a:moveTo>
                      <a:pt x="788" y="1095"/>
                    </a:moveTo>
                    <a:lnTo>
                      <a:pt x="1434" y="1095"/>
                    </a:lnTo>
                    <a:lnTo>
                      <a:pt x="1107" y="298"/>
                    </a:lnTo>
                    <a:lnTo>
                      <a:pt x="788" y="1095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414141"/>
                  </a:solidFill>
                  <a:latin typeface="Arial"/>
                </a:endParaRPr>
              </a:p>
            </p:txBody>
          </p:sp>
          <p:sp>
            <p:nvSpPr>
              <p:cNvPr id="74" name="Freeform 4">
                <a:extLst>
                  <a:ext uri="{FF2B5EF4-FFF2-40B4-BE49-F238E27FC236}">
                    <a16:creationId xmlns:a16="http://schemas.microsoft.com/office/drawing/2014/main" id="{B96EDA65-3A1E-4C6C-A149-E2BFC9D280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85000" y="3275013"/>
                <a:ext cx="166688" cy="631825"/>
              </a:xfrm>
              <a:custGeom>
                <a:avLst/>
                <a:gdLst>
                  <a:gd name="T0" fmla="*/ 232 w 465"/>
                  <a:gd name="T1" fmla="*/ 1754 h 1755"/>
                  <a:gd name="T2" fmla="*/ 0 w 465"/>
                  <a:gd name="T3" fmla="*/ 1754 h 1755"/>
                  <a:gd name="T4" fmla="*/ 0 w 465"/>
                  <a:gd name="T5" fmla="*/ 0 h 1755"/>
                  <a:gd name="T6" fmla="*/ 464 w 465"/>
                  <a:gd name="T7" fmla="*/ 0 h 1755"/>
                  <a:gd name="T8" fmla="*/ 464 w 465"/>
                  <a:gd name="T9" fmla="*/ 1754 h 1755"/>
                  <a:gd name="T10" fmla="*/ 232 w 465"/>
                  <a:gd name="T11" fmla="*/ 1754 h 17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65" h="1755">
                    <a:moveTo>
                      <a:pt x="232" y="1754"/>
                    </a:moveTo>
                    <a:lnTo>
                      <a:pt x="0" y="1754"/>
                    </a:lnTo>
                    <a:lnTo>
                      <a:pt x="0" y="0"/>
                    </a:lnTo>
                    <a:lnTo>
                      <a:pt x="464" y="0"/>
                    </a:lnTo>
                    <a:lnTo>
                      <a:pt x="464" y="1754"/>
                    </a:lnTo>
                    <a:lnTo>
                      <a:pt x="232" y="1754"/>
                    </a:ln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414141"/>
                  </a:solidFill>
                  <a:latin typeface="Arial"/>
                </a:endParaRPr>
              </a:p>
            </p:txBody>
          </p:sp>
          <p:sp>
            <p:nvSpPr>
              <p:cNvPr id="75" name="Freeform 5">
                <a:extLst>
                  <a:ext uri="{FF2B5EF4-FFF2-40B4-BE49-F238E27FC236}">
                    <a16:creationId xmlns:a16="http://schemas.microsoft.com/office/drawing/2014/main" id="{14626F2E-E068-4DD0-98B1-308A61BC5B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9588" y="3275013"/>
                <a:ext cx="673100" cy="631825"/>
              </a:xfrm>
              <a:custGeom>
                <a:avLst/>
                <a:gdLst>
                  <a:gd name="T0" fmla="*/ 465 w 1868"/>
                  <a:gd name="T1" fmla="*/ 0 h 1755"/>
                  <a:gd name="T2" fmla="*/ 465 w 1868"/>
                  <a:gd name="T3" fmla="*/ 700 h 1755"/>
                  <a:gd name="T4" fmla="*/ 1402 w 1868"/>
                  <a:gd name="T5" fmla="*/ 700 h 1755"/>
                  <a:gd name="T6" fmla="*/ 1402 w 1868"/>
                  <a:gd name="T7" fmla="*/ 0 h 1755"/>
                  <a:gd name="T8" fmla="*/ 1867 w 1868"/>
                  <a:gd name="T9" fmla="*/ 0 h 1755"/>
                  <a:gd name="T10" fmla="*/ 1867 w 1868"/>
                  <a:gd name="T11" fmla="*/ 1754 h 1755"/>
                  <a:gd name="T12" fmla="*/ 1402 w 1868"/>
                  <a:gd name="T13" fmla="*/ 1754 h 1755"/>
                  <a:gd name="T14" fmla="*/ 1402 w 1868"/>
                  <a:gd name="T15" fmla="*/ 983 h 1755"/>
                  <a:gd name="T16" fmla="*/ 465 w 1868"/>
                  <a:gd name="T17" fmla="*/ 983 h 1755"/>
                  <a:gd name="T18" fmla="*/ 465 w 1868"/>
                  <a:gd name="T19" fmla="*/ 1754 h 1755"/>
                  <a:gd name="T20" fmla="*/ 0 w 1868"/>
                  <a:gd name="T21" fmla="*/ 1754 h 1755"/>
                  <a:gd name="T22" fmla="*/ 0 w 1868"/>
                  <a:gd name="T23" fmla="*/ 0 h 1755"/>
                  <a:gd name="T24" fmla="*/ 465 w 1868"/>
                  <a:gd name="T25" fmla="*/ 0 h 17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68" h="1755">
                    <a:moveTo>
                      <a:pt x="465" y="0"/>
                    </a:moveTo>
                    <a:cubicBezTo>
                      <a:pt x="465" y="0"/>
                      <a:pt x="465" y="705"/>
                      <a:pt x="465" y="700"/>
                    </a:cubicBezTo>
                    <a:lnTo>
                      <a:pt x="1402" y="700"/>
                    </a:lnTo>
                    <a:cubicBezTo>
                      <a:pt x="1402" y="705"/>
                      <a:pt x="1402" y="0"/>
                      <a:pt x="1402" y="0"/>
                    </a:cubicBezTo>
                    <a:cubicBezTo>
                      <a:pt x="1402" y="0"/>
                      <a:pt x="1863" y="0"/>
                      <a:pt x="1867" y="0"/>
                    </a:cubicBezTo>
                    <a:cubicBezTo>
                      <a:pt x="1867" y="0"/>
                      <a:pt x="1867" y="1750"/>
                      <a:pt x="1867" y="1754"/>
                    </a:cubicBezTo>
                    <a:lnTo>
                      <a:pt x="1402" y="1754"/>
                    </a:lnTo>
                    <a:cubicBezTo>
                      <a:pt x="1402" y="1754"/>
                      <a:pt x="1402" y="987"/>
                      <a:pt x="1402" y="983"/>
                    </a:cubicBezTo>
                    <a:cubicBezTo>
                      <a:pt x="1402" y="987"/>
                      <a:pt x="465" y="983"/>
                      <a:pt x="465" y="983"/>
                    </a:cubicBezTo>
                    <a:cubicBezTo>
                      <a:pt x="465" y="987"/>
                      <a:pt x="465" y="1754"/>
                      <a:pt x="465" y="1754"/>
                    </a:cubicBezTo>
                    <a:lnTo>
                      <a:pt x="0" y="1754"/>
                    </a:lnTo>
                    <a:cubicBezTo>
                      <a:pt x="0" y="1754"/>
                      <a:pt x="5" y="0"/>
                      <a:pt x="0" y="0"/>
                    </a:cubicBezTo>
                    <a:lnTo>
                      <a:pt x="465" y="0"/>
                    </a:ln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414141"/>
                  </a:solidFill>
                  <a:latin typeface="Arial"/>
                </a:endParaRPr>
              </a:p>
            </p:txBody>
          </p:sp>
          <p:sp>
            <p:nvSpPr>
              <p:cNvPr id="76" name="Freeform 6">
                <a:extLst>
                  <a:ext uri="{FF2B5EF4-FFF2-40B4-BE49-F238E27FC236}">
                    <a16:creationId xmlns:a16="http://schemas.microsoft.com/office/drawing/2014/main" id="{702D20E5-8DB9-4AFB-B27C-10DCFC7B93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4450" y="3275013"/>
                <a:ext cx="168275" cy="631825"/>
              </a:xfrm>
              <a:custGeom>
                <a:avLst/>
                <a:gdLst>
                  <a:gd name="T0" fmla="*/ 233 w 466"/>
                  <a:gd name="T1" fmla="*/ 1754 h 1755"/>
                  <a:gd name="T2" fmla="*/ 0 w 466"/>
                  <a:gd name="T3" fmla="*/ 1754 h 1755"/>
                  <a:gd name="T4" fmla="*/ 0 w 466"/>
                  <a:gd name="T5" fmla="*/ 0 h 1755"/>
                  <a:gd name="T6" fmla="*/ 465 w 466"/>
                  <a:gd name="T7" fmla="*/ 0 h 1755"/>
                  <a:gd name="T8" fmla="*/ 465 w 466"/>
                  <a:gd name="T9" fmla="*/ 1754 h 1755"/>
                  <a:gd name="T10" fmla="*/ 233 w 466"/>
                  <a:gd name="T11" fmla="*/ 1754 h 17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66" h="1755">
                    <a:moveTo>
                      <a:pt x="233" y="1754"/>
                    </a:moveTo>
                    <a:lnTo>
                      <a:pt x="0" y="1754"/>
                    </a:lnTo>
                    <a:lnTo>
                      <a:pt x="0" y="0"/>
                    </a:lnTo>
                    <a:lnTo>
                      <a:pt x="465" y="0"/>
                    </a:lnTo>
                    <a:lnTo>
                      <a:pt x="465" y="1754"/>
                    </a:lnTo>
                    <a:lnTo>
                      <a:pt x="233" y="1754"/>
                    </a:ln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414141"/>
                  </a:solidFill>
                  <a:latin typeface="Arial"/>
                </a:endParaRPr>
              </a:p>
            </p:txBody>
          </p:sp>
          <p:sp>
            <p:nvSpPr>
              <p:cNvPr id="77" name="Freeform 7">
                <a:extLst>
                  <a:ext uri="{FF2B5EF4-FFF2-40B4-BE49-F238E27FC236}">
                    <a16:creationId xmlns:a16="http://schemas.microsoft.com/office/drawing/2014/main" id="{BA35E15C-16B4-4E50-8769-4EBDB2B466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83213" y="3262313"/>
                <a:ext cx="715962" cy="663575"/>
              </a:xfrm>
              <a:custGeom>
                <a:avLst/>
                <a:gdLst>
                  <a:gd name="T0" fmla="*/ 62 w 1988"/>
                  <a:gd name="T1" fmla="*/ 1307 h 1842"/>
                  <a:gd name="T2" fmla="*/ 0 w 1988"/>
                  <a:gd name="T3" fmla="*/ 933 h 1842"/>
                  <a:gd name="T4" fmla="*/ 120 w 1988"/>
                  <a:gd name="T5" fmla="*/ 423 h 1842"/>
                  <a:gd name="T6" fmla="*/ 518 w 1988"/>
                  <a:gd name="T7" fmla="*/ 91 h 1842"/>
                  <a:gd name="T8" fmla="*/ 1033 w 1988"/>
                  <a:gd name="T9" fmla="*/ 0 h 1842"/>
                  <a:gd name="T10" fmla="*/ 1618 w 1988"/>
                  <a:gd name="T11" fmla="*/ 125 h 1842"/>
                  <a:gd name="T12" fmla="*/ 1950 w 1988"/>
                  <a:gd name="T13" fmla="*/ 531 h 1842"/>
                  <a:gd name="T14" fmla="*/ 1966 w 1988"/>
                  <a:gd name="T15" fmla="*/ 643 h 1842"/>
                  <a:gd name="T16" fmla="*/ 1481 w 1988"/>
                  <a:gd name="T17" fmla="*/ 643 h 1842"/>
                  <a:gd name="T18" fmla="*/ 1456 w 1988"/>
                  <a:gd name="T19" fmla="*/ 506 h 1842"/>
                  <a:gd name="T20" fmla="*/ 1240 w 1988"/>
                  <a:gd name="T21" fmla="*/ 303 h 1842"/>
                  <a:gd name="T22" fmla="*/ 1037 w 1988"/>
                  <a:gd name="T23" fmla="*/ 274 h 1842"/>
                  <a:gd name="T24" fmla="*/ 809 w 1988"/>
                  <a:gd name="T25" fmla="*/ 315 h 1842"/>
                  <a:gd name="T26" fmla="*/ 556 w 1988"/>
                  <a:gd name="T27" fmla="*/ 573 h 1842"/>
                  <a:gd name="T28" fmla="*/ 494 w 1988"/>
                  <a:gd name="T29" fmla="*/ 942 h 1842"/>
                  <a:gd name="T30" fmla="*/ 539 w 1988"/>
                  <a:gd name="T31" fmla="*/ 1249 h 1842"/>
                  <a:gd name="T32" fmla="*/ 792 w 1988"/>
                  <a:gd name="T33" fmla="*/ 1527 h 1842"/>
                  <a:gd name="T34" fmla="*/ 1041 w 1988"/>
                  <a:gd name="T35" fmla="*/ 1572 h 1842"/>
                  <a:gd name="T36" fmla="*/ 1257 w 1988"/>
                  <a:gd name="T37" fmla="*/ 1539 h 1842"/>
                  <a:gd name="T38" fmla="*/ 1460 w 1988"/>
                  <a:gd name="T39" fmla="*/ 1356 h 1842"/>
                  <a:gd name="T40" fmla="*/ 1497 w 1988"/>
                  <a:gd name="T41" fmla="*/ 1170 h 1842"/>
                  <a:gd name="T42" fmla="*/ 1987 w 1988"/>
                  <a:gd name="T43" fmla="*/ 1170 h 1842"/>
                  <a:gd name="T44" fmla="*/ 1962 w 1988"/>
                  <a:gd name="T45" fmla="*/ 1336 h 1842"/>
                  <a:gd name="T46" fmla="*/ 1638 w 1988"/>
                  <a:gd name="T47" fmla="*/ 1721 h 1842"/>
                  <a:gd name="T48" fmla="*/ 1041 w 1988"/>
                  <a:gd name="T49" fmla="*/ 1841 h 1842"/>
                  <a:gd name="T50" fmla="*/ 568 w 1988"/>
                  <a:gd name="T51" fmla="*/ 1771 h 1842"/>
                  <a:gd name="T52" fmla="*/ 62 w 1988"/>
                  <a:gd name="T53" fmla="*/ 1307 h 18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988" h="1842">
                    <a:moveTo>
                      <a:pt x="62" y="1307"/>
                    </a:moveTo>
                    <a:cubicBezTo>
                      <a:pt x="21" y="1191"/>
                      <a:pt x="0" y="1066"/>
                      <a:pt x="0" y="933"/>
                    </a:cubicBezTo>
                    <a:cubicBezTo>
                      <a:pt x="0" y="751"/>
                      <a:pt x="33" y="573"/>
                      <a:pt x="120" y="423"/>
                    </a:cubicBezTo>
                    <a:cubicBezTo>
                      <a:pt x="211" y="270"/>
                      <a:pt x="348" y="154"/>
                      <a:pt x="518" y="91"/>
                    </a:cubicBezTo>
                    <a:cubicBezTo>
                      <a:pt x="680" y="33"/>
                      <a:pt x="850" y="0"/>
                      <a:pt x="1033" y="0"/>
                    </a:cubicBezTo>
                    <a:cubicBezTo>
                      <a:pt x="1240" y="0"/>
                      <a:pt x="1439" y="46"/>
                      <a:pt x="1618" y="125"/>
                    </a:cubicBezTo>
                    <a:cubicBezTo>
                      <a:pt x="1784" y="195"/>
                      <a:pt x="1912" y="349"/>
                      <a:pt x="1950" y="531"/>
                    </a:cubicBezTo>
                    <a:cubicBezTo>
                      <a:pt x="1958" y="568"/>
                      <a:pt x="1962" y="606"/>
                      <a:pt x="1966" y="643"/>
                    </a:cubicBezTo>
                    <a:lnTo>
                      <a:pt x="1481" y="643"/>
                    </a:lnTo>
                    <a:cubicBezTo>
                      <a:pt x="1481" y="597"/>
                      <a:pt x="1472" y="552"/>
                      <a:pt x="1456" y="506"/>
                    </a:cubicBezTo>
                    <a:cubicBezTo>
                      <a:pt x="1419" y="411"/>
                      <a:pt x="1340" y="332"/>
                      <a:pt x="1240" y="303"/>
                    </a:cubicBezTo>
                    <a:cubicBezTo>
                      <a:pt x="1174" y="282"/>
                      <a:pt x="1107" y="274"/>
                      <a:pt x="1037" y="274"/>
                    </a:cubicBezTo>
                    <a:cubicBezTo>
                      <a:pt x="958" y="274"/>
                      <a:pt x="879" y="286"/>
                      <a:pt x="809" y="315"/>
                    </a:cubicBezTo>
                    <a:cubicBezTo>
                      <a:pt x="688" y="357"/>
                      <a:pt x="597" y="452"/>
                      <a:pt x="556" y="573"/>
                    </a:cubicBezTo>
                    <a:cubicBezTo>
                      <a:pt x="514" y="689"/>
                      <a:pt x="494" y="813"/>
                      <a:pt x="494" y="942"/>
                    </a:cubicBezTo>
                    <a:cubicBezTo>
                      <a:pt x="494" y="1050"/>
                      <a:pt x="510" y="1153"/>
                      <a:pt x="539" y="1249"/>
                    </a:cubicBezTo>
                    <a:cubicBezTo>
                      <a:pt x="572" y="1377"/>
                      <a:pt x="672" y="1481"/>
                      <a:pt x="792" y="1527"/>
                    </a:cubicBezTo>
                    <a:cubicBezTo>
                      <a:pt x="871" y="1556"/>
                      <a:pt x="954" y="1572"/>
                      <a:pt x="1041" y="1572"/>
                    </a:cubicBezTo>
                    <a:cubicBezTo>
                      <a:pt x="1116" y="1572"/>
                      <a:pt x="1186" y="1560"/>
                      <a:pt x="1257" y="1539"/>
                    </a:cubicBezTo>
                    <a:cubicBezTo>
                      <a:pt x="1348" y="1510"/>
                      <a:pt x="1423" y="1444"/>
                      <a:pt x="1460" y="1356"/>
                    </a:cubicBezTo>
                    <a:cubicBezTo>
                      <a:pt x="1485" y="1298"/>
                      <a:pt x="1497" y="1236"/>
                      <a:pt x="1497" y="1170"/>
                    </a:cubicBezTo>
                    <a:lnTo>
                      <a:pt x="1987" y="1170"/>
                    </a:lnTo>
                    <a:cubicBezTo>
                      <a:pt x="1983" y="1228"/>
                      <a:pt x="1974" y="1282"/>
                      <a:pt x="1962" y="1336"/>
                    </a:cubicBezTo>
                    <a:cubicBezTo>
                      <a:pt x="1920" y="1510"/>
                      <a:pt x="1800" y="1655"/>
                      <a:pt x="1638" y="1721"/>
                    </a:cubicBezTo>
                    <a:cubicBezTo>
                      <a:pt x="1456" y="1800"/>
                      <a:pt x="1253" y="1841"/>
                      <a:pt x="1041" y="1841"/>
                    </a:cubicBezTo>
                    <a:cubicBezTo>
                      <a:pt x="875" y="1841"/>
                      <a:pt x="718" y="1817"/>
                      <a:pt x="568" y="1771"/>
                    </a:cubicBezTo>
                    <a:cubicBezTo>
                      <a:pt x="336" y="1692"/>
                      <a:pt x="137" y="1527"/>
                      <a:pt x="62" y="1307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414141"/>
                  </a:solidFill>
                  <a:latin typeface="Arial"/>
                </a:endParaRPr>
              </a:p>
            </p:txBody>
          </p:sp>
          <p:sp>
            <p:nvSpPr>
              <p:cNvPr id="78" name="Freeform 8">
                <a:extLst>
                  <a:ext uri="{FF2B5EF4-FFF2-40B4-BE49-F238E27FC236}">
                    <a16:creationId xmlns:a16="http://schemas.microsoft.com/office/drawing/2014/main" id="{48976E89-1CD1-4BD9-A079-AE665F1E7E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51138" y="4083050"/>
                <a:ext cx="153987" cy="398463"/>
              </a:xfrm>
              <a:custGeom>
                <a:avLst/>
                <a:gdLst>
                  <a:gd name="T0" fmla="*/ 415 w 428"/>
                  <a:gd name="T1" fmla="*/ 0 h 1109"/>
                  <a:gd name="T2" fmla="*/ 0 w 428"/>
                  <a:gd name="T3" fmla="*/ 38 h 1109"/>
                  <a:gd name="T4" fmla="*/ 0 w 428"/>
                  <a:gd name="T5" fmla="*/ 100 h 1109"/>
                  <a:gd name="T6" fmla="*/ 12 w 428"/>
                  <a:gd name="T7" fmla="*/ 100 h 1109"/>
                  <a:gd name="T8" fmla="*/ 178 w 428"/>
                  <a:gd name="T9" fmla="*/ 241 h 1109"/>
                  <a:gd name="T10" fmla="*/ 178 w 428"/>
                  <a:gd name="T11" fmla="*/ 1108 h 1109"/>
                  <a:gd name="T12" fmla="*/ 427 w 428"/>
                  <a:gd name="T13" fmla="*/ 1108 h 1109"/>
                  <a:gd name="T14" fmla="*/ 427 w 428"/>
                  <a:gd name="T15" fmla="*/ 0 h 1109"/>
                  <a:gd name="T16" fmla="*/ 415 w 428"/>
                  <a:gd name="T17" fmla="*/ 0 h 1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8" h="1109">
                    <a:moveTo>
                      <a:pt x="415" y="0"/>
                    </a:moveTo>
                    <a:lnTo>
                      <a:pt x="0" y="38"/>
                    </a:lnTo>
                    <a:lnTo>
                      <a:pt x="0" y="100"/>
                    </a:lnTo>
                    <a:lnTo>
                      <a:pt x="12" y="100"/>
                    </a:lnTo>
                    <a:cubicBezTo>
                      <a:pt x="178" y="121"/>
                      <a:pt x="178" y="121"/>
                      <a:pt x="178" y="241"/>
                    </a:cubicBezTo>
                    <a:lnTo>
                      <a:pt x="178" y="1108"/>
                    </a:lnTo>
                    <a:lnTo>
                      <a:pt x="427" y="1108"/>
                    </a:lnTo>
                    <a:lnTo>
                      <a:pt x="427" y="0"/>
                    </a:lnTo>
                    <a:lnTo>
                      <a:pt x="415" y="0"/>
                    </a:ln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414141"/>
                  </a:solidFill>
                  <a:latin typeface="Arial"/>
                </a:endParaRPr>
              </a:p>
            </p:txBody>
          </p:sp>
          <p:sp>
            <p:nvSpPr>
              <p:cNvPr id="79" name="Freeform 9">
                <a:extLst>
                  <a:ext uri="{FF2B5EF4-FFF2-40B4-BE49-F238E27FC236}">
                    <a16:creationId xmlns:a16="http://schemas.microsoft.com/office/drawing/2014/main" id="{CAA992B4-3080-496F-8D3E-DBF3172241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6088" y="4198938"/>
                <a:ext cx="315912" cy="282575"/>
              </a:xfrm>
              <a:custGeom>
                <a:avLst/>
                <a:gdLst>
                  <a:gd name="T0" fmla="*/ 643 w 876"/>
                  <a:gd name="T1" fmla="*/ 4 h 785"/>
                  <a:gd name="T2" fmla="*/ 353 w 876"/>
                  <a:gd name="T3" fmla="*/ 170 h 785"/>
                  <a:gd name="T4" fmla="*/ 353 w 876"/>
                  <a:gd name="T5" fmla="*/ 0 h 785"/>
                  <a:gd name="T6" fmla="*/ 336 w 876"/>
                  <a:gd name="T7" fmla="*/ 4 h 785"/>
                  <a:gd name="T8" fmla="*/ 0 w 876"/>
                  <a:gd name="T9" fmla="*/ 58 h 785"/>
                  <a:gd name="T10" fmla="*/ 0 w 876"/>
                  <a:gd name="T11" fmla="*/ 116 h 785"/>
                  <a:gd name="T12" fmla="*/ 17 w 876"/>
                  <a:gd name="T13" fmla="*/ 116 h 785"/>
                  <a:gd name="T14" fmla="*/ 145 w 876"/>
                  <a:gd name="T15" fmla="*/ 240 h 785"/>
                  <a:gd name="T16" fmla="*/ 145 w 876"/>
                  <a:gd name="T17" fmla="*/ 784 h 785"/>
                  <a:gd name="T18" fmla="*/ 353 w 876"/>
                  <a:gd name="T19" fmla="*/ 784 h 785"/>
                  <a:gd name="T20" fmla="*/ 353 w 876"/>
                  <a:gd name="T21" fmla="*/ 386 h 785"/>
                  <a:gd name="T22" fmla="*/ 560 w 876"/>
                  <a:gd name="T23" fmla="*/ 141 h 785"/>
                  <a:gd name="T24" fmla="*/ 664 w 876"/>
                  <a:gd name="T25" fmla="*/ 361 h 785"/>
                  <a:gd name="T26" fmla="*/ 664 w 876"/>
                  <a:gd name="T27" fmla="*/ 784 h 785"/>
                  <a:gd name="T28" fmla="*/ 871 w 876"/>
                  <a:gd name="T29" fmla="*/ 784 h 785"/>
                  <a:gd name="T30" fmla="*/ 871 w 876"/>
                  <a:gd name="T31" fmla="*/ 240 h 785"/>
                  <a:gd name="T32" fmla="*/ 643 w 876"/>
                  <a:gd name="T33" fmla="*/ 4 h 7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876" h="785">
                    <a:moveTo>
                      <a:pt x="643" y="4"/>
                    </a:moveTo>
                    <a:cubicBezTo>
                      <a:pt x="490" y="4"/>
                      <a:pt x="398" y="108"/>
                      <a:pt x="353" y="170"/>
                    </a:cubicBezTo>
                    <a:cubicBezTo>
                      <a:pt x="353" y="112"/>
                      <a:pt x="353" y="0"/>
                      <a:pt x="353" y="0"/>
                    </a:cubicBezTo>
                    <a:lnTo>
                      <a:pt x="336" y="4"/>
                    </a:lnTo>
                    <a:lnTo>
                      <a:pt x="0" y="58"/>
                    </a:lnTo>
                    <a:lnTo>
                      <a:pt x="0" y="116"/>
                    </a:lnTo>
                    <a:lnTo>
                      <a:pt x="17" y="116"/>
                    </a:lnTo>
                    <a:cubicBezTo>
                      <a:pt x="124" y="120"/>
                      <a:pt x="145" y="141"/>
                      <a:pt x="145" y="240"/>
                    </a:cubicBezTo>
                    <a:lnTo>
                      <a:pt x="145" y="784"/>
                    </a:lnTo>
                    <a:lnTo>
                      <a:pt x="353" y="784"/>
                    </a:lnTo>
                    <a:lnTo>
                      <a:pt x="353" y="386"/>
                    </a:lnTo>
                    <a:cubicBezTo>
                      <a:pt x="353" y="278"/>
                      <a:pt x="452" y="141"/>
                      <a:pt x="560" y="141"/>
                    </a:cubicBezTo>
                    <a:cubicBezTo>
                      <a:pt x="660" y="141"/>
                      <a:pt x="664" y="224"/>
                      <a:pt x="664" y="361"/>
                    </a:cubicBezTo>
                    <a:lnTo>
                      <a:pt x="664" y="784"/>
                    </a:lnTo>
                    <a:lnTo>
                      <a:pt x="871" y="784"/>
                    </a:lnTo>
                    <a:lnTo>
                      <a:pt x="871" y="240"/>
                    </a:lnTo>
                    <a:cubicBezTo>
                      <a:pt x="875" y="87"/>
                      <a:pt x="792" y="4"/>
                      <a:pt x="643" y="4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414141"/>
                  </a:solidFill>
                  <a:latin typeface="Arial"/>
                </a:endParaRPr>
              </a:p>
            </p:txBody>
          </p:sp>
          <p:sp>
            <p:nvSpPr>
              <p:cNvPr id="80" name="Freeform 10">
                <a:extLst>
                  <a:ext uri="{FF2B5EF4-FFF2-40B4-BE49-F238E27FC236}">
                    <a16:creationId xmlns:a16="http://schemas.microsoft.com/office/drawing/2014/main" id="{C66D5AF8-27A2-4FB8-97DD-EBEE4D4ABF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86138" y="4200525"/>
                <a:ext cx="212725" cy="288925"/>
              </a:xfrm>
              <a:custGeom>
                <a:avLst/>
                <a:gdLst>
                  <a:gd name="T0" fmla="*/ 348 w 590"/>
                  <a:gd name="T1" fmla="*/ 303 h 802"/>
                  <a:gd name="T2" fmla="*/ 195 w 590"/>
                  <a:gd name="T3" fmla="*/ 170 h 802"/>
                  <a:gd name="T4" fmla="*/ 307 w 590"/>
                  <a:gd name="T5" fmla="*/ 100 h 802"/>
                  <a:gd name="T6" fmla="*/ 502 w 590"/>
                  <a:gd name="T7" fmla="*/ 166 h 802"/>
                  <a:gd name="T8" fmla="*/ 535 w 590"/>
                  <a:gd name="T9" fmla="*/ 187 h 802"/>
                  <a:gd name="T10" fmla="*/ 535 w 590"/>
                  <a:gd name="T11" fmla="*/ 162 h 802"/>
                  <a:gd name="T12" fmla="*/ 535 w 590"/>
                  <a:gd name="T13" fmla="*/ 33 h 802"/>
                  <a:gd name="T14" fmla="*/ 506 w 590"/>
                  <a:gd name="T15" fmla="*/ 25 h 802"/>
                  <a:gd name="T16" fmla="*/ 315 w 590"/>
                  <a:gd name="T17" fmla="*/ 0 h 802"/>
                  <a:gd name="T18" fmla="*/ 0 w 590"/>
                  <a:gd name="T19" fmla="*/ 224 h 802"/>
                  <a:gd name="T20" fmla="*/ 228 w 590"/>
                  <a:gd name="T21" fmla="*/ 465 h 802"/>
                  <a:gd name="T22" fmla="*/ 390 w 590"/>
                  <a:gd name="T23" fmla="*/ 606 h 802"/>
                  <a:gd name="T24" fmla="*/ 249 w 590"/>
                  <a:gd name="T25" fmla="*/ 697 h 802"/>
                  <a:gd name="T26" fmla="*/ 20 w 590"/>
                  <a:gd name="T27" fmla="*/ 618 h 802"/>
                  <a:gd name="T28" fmla="*/ 0 w 590"/>
                  <a:gd name="T29" fmla="*/ 606 h 802"/>
                  <a:gd name="T30" fmla="*/ 0 w 590"/>
                  <a:gd name="T31" fmla="*/ 767 h 802"/>
                  <a:gd name="T32" fmla="*/ 16 w 590"/>
                  <a:gd name="T33" fmla="*/ 771 h 802"/>
                  <a:gd name="T34" fmla="*/ 244 w 590"/>
                  <a:gd name="T35" fmla="*/ 801 h 802"/>
                  <a:gd name="T36" fmla="*/ 580 w 590"/>
                  <a:gd name="T37" fmla="*/ 568 h 802"/>
                  <a:gd name="T38" fmla="*/ 348 w 590"/>
                  <a:gd name="T39" fmla="*/ 303 h 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590" h="802">
                    <a:moveTo>
                      <a:pt x="348" y="303"/>
                    </a:moveTo>
                    <a:cubicBezTo>
                      <a:pt x="265" y="261"/>
                      <a:pt x="195" y="228"/>
                      <a:pt x="195" y="170"/>
                    </a:cubicBezTo>
                    <a:cubicBezTo>
                      <a:pt x="195" y="104"/>
                      <a:pt x="274" y="100"/>
                      <a:pt x="307" y="100"/>
                    </a:cubicBezTo>
                    <a:cubicBezTo>
                      <a:pt x="394" y="100"/>
                      <a:pt x="468" y="145"/>
                      <a:pt x="502" y="166"/>
                    </a:cubicBezTo>
                    <a:lnTo>
                      <a:pt x="535" y="187"/>
                    </a:lnTo>
                    <a:lnTo>
                      <a:pt x="535" y="162"/>
                    </a:lnTo>
                    <a:lnTo>
                      <a:pt x="535" y="33"/>
                    </a:lnTo>
                    <a:lnTo>
                      <a:pt x="506" y="25"/>
                    </a:lnTo>
                    <a:cubicBezTo>
                      <a:pt x="468" y="17"/>
                      <a:pt x="398" y="0"/>
                      <a:pt x="315" y="0"/>
                    </a:cubicBezTo>
                    <a:cubicBezTo>
                      <a:pt x="120" y="0"/>
                      <a:pt x="0" y="83"/>
                      <a:pt x="0" y="224"/>
                    </a:cubicBezTo>
                    <a:cubicBezTo>
                      <a:pt x="0" y="353"/>
                      <a:pt x="124" y="411"/>
                      <a:pt x="228" y="465"/>
                    </a:cubicBezTo>
                    <a:cubicBezTo>
                      <a:pt x="311" y="506"/>
                      <a:pt x="390" y="543"/>
                      <a:pt x="390" y="606"/>
                    </a:cubicBezTo>
                    <a:cubicBezTo>
                      <a:pt x="390" y="664"/>
                      <a:pt x="340" y="697"/>
                      <a:pt x="249" y="697"/>
                    </a:cubicBezTo>
                    <a:cubicBezTo>
                      <a:pt x="149" y="697"/>
                      <a:pt x="70" y="647"/>
                      <a:pt x="20" y="618"/>
                    </a:cubicBezTo>
                    <a:lnTo>
                      <a:pt x="0" y="606"/>
                    </a:lnTo>
                    <a:lnTo>
                      <a:pt x="0" y="767"/>
                    </a:lnTo>
                    <a:lnTo>
                      <a:pt x="16" y="771"/>
                    </a:lnTo>
                    <a:cubicBezTo>
                      <a:pt x="58" y="780"/>
                      <a:pt x="137" y="801"/>
                      <a:pt x="244" y="801"/>
                    </a:cubicBezTo>
                    <a:cubicBezTo>
                      <a:pt x="456" y="801"/>
                      <a:pt x="580" y="713"/>
                      <a:pt x="580" y="568"/>
                    </a:cubicBezTo>
                    <a:cubicBezTo>
                      <a:pt x="589" y="419"/>
                      <a:pt x="460" y="357"/>
                      <a:pt x="348" y="303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414141"/>
                  </a:solidFill>
                  <a:latin typeface="Arial"/>
                </a:endParaRPr>
              </a:p>
            </p:txBody>
          </p:sp>
          <p:sp>
            <p:nvSpPr>
              <p:cNvPr id="81" name="Freeform 11">
                <a:extLst>
                  <a:ext uri="{FF2B5EF4-FFF2-40B4-BE49-F238E27FC236}">
                    <a16:creationId xmlns:a16="http://schemas.microsoft.com/office/drawing/2014/main" id="{F244B93C-6F3C-47AD-80B9-65C1E6BAD6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35375" y="4198938"/>
                <a:ext cx="325438" cy="396875"/>
              </a:xfrm>
              <a:custGeom>
                <a:avLst/>
                <a:gdLst>
                  <a:gd name="T0" fmla="*/ 577 w 906"/>
                  <a:gd name="T1" fmla="*/ 4 h 1104"/>
                  <a:gd name="T2" fmla="*/ 357 w 906"/>
                  <a:gd name="T3" fmla="*/ 112 h 1104"/>
                  <a:gd name="T4" fmla="*/ 357 w 906"/>
                  <a:gd name="T5" fmla="*/ 0 h 1104"/>
                  <a:gd name="T6" fmla="*/ 336 w 906"/>
                  <a:gd name="T7" fmla="*/ 4 h 1104"/>
                  <a:gd name="T8" fmla="*/ 0 w 906"/>
                  <a:gd name="T9" fmla="*/ 58 h 1104"/>
                  <a:gd name="T10" fmla="*/ 0 w 906"/>
                  <a:gd name="T11" fmla="*/ 116 h 1104"/>
                  <a:gd name="T12" fmla="*/ 13 w 906"/>
                  <a:gd name="T13" fmla="*/ 116 h 1104"/>
                  <a:gd name="T14" fmla="*/ 137 w 906"/>
                  <a:gd name="T15" fmla="*/ 240 h 1104"/>
                  <a:gd name="T16" fmla="*/ 137 w 906"/>
                  <a:gd name="T17" fmla="*/ 1103 h 1104"/>
                  <a:gd name="T18" fmla="*/ 345 w 906"/>
                  <a:gd name="T19" fmla="*/ 1103 h 1104"/>
                  <a:gd name="T20" fmla="*/ 345 w 906"/>
                  <a:gd name="T21" fmla="*/ 709 h 1104"/>
                  <a:gd name="T22" fmla="*/ 560 w 906"/>
                  <a:gd name="T23" fmla="*/ 800 h 1104"/>
                  <a:gd name="T24" fmla="*/ 896 w 906"/>
                  <a:gd name="T25" fmla="*/ 390 h 1104"/>
                  <a:gd name="T26" fmla="*/ 577 w 906"/>
                  <a:gd name="T27" fmla="*/ 4 h 1104"/>
                  <a:gd name="T28" fmla="*/ 515 w 906"/>
                  <a:gd name="T29" fmla="*/ 120 h 1104"/>
                  <a:gd name="T30" fmla="*/ 672 w 906"/>
                  <a:gd name="T31" fmla="*/ 394 h 1104"/>
                  <a:gd name="T32" fmla="*/ 515 w 906"/>
                  <a:gd name="T33" fmla="*/ 688 h 1104"/>
                  <a:gd name="T34" fmla="*/ 349 w 906"/>
                  <a:gd name="T35" fmla="*/ 456 h 1104"/>
                  <a:gd name="T36" fmla="*/ 349 w 906"/>
                  <a:gd name="T37" fmla="*/ 390 h 1104"/>
                  <a:gd name="T38" fmla="*/ 515 w 906"/>
                  <a:gd name="T39" fmla="*/ 120 h 1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906" h="1104">
                    <a:moveTo>
                      <a:pt x="577" y="4"/>
                    </a:moveTo>
                    <a:cubicBezTo>
                      <a:pt x="498" y="4"/>
                      <a:pt x="424" y="41"/>
                      <a:pt x="357" y="112"/>
                    </a:cubicBezTo>
                    <a:cubicBezTo>
                      <a:pt x="357" y="75"/>
                      <a:pt x="357" y="0"/>
                      <a:pt x="357" y="0"/>
                    </a:cubicBezTo>
                    <a:lnTo>
                      <a:pt x="336" y="4"/>
                    </a:lnTo>
                    <a:lnTo>
                      <a:pt x="0" y="58"/>
                    </a:lnTo>
                    <a:lnTo>
                      <a:pt x="0" y="116"/>
                    </a:lnTo>
                    <a:lnTo>
                      <a:pt x="13" y="116"/>
                    </a:lnTo>
                    <a:cubicBezTo>
                      <a:pt x="117" y="120"/>
                      <a:pt x="137" y="141"/>
                      <a:pt x="137" y="240"/>
                    </a:cubicBezTo>
                    <a:lnTo>
                      <a:pt x="137" y="1103"/>
                    </a:lnTo>
                    <a:lnTo>
                      <a:pt x="345" y="1103"/>
                    </a:lnTo>
                    <a:cubicBezTo>
                      <a:pt x="345" y="1103"/>
                      <a:pt x="345" y="775"/>
                      <a:pt x="345" y="709"/>
                    </a:cubicBezTo>
                    <a:cubicBezTo>
                      <a:pt x="382" y="755"/>
                      <a:pt x="444" y="800"/>
                      <a:pt x="560" y="800"/>
                    </a:cubicBezTo>
                    <a:cubicBezTo>
                      <a:pt x="780" y="800"/>
                      <a:pt x="896" y="659"/>
                      <a:pt x="896" y="390"/>
                    </a:cubicBezTo>
                    <a:cubicBezTo>
                      <a:pt x="905" y="145"/>
                      <a:pt x="784" y="4"/>
                      <a:pt x="577" y="4"/>
                    </a:cubicBezTo>
                    <a:close/>
                    <a:moveTo>
                      <a:pt x="515" y="120"/>
                    </a:moveTo>
                    <a:cubicBezTo>
                      <a:pt x="656" y="120"/>
                      <a:pt x="672" y="274"/>
                      <a:pt x="672" y="394"/>
                    </a:cubicBezTo>
                    <a:cubicBezTo>
                      <a:pt x="672" y="593"/>
                      <a:pt x="623" y="688"/>
                      <a:pt x="515" y="688"/>
                    </a:cubicBezTo>
                    <a:cubicBezTo>
                      <a:pt x="378" y="688"/>
                      <a:pt x="349" y="560"/>
                      <a:pt x="349" y="456"/>
                    </a:cubicBezTo>
                    <a:lnTo>
                      <a:pt x="349" y="390"/>
                    </a:lnTo>
                    <a:cubicBezTo>
                      <a:pt x="353" y="307"/>
                      <a:pt x="370" y="120"/>
                      <a:pt x="515" y="120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414141"/>
                  </a:solidFill>
                  <a:latin typeface="Arial"/>
                </a:endParaRPr>
              </a:p>
            </p:txBody>
          </p:sp>
          <p:sp>
            <p:nvSpPr>
              <p:cNvPr id="82" name="Freeform 12">
                <a:extLst>
                  <a:ext uri="{FF2B5EF4-FFF2-40B4-BE49-F238E27FC236}">
                    <a16:creationId xmlns:a16="http://schemas.microsoft.com/office/drawing/2014/main" id="{B5D2AB88-8809-41F9-AC13-DC426D7B3D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3200" y="4198938"/>
                <a:ext cx="123825" cy="282575"/>
              </a:xfrm>
              <a:custGeom>
                <a:avLst/>
                <a:gdLst>
                  <a:gd name="T0" fmla="*/ 0 w 345"/>
                  <a:gd name="T1" fmla="*/ 58 h 785"/>
                  <a:gd name="T2" fmla="*/ 0 w 345"/>
                  <a:gd name="T3" fmla="*/ 116 h 785"/>
                  <a:gd name="T4" fmla="*/ 12 w 345"/>
                  <a:gd name="T5" fmla="*/ 116 h 785"/>
                  <a:gd name="T6" fmla="*/ 137 w 345"/>
                  <a:gd name="T7" fmla="*/ 240 h 785"/>
                  <a:gd name="T8" fmla="*/ 137 w 345"/>
                  <a:gd name="T9" fmla="*/ 784 h 785"/>
                  <a:gd name="T10" fmla="*/ 344 w 345"/>
                  <a:gd name="T11" fmla="*/ 784 h 785"/>
                  <a:gd name="T12" fmla="*/ 344 w 345"/>
                  <a:gd name="T13" fmla="*/ 0 h 785"/>
                  <a:gd name="T14" fmla="*/ 328 w 345"/>
                  <a:gd name="T15" fmla="*/ 4 h 785"/>
                  <a:gd name="T16" fmla="*/ 0 w 345"/>
                  <a:gd name="T17" fmla="*/ 58 h 7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45" h="785">
                    <a:moveTo>
                      <a:pt x="0" y="58"/>
                    </a:moveTo>
                    <a:lnTo>
                      <a:pt x="0" y="116"/>
                    </a:lnTo>
                    <a:lnTo>
                      <a:pt x="12" y="116"/>
                    </a:lnTo>
                    <a:cubicBezTo>
                      <a:pt x="116" y="120"/>
                      <a:pt x="137" y="141"/>
                      <a:pt x="137" y="240"/>
                    </a:cubicBezTo>
                    <a:lnTo>
                      <a:pt x="137" y="784"/>
                    </a:lnTo>
                    <a:lnTo>
                      <a:pt x="344" y="784"/>
                    </a:lnTo>
                    <a:lnTo>
                      <a:pt x="344" y="0"/>
                    </a:lnTo>
                    <a:lnTo>
                      <a:pt x="328" y="4"/>
                    </a:lnTo>
                    <a:lnTo>
                      <a:pt x="0" y="58"/>
                    </a:ln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414141"/>
                  </a:solidFill>
                  <a:latin typeface="Arial"/>
                </a:endParaRPr>
              </a:p>
            </p:txBody>
          </p:sp>
          <p:sp>
            <p:nvSpPr>
              <p:cNvPr id="83" name="Freeform 13">
                <a:extLst>
                  <a:ext uri="{FF2B5EF4-FFF2-40B4-BE49-F238E27FC236}">
                    <a16:creationId xmlns:a16="http://schemas.microsoft.com/office/drawing/2014/main" id="{59016CDD-32A1-4FAF-8587-060BC3655A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56063" y="4084638"/>
                <a:ext cx="93662" cy="82550"/>
              </a:xfrm>
              <a:custGeom>
                <a:avLst/>
                <a:gdLst>
                  <a:gd name="T0" fmla="*/ 129 w 262"/>
                  <a:gd name="T1" fmla="*/ 228 h 229"/>
                  <a:gd name="T2" fmla="*/ 261 w 262"/>
                  <a:gd name="T3" fmla="*/ 112 h 229"/>
                  <a:gd name="T4" fmla="*/ 133 w 262"/>
                  <a:gd name="T5" fmla="*/ 0 h 229"/>
                  <a:gd name="T6" fmla="*/ 4 w 262"/>
                  <a:gd name="T7" fmla="*/ 112 h 229"/>
                  <a:gd name="T8" fmla="*/ 129 w 262"/>
                  <a:gd name="T9" fmla="*/ 228 h 2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29">
                    <a:moveTo>
                      <a:pt x="129" y="228"/>
                    </a:moveTo>
                    <a:cubicBezTo>
                      <a:pt x="199" y="228"/>
                      <a:pt x="261" y="178"/>
                      <a:pt x="261" y="112"/>
                    </a:cubicBezTo>
                    <a:cubicBezTo>
                      <a:pt x="261" y="49"/>
                      <a:pt x="203" y="0"/>
                      <a:pt x="133" y="0"/>
                    </a:cubicBezTo>
                    <a:cubicBezTo>
                      <a:pt x="62" y="0"/>
                      <a:pt x="4" y="49"/>
                      <a:pt x="4" y="112"/>
                    </a:cubicBezTo>
                    <a:cubicBezTo>
                      <a:pt x="0" y="178"/>
                      <a:pt x="58" y="228"/>
                      <a:pt x="129" y="228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414141"/>
                  </a:solidFill>
                  <a:latin typeface="Arial"/>
                </a:endParaRPr>
              </a:p>
            </p:txBody>
          </p:sp>
          <p:sp>
            <p:nvSpPr>
              <p:cNvPr id="84" name="Freeform 14">
                <a:extLst>
                  <a:ext uri="{FF2B5EF4-FFF2-40B4-BE49-F238E27FC236}">
                    <a16:creationId xmlns:a16="http://schemas.microsoft.com/office/drawing/2014/main" id="{2906AA98-83F5-4B0A-8A23-1CA5F41709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638" y="4200525"/>
                <a:ext cx="244475" cy="280988"/>
              </a:xfrm>
              <a:custGeom>
                <a:avLst/>
                <a:gdLst>
                  <a:gd name="T0" fmla="*/ 676 w 677"/>
                  <a:gd name="T1" fmla="*/ 174 h 781"/>
                  <a:gd name="T2" fmla="*/ 676 w 677"/>
                  <a:gd name="T3" fmla="*/ 12 h 781"/>
                  <a:gd name="T4" fmla="*/ 663 w 677"/>
                  <a:gd name="T5" fmla="*/ 12 h 781"/>
                  <a:gd name="T6" fmla="*/ 564 w 677"/>
                  <a:gd name="T7" fmla="*/ 4 h 781"/>
                  <a:gd name="T8" fmla="*/ 348 w 677"/>
                  <a:gd name="T9" fmla="*/ 158 h 781"/>
                  <a:gd name="T10" fmla="*/ 348 w 677"/>
                  <a:gd name="T11" fmla="*/ 0 h 781"/>
                  <a:gd name="T12" fmla="*/ 331 w 677"/>
                  <a:gd name="T13" fmla="*/ 0 h 781"/>
                  <a:gd name="T14" fmla="*/ 0 w 677"/>
                  <a:gd name="T15" fmla="*/ 54 h 781"/>
                  <a:gd name="T16" fmla="*/ 0 w 677"/>
                  <a:gd name="T17" fmla="*/ 112 h 781"/>
                  <a:gd name="T18" fmla="*/ 12 w 677"/>
                  <a:gd name="T19" fmla="*/ 112 h 781"/>
                  <a:gd name="T20" fmla="*/ 141 w 677"/>
                  <a:gd name="T21" fmla="*/ 236 h 781"/>
                  <a:gd name="T22" fmla="*/ 141 w 677"/>
                  <a:gd name="T23" fmla="*/ 780 h 781"/>
                  <a:gd name="T24" fmla="*/ 348 w 677"/>
                  <a:gd name="T25" fmla="*/ 780 h 781"/>
                  <a:gd name="T26" fmla="*/ 348 w 677"/>
                  <a:gd name="T27" fmla="*/ 390 h 781"/>
                  <a:gd name="T28" fmla="*/ 568 w 677"/>
                  <a:gd name="T29" fmla="*/ 170 h 781"/>
                  <a:gd name="T30" fmla="*/ 643 w 677"/>
                  <a:gd name="T31" fmla="*/ 183 h 781"/>
                  <a:gd name="T32" fmla="*/ 676 w 677"/>
                  <a:gd name="T33" fmla="*/ 191 h 781"/>
                  <a:gd name="T34" fmla="*/ 676 w 677"/>
                  <a:gd name="T35" fmla="*/ 174 h 7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77" h="781">
                    <a:moveTo>
                      <a:pt x="676" y="174"/>
                    </a:moveTo>
                    <a:lnTo>
                      <a:pt x="676" y="12"/>
                    </a:lnTo>
                    <a:lnTo>
                      <a:pt x="663" y="12"/>
                    </a:lnTo>
                    <a:cubicBezTo>
                      <a:pt x="630" y="8"/>
                      <a:pt x="593" y="4"/>
                      <a:pt x="564" y="4"/>
                    </a:cubicBezTo>
                    <a:cubicBezTo>
                      <a:pt x="443" y="4"/>
                      <a:pt x="381" y="91"/>
                      <a:pt x="348" y="158"/>
                    </a:cubicBezTo>
                    <a:cubicBezTo>
                      <a:pt x="348" y="95"/>
                      <a:pt x="348" y="0"/>
                      <a:pt x="348" y="0"/>
                    </a:cubicBezTo>
                    <a:lnTo>
                      <a:pt x="331" y="0"/>
                    </a:lnTo>
                    <a:lnTo>
                      <a:pt x="0" y="54"/>
                    </a:lnTo>
                    <a:lnTo>
                      <a:pt x="0" y="112"/>
                    </a:lnTo>
                    <a:lnTo>
                      <a:pt x="12" y="112"/>
                    </a:lnTo>
                    <a:cubicBezTo>
                      <a:pt x="116" y="116"/>
                      <a:pt x="141" y="137"/>
                      <a:pt x="141" y="236"/>
                    </a:cubicBezTo>
                    <a:lnTo>
                      <a:pt x="141" y="780"/>
                    </a:lnTo>
                    <a:lnTo>
                      <a:pt x="348" y="780"/>
                    </a:lnTo>
                    <a:lnTo>
                      <a:pt x="348" y="390"/>
                    </a:lnTo>
                    <a:cubicBezTo>
                      <a:pt x="348" y="324"/>
                      <a:pt x="369" y="170"/>
                      <a:pt x="568" y="170"/>
                    </a:cubicBezTo>
                    <a:cubicBezTo>
                      <a:pt x="593" y="170"/>
                      <a:pt x="618" y="178"/>
                      <a:pt x="643" y="183"/>
                    </a:cubicBezTo>
                    <a:lnTo>
                      <a:pt x="676" y="191"/>
                    </a:lnTo>
                    <a:lnTo>
                      <a:pt x="676" y="174"/>
                    </a:ln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414141"/>
                  </a:solidFill>
                  <a:latin typeface="Arial"/>
                </a:endParaRPr>
              </a:p>
            </p:txBody>
          </p:sp>
          <p:sp>
            <p:nvSpPr>
              <p:cNvPr id="85" name="Freeform 15">
                <a:extLst>
                  <a:ext uri="{FF2B5EF4-FFF2-40B4-BE49-F238E27FC236}">
                    <a16:creationId xmlns:a16="http://schemas.microsoft.com/office/drawing/2014/main" id="{FAE5FF5C-BE4F-42AA-8A47-4713DF803B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6275" y="4200525"/>
                <a:ext cx="266700" cy="287338"/>
              </a:xfrm>
              <a:custGeom>
                <a:avLst/>
                <a:gdLst>
                  <a:gd name="T0" fmla="*/ 738 w 743"/>
                  <a:gd name="T1" fmla="*/ 315 h 797"/>
                  <a:gd name="T2" fmla="*/ 390 w 743"/>
                  <a:gd name="T3" fmla="*/ 0 h 797"/>
                  <a:gd name="T4" fmla="*/ 0 w 743"/>
                  <a:gd name="T5" fmla="*/ 373 h 797"/>
                  <a:gd name="T6" fmla="*/ 456 w 743"/>
                  <a:gd name="T7" fmla="*/ 796 h 797"/>
                  <a:gd name="T8" fmla="*/ 713 w 743"/>
                  <a:gd name="T9" fmla="*/ 755 h 797"/>
                  <a:gd name="T10" fmla="*/ 726 w 743"/>
                  <a:gd name="T11" fmla="*/ 751 h 797"/>
                  <a:gd name="T12" fmla="*/ 726 w 743"/>
                  <a:gd name="T13" fmla="*/ 651 h 797"/>
                  <a:gd name="T14" fmla="*/ 705 w 743"/>
                  <a:gd name="T15" fmla="*/ 660 h 797"/>
                  <a:gd name="T16" fmla="*/ 543 w 743"/>
                  <a:gd name="T17" fmla="*/ 684 h 797"/>
                  <a:gd name="T18" fmla="*/ 232 w 743"/>
                  <a:gd name="T19" fmla="*/ 332 h 797"/>
                  <a:gd name="T20" fmla="*/ 742 w 743"/>
                  <a:gd name="T21" fmla="*/ 332 h 797"/>
                  <a:gd name="T22" fmla="*/ 742 w 743"/>
                  <a:gd name="T23" fmla="*/ 315 h 797"/>
                  <a:gd name="T24" fmla="*/ 738 w 743"/>
                  <a:gd name="T25" fmla="*/ 315 h 797"/>
                  <a:gd name="T26" fmla="*/ 386 w 743"/>
                  <a:gd name="T27" fmla="*/ 83 h 797"/>
                  <a:gd name="T28" fmla="*/ 531 w 743"/>
                  <a:gd name="T29" fmla="*/ 236 h 797"/>
                  <a:gd name="T30" fmla="*/ 228 w 743"/>
                  <a:gd name="T31" fmla="*/ 236 h 797"/>
                  <a:gd name="T32" fmla="*/ 386 w 743"/>
                  <a:gd name="T33" fmla="*/ 83 h 7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743" h="797">
                    <a:moveTo>
                      <a:pt x="738" y="315"/>
                    </a:moveTo>
                    <a:cubicBezTo>
                      <a:pt x="738" y="104"/>
                      <a:pt x="622" y="0"/>
                      <a:pt x="390" y="0"/>
                    </a:cubicBezTo>
                    <a:cubicBezTo>
                      <a:pt x="128" y="0"/>
                      <a:pt x="0" y="124"/>
                      <a:pt x="0" y="373"/>
                    </a:cubicBezTo>
                    <a:cubicBezTo>
                      <a:pt x="0" y="639"/>
                      <a:pt x="170" y="796"/>
                      <a:pt x="456" y="796"/>
                    </a:cubicBezTo>
                    <a:cubicBezTo>
                      <a:pt x="581" y="796"/>
                      <a:pt x="676" y="763"/>
                      <a:pt x="713" y="755"/>
                    </a:cubicBezTo>
                    <a:lnTo>
                      <a:pt x="726" y="751"/>
                    </a:lnTo>
                    <a:lnTo>
                      <a:pt x="726" y="651"/>
                    </a:lnTo>
                    <a:lnTo>
                      <a:pt x="705" y="660"/>
                    </a:lnTo>
                    <a:cubicBezTo>
                      <a:pt x="672" y="672"/>
                      <a:pt x="610" y="684"/>
                      <a:pt x="543" y="684"/>
                    </a:cubicBezTo>
                    <a:cubicBezTo>
                      <a:pt x="319" y="684"/>
                      <a:pt x="236" y="498"/>
                      <a:pt x="232" y="332"/>
                    </a:cubicBezTo>
                    <a:cubicBezTo>
                      <a:pt x="261" y="332"/>
                      <a:pt x="742" y="332"/>
                      <a:pt x="742" y="332"/>
                    </a:cubicBezTo>
                    <a:lnTo>
                      <a:pt x="742" y="315"/>
                    </a:lnTo>
                    <a:lnTo>
                      <a:pt x="738" y="315"/>
                    </a:lnTo>
                    <a:close/>
                    <a:moveTo>
                      <a:pt x="386" y="83"/>
                    </a:moveTo>
                    <a:cubicBezTo>
                      <a:pt x="498" y="83"/>
                      <a:pt x="527" y="166"/>
                      <a:pt x="531" y="236"/>
                    </a:cubicBezTo>
                    <a:cubicBezTo>
                      <a:pt x="506" y="236"/>
                      <a:pt x="257" y="236"/>
                      <a:pt x="228" y="236"/>
                    </a:cubicBezTo>
                    <a:cubicBezTo>
                      <a:pt x="232" y="183"/>
                      <a:pt x="269" y="83"/>
                      <a:pt x="386" y="83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414141"/>
                  </a:solidFill>
                  <a:latin typeface="Arial"/>
                </a:endParaRPr>
              </a:p>
            </p:txBody>
          </p:sp>
          <p:sp>
            <p:nvSpPr>
              <p:cNvPr id="86" name="Freeform 16">
                <a:extLst>
                  <a:ext uri="{FF2B5EF4-FFF2-40B4-BE49-F238E27FC236}">
                    <a16:creationId xmlns:a16="http://schemas.microsoft.com/office/drawing/2014/main" id="{182F57F3-B463-4C10-96FE-966AF0C108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10175" y="4071938"/>
                <a:ext cx="314325" cy="409575"/>
              </a:xfrm>
              <a:custGeom>
                <a:avLst/>
                <a:gdLst>
                  <a:gd name="T0" fmla="*/ 634 w 872"/>
                  <a:gd name="T1" fmla="*/ 357 h 1138"/>
                  <a:gd name="T2" fmla="*/ 348 w 872"/>
                  <a:gd name="T3" fmla="*/ 523 h 1138"/>
                  <a:gd name="T4" fmla="*/ 348 w 872"/>
                  <a:gd name="T5" fmla="*/ 0 h 1138"/>
                  <a:gd name="T6" fmla="*/ 332 w 872"/>
                  <a:gd name="T7" fmla="*/ 4 h 1138"/>
                  <a:gd name="T8" fmla="*/ 0 w 872"/>
                  <a:gd name="T9" fmla="*/ 46 h 1138"/>
                  <a:gd name="T10" fmla="*/ 0 w 872"/>
                  <a:gd name="T11" fmla="*/ 104 h 1138"/>
                  <a:gd name="T12" fmla="*/ 16 w 872"/>
                  <a:gd name="T13" fmla="*/ 104 h 1138"/>
                  <a:gd name="T14" fmla="*/ 141 w 872"/>
                  <a:gd name="T15" fmla="*/ 233 h 1138"/>
                  <a:gd name="T16" fmla="*/ 141 w 872"/>
                  <a:gd name="T17" fmla="*/ 1137 h 1138"/>
                  <a:gd name="T18" fmla="*/ 348 w 872"/>
                  <a:gd name="T19" fmla="*/ 1137 h 1138"/>
                  <a:gd name="T20" fmla="*/ 348 w 872"/>
                  <a:gd name="T21" fmla="*/ 747 h 1138"/>
                  <a:gd name="T22" fmla="*/ 547 w 872"/>
                  <a:gd name="T23" fmla="*/ 494 h 1138"/>
                  <a:gd name="T24" fmla="*/ 663 w 872"/>
                  <a:gd name="T25" fmla="*/ 660 h 1138"/>
                  <a:gd name="T26" fmla="*/ 663 w 872"/>
                  <a:gd name="T27" fmla="*/ 1137 h 1138"/>
                  <a:gd name="T28" fmla="*/ 871 w 872"/>
                  <a:gd name="T29" fmla="*/ 1137 h 1138"/>
                  <a:gd name="T30" fmla="*/ 871 w 872"/>
                  <a:gd name="T31" fmla="*/ 635 h 1138"/>
                  <a:gd name="T32" fmla="*/ 634 w 872"/>
                  <a:gd name="T33" fmla="*/ 357 h 1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872" h="1138">
                    <a:moveTo>
                      <a:pt x="634" y="357"/>
                    </a:moveTo>
                    <a:cubicBezTo>
                      <a:pt x="481" y="357"/>
                      <a:pt x="394" y="452"/>
                      <a:pt x="348" y="523"/>
                    </a:cubicBezTo>
                    <a:cubicBezTo>
                      <a:pt x="348" y="440"/>
                      <a:pt x="348" y="0"/>
                      <a:pt x="348" y="0"/>
                    </a:cubicBezTo>
                    <a:lnTo>
                      <a:pt x="332" y="4"/>
                    </a:lnTo>
                    <a:lnTo>
                      <a:pt x="0" y="46"/>
                    </a:lnTo>
                    <a:lnTo>
                      <a:pt x="0" y="104"/>
                    </a:lnTo>
                    <a:lnTo>
                      <a:pt x="16" y="104"/>
                    </a:lnTo>
                    <a:cubicBezTo>
                      <a:pt x="120" y="108"/>
                      <a:pt x="141" y="133"/>
                      <a:pt x="141" y="233"/>
                    </a:cubicBezTo>
                    <a:lnTo>
                      <a:pt x="141" y="1137"/>
                    </a:lnTo>
                    <a:lnTo>
                      <a:pt x="348" y="1137"/>
                    </a:lnTo>
                    <a:lnTo>
                      <a:pt x="348" y="747"/>
                    </a:lnTo>
                    <a:cubicBezTo>
                      <a:pt x="348" y="606"/>
                      <a:pt x="456" y="494"/>
                      <a:pt x="547" y="494"/>
                    </a:cubicBezTo>
                    <a:cubicBezTo>
                      <a:pt x="663" y="494"/>
                      <a:pt x="663" y="581"/>
                      <a:pt x="663" y="660"/>
                    </a:cubicBezTo>
                    <a:lnTo>
                      <a:pt x="663" y="1137"/>
                    </a:lnTo>
                    <a:lnTo>
                      <a:pt x="871" y="1137"/>
                    </a:lnTo>
                    <a:lnTo>
                      <a:pt x="871" y="635"/>
                    </a:lnTo>
                    <a:cubicBezTo>
                      <a:pt x="871" y="552"/>
                      <a:pt x="871" y="357"/>
                      <a:pt x="634" y="357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414141"/>
                  </a:solidFill>
                  <a:latin typeface="Arial"/>
                </a:endParaRPr>
              </a:p>
            </p:txBody>
          </p:sp>
          <p:sp>
            <p:nvSpPr>
              <p:cNvPr id="87" name="Freeform 17">
                <a:extLst>
                  <a:ext uri="{FF2B5EF4-FFF2-40B4-BE49-F238E27FC236}">
                    <a16:creationId xmlns:a16="http://schemas.microsoft.com/office/drawing/2014/main" id="{5C013699-02B9-4963-8979-D798E5B8F2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94350" y="4200525"/>
                <a:ext cx="266700" cy="287338"/>
              </a:xfrm>
              <a:custGeom>
                <a:avLst/>
                <a:gdLst>
                  <a:gd name="T0" fmla="*/ 742 w 743"/>
                  <a:gd name="T1" fmla="*/ 315 h 797"/>
                  <a:gd name="T2" fmla="*/ 394 w 743"/>
                  <a:gd name="T3" fmla="*/ 0 h 797"/>
                  <a:gd name="T4" fmla="*/ 0 w 743"/>
                  <a:gd name="T5" fmla="*/ 373 h 797"/>
                  <a:gd name="T6" fmla="*/ 456 w 743"/>
                  <a:gd name="T7" fmla="*/ 796 h 797"/>
                  <a:gd name="T8" fmla="*/ 713 w 743"/>
                  <a:gd name="T9" fmla="*/ 755 h 797"/>
                  <a:gd name="T10" fmla="*/ 726 w 743"/>
                  <a:gd name="T11" fmla="*/ 751 h 797"/>
                  <a:gd name="T12" fmla="*/ 726 w 743"/>
                  <a:gd name="T13" fmla="*/ 651 h 797"/>
                  <a:gd name="T14" fmla="*/ 705 w 743"/>
                  <a:gd name="T15" fmla="*/ 660 h 797"/>
                  <a:gd name="T16" fmla="*/ 543 w 743"/>
                  <a:gd name="T17" fmla="*/ 684 h 797"/>
                  <a:gd name="T18" fmla="*/ 232 w 743"/>
                  <a:gd name="T19" fmla="*/ 332 h 797"/>
                  <a:gd name="T20" fmla="*/ 742 w 743"/>
                  <a:gd name="T21" fmla="*/ 332 h 797"/>
                  <a:gd name="T22" fmla="*/ 742 w 743"/>
                  <a:gd name="T23" fmla="*/ 315 h 797"/>
                  <a:gd name="T24" fmla="*/ 386 w 743"/>
                  <a:gd name="T25" fmla="*/ 83 h 797"/>
                  <a:gd name="T26" fmla="*/ 531 w 743"/>
                  <a:gd name="T27" fmla="*/ 236 h 797"/>
                  <a:gd name="T28" fmla="*/ 228 w 743"/>
                  <a:gd name="T29" fmla="*/ 236 h 797"/>
                  <a:gd name="T30" fmla="*/ 386 w 743"/>
                  <a:gd name="T31" fmla="*/ 83 h 7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743" h="797">
                    <a:moveTo>
                      <a:pt x="742" y="315"/>
                    </a:moveTo>
                    <a:cubicBezTo>
                      <a:pt x="742" y="104"/>
                      <a:pt x="626" y="0"/>
                      <a:pt x="394" y="0"/>
                    </a:cubicBezTo>
                    <a:cubicBezTo>
                      <a:pt x="133" y="0"/>
                      <a:pt x="0" y="124"/>
                      <a:pt x="0" y="373"/>
                    </a:cubicBezTo>
                    <a:cubicBezTo>
                      <a:pt x="0" y="639"/>
                      <a:pt x="170" y="796"/>
                      <a:pt x="456" y="796"/>
                    </a:cubicBezTo>
                    <a:cubicBezTo>
                      <a:pt x="581" y="796"/>
                      <a:pt x="676" y="763"/>
                      <a:pt x="713" y="755"/>
                    </a:cubicBezTo>
                    <a:lnTo>
                      <a:pt x="726" y="751"/>
                    </a:lnTo>
                    <a:lnTo>
                      <a:pt x="726" y="651"/>
                    </a:lnTo>
                    <a:lnTo>
                      <a:pt x="705" y="660"/>
                    </a:lnTo>
                    <a:cubicBezTo>
                      <a:pt x="672" y="672"/>
                      <a:pt x="610" y="684"/>
                      <a:pt x="543" y="684"/>
                    </a:cubicBezTo>
                    <a:cubicBezTo>
                      <a:pt x="319" y="684"/>
                      <a:pt x="236" y="498"/>
                      <a:pt x="232" y="332"/>
                    </a:cubicBezTo>
                    <a:cubicBezTo>
                      <a:pt x="261" y="332"/>
                      <a:pt x="742" y="332"/>
                      <a:pt x="742" y="332"/>
                    </a:cubicBezTo>
                    <a:lnTo>
                      <a:pt x="742" y="315"/>
                    </a:lnTo>
                    <a:close/>
                    <a:moveTo>
                      <a:pt x="386" y="83"/>
                    </a:moveTo>
                    <a:cubicBezTo>
                      <a:pt x="498" y="83"/>
                      <a:pt x="527" y="166"/>
                      <a:pt x="531" y="236"/>
                    </a:cubicBezTo>
                    <a:cubicBezTo>
                      <a:pt x="506" y="236"/>
                      <a:pt x="257" y="236"/>
                      <a:pt x="228" y="236"/>
                    </a:cubicBezTo>
                    <a:cubicBezTo>
                      <a:pt x="236" y="183"/>
                      <a:pt x="270" y="83"/>
                      <a:pt x="386" y="83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414141"/>
                  </a:solidFill>
                  <a:latin typeface="Arial"/>
                </a:endParaRPr>
              </a:p>
            </p:txBody>
          </p:sp>
          <p:sp>
            <p:nvSpPr>
              <p:cNvPr id="88" name="Freeform 18">
                <a:extLst>
                  <a:ext uri="{FF2B5EF4-FFF2-40B4-BE49-F238E27FC236}">
                    <a16:creationId xmlns:a16="http://schemas.microsoft.com/office/drawing/2014/main" id="{55DC87D7-B888-4A5B-B1CD-FC859FE6DD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64113" y="4121150"/>
                <a:ext cx="212725" cy="366713"/>
              </a:xfrm>
              <a:custGeom>
                <a:avLst/>
                <a:gdLst>
                  <a:gd name="T0" fmla="*/ 141 w 589"/>
                  <a:gd name="T1" fmla="*/ 237 h 1017"/>
                  <a:gd name="T2" fmla="*/ 0 w 589"/>
                  <a:gd name="T3" fmla="*/ 237 h 1017"/>
                  <a:gd name="T4" fmla="*/ 0 w 589"/>
                  <a:gd name="T5" fmla="*/ 328 h 1017"/>
                  <a:gd name="T6" fmla="*/ 141 w 589"/>
                  <a:gd name="T7" fmla="*/ 328 h 1017"/>
                  <a:gd name="T8" fmla="*/ 141 w 589"/>
                  <a:gd name="T9" fmla="*/ 797 h 1017"/>
                  <a:gd name="T10" fmla="*/ 427 w 589"/>
                  <a:gd name="T11" fmla="*/ 1016 h 1017"/>
                  <a:gd name="T12" fmla="*/ 551 w 589"/>
                  <a:gd name="T13" fmla="*/ 1004 h 1017"/>
                  <a:gd name="T14" fmla="*/ 564 w 589"/>
                  <a:gd name="T15" fmla="*/ 1004 h 1017"/>
                  <a:gd name="T16" fmla="*/ 564 w 589"/>
                  <a:gd name="T17" fmla="*/ 909 h 1017"/>
                  <a:gd name="T18" fmla="*/ 547 w 589"/>
                  <a:gd name="T19" fmla="*/ 913 h 1017"/>
                  <a:gd name="T20" fmla="*/ 485 w 589"/>
                  <a:gd name="T21" fmla="*/ 917 h 1017"/>
                  <a:gd name="T22" fmla="*/ 352 w 589"/>
                  <a:gd name="T23" fmla="*/ 772 h 1017"/>
                  <a:gd name="T24" fmla="*/ 352 w 589"/>
                  <a:gd name="T25" fmla="*/ 328 h 1017"/>
                  <a:gd name="T26" fmla="*/ 588 w 589"/>
                  <a:gd name="T27" fmla="*/ 328 h 1017"/>
                  <a:gd name="T28" fmla="*/ 588 w 589"/>
                  <a:gd name="T29" fmla="*/ 237 h 1017"/>
                  <a:gd name="T30" fmla="*/ 352 w 589"/>
                  <a:gd name="T31" fmla="*/ 237 h 1017"/>
                  <a:gd name="T32" fmla="*/ 352 w 589"/>
                  <a:gd name="T33" fmla="*/ 0 h 1017"/>
                  <a:gd name="T34" fmla="*/ 141 w 589"/>
                  <a:gd name="T35" fmla="*/ 0 h 1017"/>
                  <a:gd name="T36" fmla="*/ 141 w 589"/>
                  <a:gd name="T37" fmla="*/ 237 h 10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9" h="1017">
                    <a:moveTo>
                      <a:pt x="141" y="237"/>
                    </a:moveTo>
                    <a:lnTo>
                      <a:pt x="0" y="237"/>
                    </a:lnTo>
                    <a:lnTo>
                      <a:pt x="0" y="328"/>
                    </a:lnTo>
                    <a:lnTo>
                      <a:pt x="141" y="328"/>
                    </a:lnTo>
                    <a:lnTo>
                      <a:pt x="141" y="797"/>
                    </a:lnTo>
                    <a:cubicBezTo>
                      <a:pt x="141" y="1000"/>
                      <a:pt x="270" y="1016"/>
                      <a:pt x="427" y="1016"/>
                    </a:cubicBezTo>
                    <a:cubicBezTo>
                      <a:pt x="464" y="1016"/>
                      <a:pt x="505" y="1012"/>
                      <a:pt x="551" y="1004"/>
                    </a:cubicBezTo>
                    <a:lnTo>
                      <a:pt x="564" y="1004"/>
                    </a:lnTo>
                    <a:lnTo>
                      <a:pt x="564" y="909"/>
                    </a:lnTo>
                    <a:lnTo>
                      <a:pt x="547" y="913"/>
                    </a:lnTo>
                    <a:cubicBezTo>
                      <a:pt x="530" y="917"/>
                      <a:pt x="510" y="917"/>
                      <a:pt x="485" y="917"/>
                    </a:cubicBezTo>
                    <a:cubicBezTo>
                      <a:pt x="360" y="917"/>
                      <a:pt x="352" y="880"/>
                      <a:pt x="352" y="772"/>
                    </a:cubicBezTo>
                    <a:lnTo>
                      <a:pt x="352" y="328"/>
                    </a:lnTo>
                    <a:lnTo>
                      <a:pt x="588" y="328"/>
                    </a:lnTo>
                    <a:lnTo>
                      <a:pt x="588" y="237"/>
                    </a:lnTo>
                    <a:lnTo>
                      <a:pt x="352" y="237"/>
                    </a:lnTo>
                    <a:lnTo>
                      <a:pt x="352" y="0"/>
                    </a:lnTo>
                    <a:lnTo>
                      <a:pt x="141" y="0"/>
                    </a:lnTo>
                    <a:lnTo>
                      <a:pt x="141" y="237"/>
                    </a:ln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414141"/>
                  </a:solidFill>
                  <a:latin typeface="Arial"/>
                </a:endParaRPr>
              </a:p>
            </p:txBody>
          </p:sp>
          <p:sp>
            <p:nvSpPr>
              <p:cNvPr id="89" name="Freeform 19">
                <a:extLst>
                  <a:ext uri="{FF2B5EF4-FFF2-40B4-BE49-F238E27FC236}">
                    <a16:creationId xmlns:a16="http://schemas.microsoft.com/office/drawing/2014/main" id="{666748F1-C26D-4D78-8048-B00482E00C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49963" y="4087813"/>
                <a:ext cx="450850" cy="395287"/>
              </a:xfrm>
              <a:custGeom>
                <a:avLst/>
                <a:gdLst>
                  <a:gd name="T0" fmla="*/ 1245 w 1254"/>
                  <a:gd name="T1" fmla="*/ 0 h 1096"/>
                  <a:gd name="T2" fmla="*/ 1033 w 1254"/>
                  <a:gd name="T3" fmla="*/ 0 h 1096"/>
                  <a:gd name="T4" fmla="*/ 1033 w 1254"/>
                  <a:gd name="T5" fmla="*/ 829 h 1096"/>
                  <a:gd name="T6" fmla="*/ 485 w 1254"/>
                  <a:gd name="T7" fmla="*/ 0 h 1096"/>
                  <a:gd name="T8" fmla="*/ 0 w 1254"/>
                  <a:gd name="T9" fmla="*/ 0 h 1096"/>
                  <a:gd name="T10" fmla="*/ 0 w 1254"/>
                  <a:gd name="T11" fmla="*/ 62 h 1096"/>
                  <a:gd name="T12" fmla="*/ 42 w 1254"/>
                  <a:gd name="T13" fmla="*/ 70 h 1096"/>
                  <a:gd name="T14" fmla="*/ 178 w 1254"/>
                  <a:gd name="T15" fmla="*/ 220 h 1096"/>
                  <a:gd name="T16" fmla="*/ 178 w 1254"/>
                  <a:gd name="T17" fmla="*/ 1095 h 1096"/>
                  <a:gd name="T18" fmla="*/ 403 w 1254"/>
                  <a:gd name="T19" fmla="*/ 1095 h 1096"/>
                  <a:gd name="T20" fmla="*/ 403 w 1254"/>
                  <a:gd name="T21" fmla="*/ 228 h 1096"/>
                  <a:gd name="T22" fmla="*/ 975 w 1254"/>
                  <a:gd name="T23" fmla="*/ 1095 h 1096"/>
                  <a:gd name="T24" fmla="*/ 1253 w 1254"/>
                  <a:gd name="T25" fmla="*/ 1095 h 1096"/>
                  <a:gd name="T26" fmla="*/ 1253 w 1254"/>
                  <a:gd name="T27" fmla="*/ 0 h 1096"/>
                  <a:gd name="T28" fmla="*/ 1245 w 1254"/>
                  <a:gd name="T29" fmla="*/ 0 h 10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254" h="1096">
                    <a:moveTo>
                      <a:pt x="1245" y="0"/>
                    </a:moveTo>
                    <a:lnTo>
                      <a:pt x="1033" y="0"/>
                    </a:lnTo>
                    <a:cubicBezTo>
                      <a:pt x="1033" y="0"/>
                      <a:pt x="1033" y="751"/>
                      <a:pt x="1033" y="829"/>
                    </a:cubicBezTo>
                    <a:cubicBezTo>
                      <a:pt x="992" y="763"/>
                      <a:pt x="485" y="0"/>
                      <a:pt x="485" y="0"/>
                    </a:cubicBezTo>
                    <a:lnTo>
                      <a:pt x="0" y="0"/>
                    </a:lnTo>
                    <a:lnTo>
                      <a:pt x="0" y="62"/>
                    </a:lnTo>
                    <a:lnTo>
                      <a:pt x="42" y="70"/>
                    </a:lnTo>
                    <a:cubicBezTo>
                      <a:pt x="170" y="91"/>
                      <a:pt x="178" y="95"/>
                      <a:pt x="178" y="220"/>
                    </a:cubicBezTo>
                    <a:lnTo>
                      <a:pt x="178" y="1095"/>
                    </a:lnTo>
                    <a:lnTo>
                      <a:pt x="403" y="1095"/>
                    </a:lnTo>
                    <a:cubicBezTo>
                      <a:pt x="403" y="1095"/>
                      <a:pt x="403" y="307"/>
                      <a:pt x="403" y="228"/>
                    </a:cubicBezTo>
                    <a:cubicBezTo>
                      <a:pt x="448" y="294"/>
                      <a:pt x="975" y="1095"/>
                      <a:pt x="975" y="1095"/>
                    </a:cubicBezTo>
                    <a:lnTo>
                      <a:pt x="1253" y="1095"/>
                    </a:lnTo>
                    <a:lnTo>
                      <a:pt x="1253" y="0"/>
                    </a:lnTo>
                    <a:lnTo>
                      <a:pt x="1245" y="0"/>
                    </a:ln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414141"/>
                  </a:solidFill>
                  <a:latin typeface="Arial"/>
                </a:endParaRPr>
              </a:p>
            </p:txBody>
          </p:sp>
          <p:sp>
            <p:nvSpPr>
              <p:cNvPr id="90" name="Freeform 20">
                <a:extLst>
                  <a:ext uri="{FF2B5EF4-FFF2-40B4-BE49-F238E27FC236}">
                    <a16:creationId xmlns:a16="http://schemas.microsoft.com/office/drawing/2014/main" id="{DFCF386B-2FC1-41D8-8392-D840997D39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73838" y="4200525"/>
                <a:ext cx="266700" cy="287338"/>
              </a:xfrm>
              <a:custGeom>
                <a:avLst/>
                <a:gdLst>
                  <a:gd name="T0" fmla="*/ 390 w 740"/>
                  <a:gd name="T1" fmla="*/ 0 h 797"/>
                  <a:gd name="T2" fmla="*/ 0 w 740"/>
                  <a:gd name="T3" fmla="*/ 373 h 797"/>
                  <a:gd name="T4" fmla="*/ 456 w 740"/>
                  <a:gd name="T5" fmla="*/ 796 h 797"/>
                  <a:gd name="T6" fmla="*/ 714 w 740"/>
                  <a:gd name="T7" fmla="*/ 755 h 797"/>
                  <a:gd name="T8" fmla="*/ 726 w 740"/>
                  <a:gd name="T9" fmla="*/ 751 h 797"/>
                  <a:gd name="T10" fmla="*/ 726 w 740"/>
                  <a:gd name="T11" fmla="*/ 651 h 797"/>
                  <a:gd name="T12" fmla="*/ 705 w 740"/>
                  <a:gd name="T13" fmla="*/ 660 h 797"/>
                  <a:gd name="T14" fmla="*/ 539 w 740"/>
                  <a:gd name="T15" fmla="*/ 684 h 797"/>
                  <a:gd name="T16" fmla="*/ 228 w 740"/>
                  <a:gd name="T17" fmla="*/ 332 h 797"/>
                  <a:gd name="T18" fmla="*/ 739 w 740"/>
                  <a:gd name="T19" fmla="*/ 332 h 797"/>
                  <a:gd name="T20" fmla="*/ 739 w 740"/>
                  <a:gd name="T21" fmla="*/ 315 h 797"/>
                  <a:gd name="T22" fmla="*/ 390 w 740"/>
                  <a:gd name="T23" fmla="*/ 0 h 797"/>
                  <a:gd name="T24" fmla="*/ 386 w 740"/>
                  <a:gd name="T25" fmla="*/ 83 h 797"/>
                  <a:gd name="T26" fmla="*/ 531 w 740"/>
                  <a:gd name="T27" fmla="*/ 236 h 797"/>
                  <a:gd name="T28" fmla="*/ 228 w 740"/>
                  <a:gd name="T29" fmla="*/ 236 h 797"/>
                  <a:gd name="T30" fmla="*/ 386 w 740"/>
                  <a:gd name="T31" fmla="*/ 83 h 7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740" h="797">
                    <a:moveTo>
                      <a:pt x="390" y="0"/>
                    </a:moveTo>
                    <a:cubicBezTo>
                      <a:pt x="129" y="0"/>
                      <a:pt x="0" y="124"/>
                      <a:pt x="0" y="373"/>
                    </a:cubicBezTo>
                    <a:cubicBezTo>
                      <a:pt x="0" y="639"/>
                      <a:pt x="170" y="796"/>
                      <a:pt x="456" y="796"/>
                    </a:cubicBezTo>
                    <a:cubicBezTo>
                      <a:pt x="581" y="796"/>
                      <a:pt x="676" y="767"/>
                      <a:pt x="714" y="755"/>
                    </a:cubicBezTo>
                    <a:lnTo>
                      <a:pt x="726" y="751"/>
                    </a:lnTo>
                    <a:lnTo>
                      <a:pt x="726" y="651"/>
                    </a:lnTo>
                    <a:lnTo>
                      <a:pt x="705" y="660"/>
                    </a:lnTo>
                    <a:cubicBezTo>
                      <a:pt x="672" y="672"/>
                      <a:pt x="610" y="684"/>
                      <a:pt x="539" y="684"/>
                    </a:cubicBezTo>
                    <a:cubicBezTo>
                      <a:pt x="315" y="684"/>
                      <a:pt x="232" y="498"/>
                      <a:pt x="228" y="332"/>
                    </a:cubicBezTo>
                    <a:lnTo>
                      <a:pt x="739" y="332"/>
                    </a:lnTo>
                    <a:lnTo>
                      <a:pt x="739" y="315"/>
                    </a:lnTo>
                    <a:cubicBezTo>
                      <a:pt x="739" y="104"/>
                      <a:pt x="622" y="0"/>
                      <a:pt x="390" y="0"/>
                    </a:cubicBezTo>
                    <a:close/>
                    <a:moveTo>
                      <a:pt x="386" y="83"/>
                    </a:moveTo>
                    <a:cubicBezTo>
                      <a:pt x="498" y="83"/>
                      <a:pt x="527" y="162"/>
                      <a:pt x="531" y="236"/>
                    </a:cubicBezTo>
                    <a:lnTo>
                      <a:pt x="228" y="236"/>
                    </a:lnTo>
                    <a:cubicBezTo>
                      <a:pt x="232" y="187"/>
                      <a:pt x="270" y="83"/>
                      <a:pt x="386" y="83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414141"/>
                  </a:solidFill>
                  <a:latin typeface="Arial"/>
                </a:endParaRPr>
              </a:p>
            </p:txBody>
          </p:sp>
          <p:sp>
            <p:nvSpPr>
              <p:cNvPr id="94" name="Freeform 21">
                <a:extLst>
                  <a:ext uri="{FF2B5EF4-FFF2-40B4-BE49-F238E27FC236}">
                    <a16:creationId xmlns:a16="http://schemas.microsoft.com/office/drawing/2014/main" id="{5DF8247A-89FB-4B64-A2CC-BC0195D883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4075" y="4121150"/>
                <a:ext cx="212725" cy="366713"/>
              </a:xfrm>
              <a:custGeom>
                <a:avLst/>
                <a:gdLst>
                  <a:gd name="T0" fmla="*/ 141 w 590"/>
                  <a:gd name="T1" fmla="*/ 237 h 1017"/>
                  <a:gd name="T2" fmla="*/ 0 w 590"/>
                  <a:gd name="T3" fmla="*/ 237 h 1017"/>
                  <a:gd name="T4" fmla="*/ 0 w 590"/>
                  <a:gd name="T5" fmla="*/ 328 h 1017"/>
                  <a:gd name="T6" fmla="*/ 141 w 590"/>
                  <a:gd name="T7" fmla="*/ 328 h 1017"/>
                  <a:gd name="T8" fmla="*/ 141 w 590"/>
                  <a:gd name="T9" fmla="*/ 797 h 1017"/>
                  <a:gd name="T10" fmla="*/ 427 w 590"/>
                  <a:gd name="T11" fmla="*/ 1016 h 1017"/>
                  <a:gd name="T12" fmla="*/ 551 w 590"/>
                  <a:gd name="T13" fmla="*/ 1004 h 1017"/>
                  <a:gd name="T14" fmla="*/ 564 w 590"/>
                  <a:gd name="T15" fmla="*/ 1004 h 1017"/>
                  <a:gd name="T16" fmla="*/ 564 w 590"/>
                  <a:gd name="T17" fmla="*/ 909 h 1017"/>
                  <a:gd name="T18" fmla="*/ 547 w 590"/>
                  <a:gd name="T19" fmla="*/ 913 h 1017"/>
                  <a:gd name="T20" fmla="*/ 485 w 590"/>
                  <a:gd name="T21" fmla="*/ 917 h 1017"/>
                  <a:gd name="T22" fmla="*/ 352 w 590"/>
                  <a:gd name="T23" fmla="*/ 772 h 1017"/>
                  <a:gd name="T24" fmla="*/ 352 w 590"/>
                  <a:gd name="T25" fmla="*/ 328 h 1017"/>
                  <a:gd name="T26" fmla="*/ 589 w 590"/>
                  <a:gd name="T27" fmla="*/ 328 h 1017"/>
                  <a:gd name="T28" fmla="*/ 589 w 590"/>
                  <a:gd name="T29" fmla="*/ 237 h 1017"/>
                  <a:gd name="T30" fmla="*/ 352 w 590"/>
                  <a:gd name="T31" fmla="*/ 237 h 1017"/>
                  <a:gd name="T32" fmla="*/ 352 w 590"/>
                  <a:gd name="T33" fmla="*/ 0 h 1017"/>
                  <a:gd name="T34" fmla="*/ 141 w 590"/>
                  <a:gd name="T35" fmla="*/ 0 h 1017"/>
                  <a:gd name="T36" fmla="*/ 141 w 590"/>
                  <a:gd name="T37" fmla="*/ 237 h 10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90" h="1017">
                    <a:moveTo>
                      <a:pt x="141" y="237"/>
                    </a:moveTo>
                    <a:lnTo>
                      <a:pt x="0" y="237"/>
                    </a:lnTo>
                    <a:lnTo>
                      <a:pt x="0" y="328"/>
                    </a:lnTo>
                    <a:lnTo>
                      <a:pt x="141" y="328"/>
                    </a:lnTo>
                    <a:lnTo>
                      <a:pt x="141" y="797"/>
                    </a:lnTo>
                    <a:cubicBezTo>
                      <a:pt x="141" y="1000"/>
                      <a:pt x="269" y="1016"/>
                      <a:pt x="427" y="1016"/>
                    </a:cubicBezTo>
                    <a:cubicBezTo>
                      <a:pt x="464" y="1016"/>
                      <a:pt x="506" y="1012"/>
                      <a:pt x="551" y="1004"/>
                    </a:cubicBezTo>
                    <a:lnTo>
                      <a:pt x="564" y="1004"/>
                    </a:lnTo>
                    <a:lnTo>
                      <a:pt x="564" y="909"/>
                    </a:lnTo>
                    <a:lnTo>
                      <a:pt x="547" y="913"/>
                    </a:lnTo>
                    <a:cubicBezTo>
                      <a:pt x="531" y="917"/>
                      <a:pt x="510" y="917"/>
                      <a:pt x="485" y="917"/>
                    </a:cubicBezTo>
                    <a:cubicBezTo>
                      <a:pt x="361" y="917"/>
                      <a:pt x="352" y="880"/>
                      <a:pt x="352" y="772"/>
                    </a:cubicBezTo>
                    <a:lnTo>
                      <a:pt x="352" y="328"/>
                    </a:lnTo>
                    <a:lnTo>
                      <a:pt x="589" y="328"/>
                    </a:lnTo>
                    <a:lnTo>
                      <a:pt x="589" y="237"/>
                    </a:lnTo>
                    <a:lnTo>
                      <a:pt x="352" y="237"/>
                    </a:lnTo>
                    <a:lnTo>
                      <a:pt x="352" y="0"/>
                    </a:lnTo>
                    <a:lnTo>
                      <a:pt x="141" y="0"/>
                    </a:lnTo>
                    <a:lnTo>
                      <a:pt x="141" y="237"/>
                    </a:ln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414141"/>
                  </a:solidFill>
                  <a:latin typeface="Arial"/>
                </a:endParaRPr>
              </a:p>
            </p:txBody>
          </p:sp>
          <p:sp>
            <p:nvSpPr>
              <p:cNvPr id="95" name="Freeform 22">
                <a:extLst>
                  <a:ext uri="{FF2B5EF4-FFF2-40B4-BE49-F238E27FC236}">
                    <a16:creationId xmlns:a16="http://schemas.microsoft.com/office/drawing/2014/main" id="{05D404C8-2BF2-49EC-9CA0-0586077764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50063" y="4206875"/>
                <a:ext cx="331787" cy="274638"/>
              </a:xfrm>
              <a:custGeom>
                <a:avLst/>
                <a:gdLst>
                  <a:gd name="T0" fmla="*/ 705 w 921"/>
                  <a:gd name="T1" fmla="*/ 248 h 764"/>
                  <a:gd name="T2" fmla="*/ 920 w 921"/>
                  <a:gd name="T3" fmla="*/ 0 h 764"/>
                  <a:gd name="T4" fmla="*/ 701 w 921"/>
                  <a:gd name="T5" fmla="*/ 0 h 764"/>
                  <a:gd name="T6" fmla="*/ 497 w 921"/>
                  <a:gd name="T7" fmla="*/ 236 h 764"/>
                  <a:gd name="T8" fmla="*/ 319 w 921"/>
                  <a:gd name="T9" fmla="*/ 0 h 764"/>
                  <a:gd name="T10" fmla="*/ 0 w 921"/>
                  <a:gd name="T11" fmla="*/ 0 h 764"/>
                  <a:gd name="T12" fmla="*/ 0 w 921"/>
                  <a:gd name="T13" fmla="*/ 62 h 764"/>
                  <a:gd name="T14" fmla="*/ 12 w 921"/>
                  <a:gd name="T15" fmla="*/ 62 h 764"/>
                  <a:gd name="T16" fmla="*/ 211 w 921"/>
                  <a:gd name="T17" fmla="*/ 178 h 764"/>
                  <a:gd name="T18" fmla="*/ 344 w 921"/>
                  <a:gd name="T19" fmla="*/ 352 h 764"/>
                  <a:gd name="T20" fmla="*/ 128 w 921"/>
                  <a:gd name="T21" fmla="*/ 601 h 764"/>
                  <a:gd name="T22" fmla="*/ 348 w 921"/>
                  <a:gd name="T23" fmla="*/ 601 h 764"/>
                  <a:gd name="T24" fmla="*/ 443 w 921"/>
                  <a:gd name="T25" fmla="*/ 489 h 764"/>
                  <a:gd name="T26" fmla="*/ 651 w 921"/>
                  <a:gd name="T27" fmla="*/ 763 h 764"/>
                  <a:gd name="T28" fmla="*/ 900 w 921"/>
                  <a:gd name="T29" fmla="*/ 763 h 764"/>
                  <a:gd name="T30" fmla="*/ 506 w 921"/>
                  <a:gd name="T31" fmla="*/ 248 h 764"/>
                  <a:gd name="T32" fmla="*/ 705 w 921"/>
                  <a:gd name="T33" fmla="*/ 248 h 7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921" h="764">
                    <a:moveTo>
                      <a:pt x="705" y="248"/>
                    </a:moveTo>
                    <a:lnTo>
                      <a:pt x="920" y="0"/>
                    </a:lnTo>
                    <a:lnTo>
                      <a:pt x="701" y="0"/>
                    </a:lnTo>
                    <a:lnTo>
                      <a:pt x="497" y="236"/>
                    </a:lnTo>
                    <a:lnTo>
                      <a:pt x="319" y="0"/>
                    </a:lnTo>
                    <a:lnTo>
                      <a:pt x="0" y="0"/>
                    </a:lnTo>
                    <a:lnTo>
                      <a:pt x="0" y="62"/>
                    </a:lnTo>
                    <a:lnTo>
                      <a:pt x="12" y="62"/>
                    </a:lnTo>
                    <a:cubicBezTo>
                      <a:pt x="120" y="70"/>
                      <a:pt x="145" y="87"/>
                      <a:pt x="211" y="178"/>
                    </a:cubicBezTo>
                    <a:lnTo>
                      <a:pt x="344" y="352"/>
                    </a:lnTo>
                    <a:lnTo>
                      <a:pt x="128" y="601"/>
                    </a:lnTo>
                    <a:lnTo>
                      <a:pt x="348" y="601"/>
                    </a:lnTo>
                    <a:lnTo>
                      <a:pt x="443" y="489"/>
                    </a:lnTo>
                    <a:lnTo>
                      <a:pt x="651" y="763"/>
                    </a:lnTo>
                    <a:lnTo>
                      <a:pt x="900" y="763"/>
                    </a:lnTo>
                    <a:lnTo>
                      <a:pt x="506" y="248"/>
                    </a:lnTo>
                    <a:lnTo>
                      <a:pt x="705" y="248"/>
                    </a:ln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414141"/>
                  </a:solidFill>
                  <a:latin typeface="Arial"/>
                </a:endParaRPr>
              </a:p>
            </p:txBody>
          </p:sp>
          <p:sp>
            <p:nvSpPr>
              <p:cNvPr id="96" name="Freeform 23">
                <a:extLst>
                  <a:ext uri="{FF2B5EF4-FFF2-40B4-BE49-F238E27FC236}">
                    <a16:creationId xmlns:a16="http://schemas.microsoft.com/office/drawing/2014/main" id="{07860B91-5593-4DC3-9560-3354A14896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5500" y="4010025"/>
                <a:ext cx="176213" cy="111125"/>
              </a:xfrm>
              <a:custGeom>
                <a:avLst/>
                <a:gdLst>
                  <a:gd name="T0" fmla="*/ 224 w 490"/>
                  <a:gd name="T1" fmla="*/ 307 h 308"/>
                  <a:gd name="T2" fmla="*/ 0 w 490"/>
                  <a:gd name="T3" fmla="*/ 307 h 308"/>
                  <a:gd name="T4" fmla="*/ 269 w 490"/>
                  <a:gd name="T5" fmla="*/ 0 h 308"/>
                  <a:gd name="T6" fmla="*/ 489 w 490"/>
                  <a:gd name="T7" fmla="*/ 0 h 308"/>
                  <a:gd name="T8" fmla="*/ 224 w 490"/>
                  <a:gd name="T9" fmla="*/ 307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0" h="308">
                    <a:moveTo>
                      <a:pt x="224" y="307"/>
                    </a:moveTo>
                    <a:lnTo>
                      <a:pt x="0" y="307"/>
                    </a:lnTo>
                    <a:lnTo>
                      <a:pt x="269" y="0"/>
                    </a:lnTo>
                    <a:lnTo>
                      <a:pt x="489" y="0"/>
                    </a:lnTo>
                    <a:lnTo>
                      <a:pt x="224" y="307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414141"/>
                  </a:solidFill>
                  <a:latin typeface="Arial"/>
                </a:endParaRPr>
              </a:p>
            </p:txBody>
          </p:sp>
        </p:grp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9B43855F-559F-4FC6-A35A-91D3B1494462}"/>
                </a:ext>
              </a:extLst>
            </p:cNvPr>
            <p:cNvSpPr txBox="1"/>
            <p:nvPr userDrawn="1"/>
          </p:nvSpPr>
          <p:spPr>
            <a:xfrm>
              <a:off x="6641794" y="4911221"/>
              <a:ext cx="24625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kern="1200" dirty="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rPr>
                <a:t>© Hitachi Vantara LLC 2021. All Rights Reserved.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57034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9E025B30-4BB1-F448-B278-7B2C81E0F7C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42892" y="0"/>
            <a:ext cx="3201108" cy="5157216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F4B91763-ADC0-7D44-9870-E4D1DAD3B86E}"/>
              </a:ext>
            </a:extLst>
          </p:cNvPr>
          <p:cNvSpPr/>
          <p:nvPr userDrawn="1"/>
        </p:nvSpPr>
        <p:spPr>
          <a:xfrm>
            <a:off x="0" y="0"/>
            <a:ext cx="5943600" cy="5157216"/>
          </a:xfrm>
          <a:prstGeom prst="rect">
            <a:avLst/>
          </a:prstGeom>
          <a:gradFill>
            <a:gsLst>
              <a:gs pos="0">
                <a:schemeClr val="accent2">
                  <a:lumMod val="42000"/>
                </a:schemeClr>
              </a:gs>
              <a:gs pos="93000">
                <a:schemeClr val="accent2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57" name="Title 1"/>
          <p:cNvSpPr>
            <a:spLocks noGrp="1"/>
          </p:cNvSpPr>
          <p:nvPr>
            <p:ph type="ctrTitle" hasCustomPrompt="1"/>
          </p:nvPr>
        </p:nvSpPr>
        <p:spPr>
          <a:xfrm>
            <a:off x="681348" y="1407160"/>
            <a:ext cx="5148359" cy="728377"/>
          </a:xfrm>
          <a:prstGeom prst="rect">
            <a:avLst/>
          </a:prstGeom>
          <a:effectLst/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4400" b="1" cap="none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11" y="4915450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111F478C-84AE-4601-9BE4-60468A3A6C06}" type="slidenum">
              <a:rPr lang="en-US" sz="800" smtClean="0">
                <a:solidFill>
                  <a:prstClr val="white">
                    <a:alpha val="50000"/>
                  </a:prstClr>
                </a:solidFill>
                <a:latin typeface="Arial"/>
              </a:rPr>
              <a:pPr/>
              <a:t>‹#›</a:t>
            </a:fld>
            <a:endParaRPr lang="en-US" sz="800" dirty="0">
              <a:solidFill>
                <a:prstClr val="white">
                  <a:alpha val="50000"/>
                </a:prstClr>
              </a:solidFill>
              <a:latin typeface="Arial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F6F85EA-1CAA-F34C-8631-AB308554EFA3}"/>
              </a:ext>
            </a:extLst>
          </p:cNvPr>
          <p:cNvSpPr txBox="1"/>
          <p:nvPr userDrawn="1"/>
        </p:nvSpPr>
        <p:spPr>
          <a:xfrm>
            <a:off x="1611" y="4915450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111F478C-84AE-4601-9BE4-60468A3A6C06}" type="slidenum">
              <a:rPr lang="en-US" sz="800" smtClean="0">
                <a:solidFill>
                  <a:prstClr val="white">
                    <a:alpha val="50000"/>
                  </a:prstClr>
                </a:solidFill>
                <a:latin typeface="Arial"/>
              </a:rPr>
              <a:pPr/>
              <a:t>‹#›</a:t>
            </a:fld>
            <a:endParaRPr lang="en-US" sz="800" dirty="0">
              <a:solidFill>
                <a:prstClr val="white">
                  <a:alpha val="50000"/>
                </a:prstClr>
              </a:solidFill>
              <a:latin typeface="Arial"/>
            </a:endParaRPr>
          </a:p>
        </p:txBody>
      </p:sp>
      <p:pic>
        <p:nvPicPr>
          <p:cNvPr id="69" name="Graphic 68">
            <a:extLst>
              <a:ext uri="{FF2B5EF4-FFF2-40B4-BE49-F238E27FC236}">
                <a16:creationId xmlns:a16="http://schemas.microsoft.com/office/drawing/2014/main" id="{7CBF5BC0-8976-8B43-AA6F-BF4941E8F94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316" y="1422787"/>
            <a:ext cx="562508" cy="3718802"/>
          </a:xfrm>
          <a:prstGeom prst="rect">
            <a:avLst/>
          </a:prstGeom>
        </p:spPr>
      </p:pic>
      <p:sp>
        <p:nvSpPr>
          <p:cNvPr id="56" name="Rectangle 55">
            <a:extLst>
              <a:ext uri="{FF2B5EF4-FFF2-40B4-BE49-F238E27FC236}">
                <a16:creationId xmlns:a16="http://schemas.microsoft.com/office/drawing/2014/main" id="{5004F6D3-C3D9-4A83-A291-FFEE0E9401E9}"/>
              </a:ext>
            </a:extLst>
          </p:cNvPr>
          <p:cNvSpPr/>
          <p:nvPr userDrawn="1"/>
        </p:nvSpPr>
        <p:spPr>
          <a:xfrm>
            <a:off x="5942892" y="0"/>
            <a:ext cx="3201108" cy="5157216"/>
          </a:xfrm>
          <a:prstGeom prst="rect">
            <a:avLst/>
          </a:prstGeom>
          <a:gradFill flip="none" rotWithShape="1">
            <a:gsLst>
              <a:gs pos="71000">
                <a:schemeClr val="tx2">
                  <a:alpha val="0"/>
                </a:schemeClr>
              </a:gs>
              <a:gs pos="100000">
                <a:schemeClr val="tx2">
                  <a:alpha val="65000"/>
                </a:schemeClr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8C19837C-EF38-474F-8E7D-062C0F406CC5}"/>
              </a:ext>
            </a:extLst>
          </p:cNvPr>
          <p:cNvGrpSpPr/>
          <p:nvPr userDrawn="1"/>
        </p:nvGrpSpPr>
        <p:grpSpPr>
          <a:xfrm>
            <a:off x="6641794" y="225821"/>
            <a:ext cx="2462534" cy="4900844"/>
            <a:chOff x="6641794" y="225821"/>
            <a:chExt cx="2462534" cy="4900844"/>
          </a:xfrm>
        </p:grpSpPr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CA83CD46-990F-4C81-9604-3A8A9599B1AD}"/>
                </a:ext>
              </a:extLst>
            </p:cNvPr>
            <p:cNvGrpSpPr/>
            <p:nvPr userDrawn="1"/>
          </p:nvGrpSpPr>
          <p:grpSpPr>
            <a:xfrm>
              <a:off x="7684916" y="225821"/>
              <a:ext cx="1247901" cy="356665"/>
              <a:chOff x="2751138" y="3262313"/>
              <a:chExt cx="4665662" cy="1333500"/>
            </a:xfrm>
            <a:solidFill>
              <a:schemeClr val="bg1"/>
            </a:solidFill>
          </p:grpSpPr>
          <p:sp>
            <p:nvSpPr>
              <p:cNvPr id="71" name="Freeform 1">
                <a:extLst>
                  <a:ext uri="{FF2B5EF4-FFF2-40B4-BE49-F238E27FC236}">
                    <a16:creationId xmlns:a16="http://schemas.microsoft.com/office/drawing/2014/main" id="{6129E444-C87D-4894-ADB4-9532A06D06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0138" y="3275013"/>
                <a:ext cx="673100" cy="631825"/>
              </a:xfrm>
              <a:custGeom>
                <a:avLst/>
                <a:gdLst>
                  <a:gd name="T0" fmla="*/ 465 w 1868"/>
                  <a:gd name="T1" fmla="*/ 0 h 1755"/>
                  <a:gd name="T2" fmla="*/ 465 w 1868"/>
                  <a:gd name="T3" fmla="*/ 700 h 1755"/>
                  <a:gd name="T4" fmla="*/ 1402 w 1868"/>
                  <a:gd name="T5" fmla="*/ 700 h 1755"/>
                  <a:gd name="T6" fmla="*/ 1402 w 1868"/>
                  <a:gd name="T7" fmla="*/ 0 h 1755"/>
                  <a:gd name="T8" fmla="*/ 1867 w 1868"/>
                  <a:gd name="T9" fmla="*/ 0 h 1755"/>
                  <a:gd name="T10" fmla="*/ 1867 w 1868"/>
                  <a:gd name="T11" fmla="*/ 1754 h 1755"/>
                  <a:gd name="T12" fmla="*/ 1402 w 1868"/>
                  <a:gd name="T13" fmla="*/ 1754 h 1755"/>
                  <a:gd name="T14" fmla="*/ 1402 w 1868"/>
                  <a:gd name="T15" fmla="*/ 983 h 1755"/>
                  <a:gd name="T16" fmla="*/ 465 w 1868"/>
                  <a:gd name="T17" fmla="*/ 983 h 1755"/>
                  <a:gd name="T18" fmla="*/ 465 w 1868"/>
                  <a:gd name="T19" fmla="*/ 1754 h 1755"/>
                  <a:gd name="T20" fmla="*/ 0 w 1868"/>
                  <a:gd name="T21" fmla="*/ 1754 h 1755"/>
                  <a:gd name="T22" fmla="*/ 0 w 1868"/>
                  <a:gd name="T23" fmla="*/ 0 h 1755"/>
                  <a:gd name="T24" fmla="*/ 465 w 1868"/>
                  <a:gd name="T25" fmla="*/ 0 h 17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68" h="1755">
                    <a:moveTo>
                      <a:pt x="465" y="0"/>
                    </a:moveTo>
                    <a:cubicBezTo>
                      <a:pt x="465" y="0"/>
                      <a:pt x="465" y="705"/>
                      <a:pt x="465" y="700"/>
                    </a:cubicBezTo>
                    <a:lnTo>
                      <a:pt x="1402" y="700"/>
                    </a:lnTo>
                    <a:cubicBezTo>
                      <a:pt x="1402" y="705"/>
                      <a:pt x="1402" y="0"/>
                      <a:pt x="1402" y="0"/>
                    </a:cubicBezTo>
                    <a:cubicBezTo>
                      <a:pt x="1402" y="0"/>
                      <a:pt x="1863" y="0"/>
                      <a:pt x="1867" y="0"/>
                    </a:cubicBezTo>
                    <a:cubicBezTo>
                      <a:pt x="1867" y="0"/>
                      <a:pt x="1867" y="1750"/>
                      <a:pt x="1867" y="1754"/>
                    </a:cubicBezTo>
                    <a:lnTo>
                      <a:pt x="1402" y="1754"/>
                    </a:lnTo>
                    <a:cubicBezTo>
                      <a:pt x="1402" y="1754"/>
                      <a:pt x="1402" y="987"/>
                      <a:pt x="1402" y="983"/>
                    </a:cubicBezTo>
                    <a:cubicBezTo>
                      <a:pt x="1402" y="987"/>
                      <a:pt x="465" y="983"/>
                      <a:pt x="465" y="983"/>
                    </a:cubicBezTo>
                    <a:cubicBezTo>
                      <a:pt x="465" y="987"/>
                      <a:pt x="465" y="1754"/>
                      <a:pt x="465" y="1754"/>
                    </a:cubicBezTo>
                    <a:lnTo>
                      <a:pt x="0" y="1754"/>
                    </a:lnTo>
                    <a:cubicBezTo>
                      <a:pt x="0" y="1754"/>
                      <a:pt x="4" y="0"/>
                      <a:pt x="0" y="0"/>
                    </a:cubicBezTo>
                    <a:lnTo>
                      <a:pt x="465" y="0"/>
                    </a:ln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414141"/>
                  </a:solidFill>
                  <a:latin typeface="Arial"/>
                </a:endParaRPr>
              </a:p>
            </p:txBody>
          </p:sp>
          <p:sp>
            <p:nvSpPr>
              <p:cNvPr id="72" name="Freeform 2">
                <a:extLst>
                  <a:ext uri="{FF2B5EF4-FFF2-40B4-BE49-F238E27FC236}">
                    <a16:creationId xmlns:a16="http://schemas.microsoft.com/office/drawing/2014/main" id="{C79818DB-A1E4-4A28-BD3E-0036996BFB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3050" y="3275013"/>
                <a:ext cx="677863" cy="631825"/>
              </a:xfrm>
              <a:custGeom>
                <a:avLst/>
                <a:gdLst>
                  <a:gd name="T0" fmla="*/ 1883 w 1884"/>
                  <a:gd name="T1" fmla="*/ 0 h 1755"/>
                  <a:gd name="T2" fmla="*/ 1883 w 1884"/>
                  <a:gd name="T3" fmla="*/ 298 h 1755"/>
                  <a:gd name="T4" fmla="*/ 1174 w 1884"/>
                  <a:gd name="T5" fmla="*/ 298 h 1755"/>
                  <a:gd name="T6" fmla="*/ 1174 w 1884"/>
                  <a:gd name="T7" fmla="*/ 1754 h 1755"/>
                  <a:gd name="T8" fmla="*/ 709 w 1884"/>
                  <a:gd name="T9" fmla="*/ 1754 h 1755"/>
                  <a:gd name="T10" fmla="*/ 709 w 1884"/>
                  <a:gd name="T11" fmla="*/ 298 h 1755"/>
                  <a:gd name="T12" fmla="*/ 0 w 1884"/>
                  <a:gd name="T13" fmla="*/ 298 h 1755"/>
                  <a:gd name="T14" fmla="*/ 0 w 1884"/>
                  <a:gd name="T15" fmla="*/ 0 h 1755"/>
                  <a:gd name="T16" fmla="*/ 1883 w 1884"/>
                  <a:gd name="T17" fmla="*/ 0 h 17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884" h="1755">
                    <a:moveTo>
                      <a:pt x="1883" y="0"/>
                    </a:moveTo>
                    <a:cubicBezTo>
                      <a:pt x="1883" y="4"/>
                      <a:pt x="1883" y="298"/>
                      <a:pt x="1883" y="298"/>
                    </a:cubicBezTo>
                    <a:lnTo>
                      <a:pt x="1174" y="298"/>
                    </a:lnTo>
                    <a:lnTo>
                      <a:pt x="1174" y="1754"/>
                    </a:lnTo>
                    <a:lnTo>
                      <a:pt x="709" y="1754"/>
                    </a:lnTo>
                    <a:lnTo>
                      <a:pt x="709" y="298"/>
                    </a:lnTo>
                    <a:lnTo>
                      <a:pt x="0" y="298"/>
                    </a:lnTo>
                    <a:lnTo>
                      <a:pt x="0" y="0"/>
                    </a:lnTo>
                    <a:lnTo>
                      <a:pt x="1883" y="0"/>
                    </a:ln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414141"/>
                  </a:solidFill>
                  <a:latin typeface="Arial"/>
                </a:endParaRPr>
              </a:p>
            </p:txBody>
          </p:sp>
          <p:sp>
            <p:nvSpPr>
              <p:cNvPr id="73" name="Freeform 3">
                <a:extLst>
                  <a:ext uri="{FF2B5EF4-FFF2-40B4-BE49-F238E27FC236}">
                    <a16:creationId xmlns:a16="http://schemas.microsoft.com/office/drawing/2014/main" id="{2384BC5F-A8C3-4D1F-94E1-C1620B7B05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14863" y="3275013"/>
                <a:ext cx="796925" cy="631825"/>
              </a:xfrm>
              <a:custGeom>
                <a:avLst/>
                <a:gdLst>
                  <a:gd name="T0" fmla="*/ 2214 w 2215"/>
                  <a:gd name="T1" fmla="*/ 1754 h 1755"/>
                  <a:gd name="T2" fmla="*/ 1695 w 2215"/>
                  <a:gd name="T3" fmla="*/ 1754 h 1755"/>
                  <a:gd name="T4" fmla="*/ 1542 w 2215"/>
                  <a:gd name="T5" fmla="*/ 1377 h 1755"/>
                  <a:gd name="T6" fmla="*/ 672 w 2215"/>
                  <a:gd name="T7" fmla="*/ 1377 h 1755"/>
                  <a:gd name="T8" fmla="*/ 518 w 2215"/>
                  <a:gd name="T9" fmla="*/ 1754 h 1755"/>
                  <a:gd name="T10" fmla="*/ 0 w 2215"/>
                  <a:gd name="T11" fmla="*/ 1754 h 1755"/>
                  <a:gd name="T12" fmla="*/ 825 w 2215"/>
                  <a:gd name="T13" fmla="*/ 0 h 1755"/>
                  <a:gd name="T14" fmla="*/ 1392 w 2215"/>
                  <a:gd name="T15" fmla="*/ 0 h 1755"/>
                  <a:gd name="T16" fmla="*/ 2214 w 2215"/>
                  <a:gd name="T17" fmla="*/ 1754 h 1755"/>
                  <a:gd name="T18" fmla="*/ 788 w 2215"/>
                  <a:gd name="T19" fmla="*/ 1095 h 1755"/>
                  <a:gd name="T20" fmla="*/ 1434 w 2215"/>
                  <a:gd name="T21" fmla="*/ 1095 h 1755"/>
                  <a:gd name="T22" fmla="*/ 1107 w 2215"/>
                  <a:gd name="T23" fmla="*/ 298 h 1755"/>
                  <a:gd name="T24" fmla="*/ 788 w 2215"/>
                  <a:gd name="T25" fmla="*/ 1095 h 17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15" h="1755">
                    <a:moveTo>
                      <a:pt x="2214" y="1754"/>
                    </a:moveTo>
                    <a:cubicBezTo>
                      <a:pt x="2214" y="1754"/>
                      <a:pt x="1691" y="1754"/>
                      <a:pt x="1695" y="1754"/>
                    </a:cubicBezTo>
                    <a:lnTo>
                      <a:pt x="1542" y="1377"/>
                    </a:lnTo>
                    <a:lnTo>
                      <a:pt x="672" y="1377"/>
                    </a:lnTo>
                    <a:cubicBezTo>
                      <a:pt x="672" y="1377"/>
                      <a:pt x="522" y="1754"/>
                      <a:pt x="518" y="1754"/>
                    </a:cubicBezTo>
                    <a:lnTo>
                      <a:pt x="0" y="1754"/>
                    </a:lnTo>
                    <a:lnTo>
                      <a:pt x="825" y="0"/>
                    </a:lnTo>
                    <a:lnTo>
                      <a:pt x="1392" y="0"/>
                    </a:lnTo>
                    <a:lnTo>
                      <a:pt x="2214" y="1754"/>
                    </a:lnTo>
                    <a:close/>
                    <a:moveTo>
                      <a:pt x="788" y="1095"/>
                    </a:moveTo>
                    <a:lnTo>
                      <a:pt x="1434" y="1095"/>
                    </a:lnTo>
                    <a:lnTo>
                      <a:pt x="1107" y="298"/>
                    </a:lnTo>
                    <a:lnTo>
                      <a:pt x="788" y="1095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414141"/>
                  </a:solidFill>
                  <a:latin typeface="Arial"/>
                </a:endParaRPr>
              </a:p>
            </p:txBody>
          </p:sp>
          <p:sp>
            <p:nvSpPr>
              <p:cNvPr id="74" name="Freeform 4">
                <a:extLst>
                  <a:ext uri="{FF2B5EF4-FFF2-40B4-BE49-F238E27FC236}">
                    <a16:creationId xmlns:a16="http://schemas.microsoft.com/office/drawing/2014/main" id="{40039BBF-DE2B-4CDB-8429-492CEEB0DE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85000" y="3275013"/>
                <a:ext cx="166688" cy="631825"/>
              </a:xfrm>
              <a:custGeom>
                <a:avLst/>
                <a:gdLst>
                  <a:gd name="T0" fmla="*/ 232 w 465"/>
                  <a:gd name="T1" fmla="*/ 1754 h 1755"/>
                  <a:gd name="T2" fmla="*/ 0 w 465"/>
                  <a:gd name="T3" fmla="*/ 1754 h 1755"/>
                  <a:gd name="T4" fmla="*/ 0 w 465"/>
                  <a:gd name="T5" fmla="*/ 0 h 1755"/>
                  <a:gd name="T6" fmla="*/ 464 w 465"/>
                  <a:gd name="T7" fmla="*/ 0 h 1755"/>
                  <a:gd name="T8" fmla="*/ 464 w 465"/>
                  <a:gd name="T9" fmla="*/ 1754 h 1755"/>
                  <a:gd name="T10" fmla="*/ 232 w 465"/>
                  <a:gd name="T11" fmla="*/ 1754 h 17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65" h="1755">
                    <a:moveTo>
                      <a:pt x="232" y="1754"/>
                    </a:moveTo>
                    <a:lnTo>
                      <a:pt x="0" y="1754"/>
                    </a:lnTo>
                    <a:lnTo>
                      <a:pt x="0" y="0"/>
                    </a:lnTo>
                    <a:lnTo>
                      <a:pt x="464" y="0"/>
                    </a:lnTo>
                    <a:lnTo>
                      <a:pt x="464" y="1754"/>
                    </a:lnTo>
                    <a:lnTo>
                      <a:pt x="232" y="1754"/>
                    </a:ln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414141"/>
                  </a:solidFill>
                  <a:latin typeface="Arial"/>
                </a:endParaRPr>
              </a:p>
            </p:txBody>
          </p:sp>
          <p:sp>
            <p:nvSpPr>
              <p:cNvPr id="75" name="Freeform 5">
                <a:extLst>
                  <a:ext uri="{FF2B5EF4-FFF2-40B4-BE49-F238E27FC236}">
                    <a16:creationId xmlns:a16="http://schemas.microsoft.com/office/drawing/2014/main" id="{E8366874-7C9B-4152-A093-EA10AF188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9588" y="3275013"/>
                <a:ext cx="673100" cy="631825"/>
              </a:xfrm>
              <a:custGeom>
                <a:avLst/>
                <a:gdLst>
                  <a:gd name="T0" fmla="*/ 465 w 1868"/>
                  <a:gd name="T1" fmla="*/ 0 h 1755"/>
                  <a:gd name="T2" fmla="*/ 465 w 1868"/>
                  <a:gd name="T3" fmla="*/ 700 h 1755"/>
                  <a:gd name="T4" fmla="*/ 1402 w 1868"/>
                  <a:gd name="T5" fmla="*/ 700 h 1755"/>
                  <a:gd name="T6" fmla="*/ 1402 w 1868"/>
                  <a:gd name="T7" fmla="*/ 0 h 1755"/>
                  <a:gd name="T8" fmla="*/ 1867 w 1868"/>
                  <a:gd name="T9" fmla="*/ 0 h 1755"/>
                  <a:gd name="T10" fmla="*/ 1867 w 1868"/>
                  <a:gd name="T11" fmla="*/ 1754 h 1755"/>
                  <a:gd name="T12" fmla="*/ 1402 w 1868"/>
                  <a:gd name="T13" fmla="*/ 1754 h 1755"/>
                  <a:gd name="T14" fmla="*/ 1402 w 1868"/>
                  <a:gd name="T15" fmla="*/ 983 h 1755"/>
                  <a:gd name="T16" fmla="*/ 465 w 1868"/>
                  <a:gd name="T17" fmla="*/ 983 h 1755"/>
                  <a:gd name="T18" fmla="*/ 465 w 1868"/>
                  <a:gd name="T19" fmla="*/ 1754 h 1755"/>
                  <a:gd name="T20" fmla="*/ 0 w 1868"/>
                  <a:gd name="T21" fmla="*/ 1754 h 1755"/>
                  <a:gd name="T22" fmla="*/ 0 w 1868"/>
                  <a:gd name="T23" fmla="*/ 0 h 1755"/>
                  <a:gd name="T24" fmla="*/ 465 w 1868"/>
                  <a:gd name="T25" fmla="*/ 0 h 17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68" h="1755">
                    <a:moveTo>
                      <a:pt x="465" y="0"/>
                    </a:moveTo>
                    <a:cubicBezTo>
                      <a:pt x="465" y="0"/>
                      <a:pt x="465" y="705"/>
                      <a:pt x="465" y="700"/>
                    </a:cubicBezTo>
                    <a:lnTo>
                      <a:pt x="1402" y="700"/>
                    </a:lnTo>
                    <a:cubicBezTo>
                      <a:pt x="1402" y="705"/>
                      <a:pt x="1402" y="0"/>
                      <a:pt x="1402" y="0"/>
                    </a:cubicBezTo>
                    <a:cubicBezTo>
                      <a:pt x="1402" y="0"/>
                      <a:pt x="1863" y="0"/>
                      <a:pt x="1867" y="0"/>
                    </a:cubicBezTo>
                    <a:cubicBezTo>
                      <a:pt x="1867" y="0"/>
                      <a:pt x="1867" y="1750"/>
                      <a:pt x="1867" y="1754"/>
                    </a:cubicBezTo>
                    <a:lnTo>
                      <a:pt x="1402" y="1754"/>
                    </a:lnTo>
                    <a:cubicBezTo>
                      <a:pt x="1402" y="1754"/>
                      <a:pt x="1402" y="987"/>
                      <a:pt x="1402" y="983"/>
                    </a:cubicBezTo>
                    <a:cubicBezTo>
                      <a:pt x="1402" y="987"/>
                      <a:pt x="465" y="983"/>
                      <a:pt x="465" y="983"/>
                    </a:cubicBezTo>
                    <a:cubicBezTo>
                      <a:pt x="465" y="987"/>
                      <a:pt x="465" y="1754"/>
                      <a:pt x="465" y="1754"/>
                    </a:cubicBezTo>
                    <a:lnTo>
                      <a:pt x="0" y="1754"/>
                    </a:lnTo>
                    <a:cubicBezTo>
                      <a:pt x="0" y="1754"/>
                      <a:pt x="5" y="0"/>
                      <a:pt x="0" y="0"/>
                    </a:cubicBezTo>
                    <a:lnTo>
                      <a:pt x="465" y="0"/>
                    </a:ln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414141"/>
                  </a:solidFill>
                  <a:latin typeface="Arial"/>
                </a:endParaRPr>
              </a:p>
            </p:txBody>
          </p:sp>
          <p:sp>
            <p:nvSpPr>
              <p:cNvPr id="76" name="Freeform 6">
                <a:extLst>
                  <a:ext uri="{FF2B5EF4-FFF2-40B4-BE49-F238E27FC236}">
                    <a16:creationId xmlns:a16="http://schemas.microsoft.com/office/drawing/2014/main" id="{365B4EB2-8749-4FE7-A162-9264C0690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4450" y="3275013"/>
                <a:ext cx="168275" cy="631825"/>
              </a:xfrm>
              <a:custGeom>
                <a:avLst/>
                <a:gdLst>
                  <a:gd name="T0" fmla="*/ 233 w 466"/>
                  <a:gd name="T1" fmla="*/ 1754 h 1755"/>
                  <a:gd name="T2" fmla="*/ 0 w 466"/>
                  <a:gd name="T3" fmla="*/ 1754 h 1755"/>
                  <a:gd name="T4" fmla="*/ 0 w 466"/>
                  <a:gd name="T5" fmla="*/ 0 h 1755"/>
                  <a:gd name="T6" fmla="*/ 465 w 466"/>
                  <a:gd name="T7" fmla="*/ 0 h 1755"/>
                  <a:gd name="T8" fmla="*/ 465 w 466"/>
                  <a:gd name="T9" fmla="*/ 1754 h 1755"/>
                  <a:gd name="T10" fmla="*/ 233 w 466"/>
                  <a:gd name="T11" fmla="*/ 1754 h 17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66" h="1755">
                    <a:moveTo>
                      <a:pt x="233" y="1754"/>
                    </a:moveTo>
                    <a:lnTo>
                      <a:pt x="0" y="1754"/>
                    </a:lnTo>
                    <a:lnTo>
                      <a:pt x="0" y="0"/>
                    </a:lnTo>
                    <a:lnTo>
                      <a:pt x="465" y="0"/>
                    </a:lnTo>
                    <a:lnTo>
                      <a:pt x="465" y="1754"/>
                    </a:lnTo>
                    <a:lnTo>
                      <a:pt x="233" y="1754"/>
                    </a:ln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414141"/>
                  </a:solidFill>
                  <a:latin typeface="Arial"/>
                </a:endParaRPr>
              </a:p>
            </p:txBody>
          </p:sp>
          <p:sp>
            <p:nvSpPr>
              <p:cNvPr id="77" name="Freeform 7">
                <a:extLst>
                  <a:ext uri="{FF2B5EF4-FFF2-40B4-BE49-F238E27FC236}">
                    <a16:creationId xmlns:a16="http://schemas.microsoft.com/office/drawing/2014/main" id="{B2C822A6-67ED-4BF9-89E9-384C734EA3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83213" y="3262313"/>
                <a:ext cx="715962" cy="663575"/>
              </a:xfrm>
              <a:custGeom>
                <a:avLst/>
                <a:gdLst>
                  <a:gd name="T0" fmla="*/ 62 w 1988"/>
                  <a:gd name="T1" fmla="*/ 1307 h 1842"/>
                  <a:gd name="T2" fmla="*/ 0 w 1988"/>
                  <a:gd name="T3" fmla="*/ 933 h 1842"/>
                  <a:gd name="T4" fmla="*/ 120 w 1988"/>
                  <a:gd name="T5" fmla="*/ 423 h 1842"/>
                  <a:gd name="T6" fmla="*/ 518 w 1988"/>
                  <a:gd name="T7" fmla="*/ 91 h 1842"/>
                  <a:gd name="T8" fmla="*/ 1033 w 1988"/>
                  <a:gd name="T9" fmla="*/ 0 h 1842"/>
                  <a:gd name="T10" fmla="*/ 1618 w 1988"/>
                  <a:gd name="T11" fmla="*/ 125 h 1842"/>
                  <a:gd name="T12" fmla="*/ 1950 w 1988"/>
                  <a:gd name="T13" fmla="*/ 531 h 1842"/>
                  <a:gd name="T14" fmla="*/ 1966 w 1988"/>
                  <a:gd name="T15" fmla="*/ 643 h 1842"/>
                  <a:gd name="T16" fmla="*/ 1481 w 1988"/>
                  <a:gd name="T17" fmla="*/ 643 h 1842"/>
                  <a:gd name="T18" fmla="*/ 1456 w 1988"/>
                  <a:gd name="T19" fmla="*/ 506 h 1842"/>
                  <a:gd name="T20" fmla="*/ 1240 w 1988"/>
                  <a:gd name="T21" fmla="*/ 303 h 1842"/>
                  <a:gd name="T22" fmla="*/ 1037 w 1988"/>
                  <a:gd name="T23" fmla="*/ 274 h 1842"/>
                  <a:gd name="T24" fmla="*/ 809 w 1988"/>
                  <a:gd name="T25" fmla="*/ 315 h 1842"/>
                  <a:gd name="T26" fmla="*/ 556 w 1988"/>
                  <a:gd name="T27" fmla="*/ 573 h 1842"/>
                  <a:gd name="T28" fmla="*/ 494 w 1988"/>
                  <a:gd name="T29" fmla="*/ 942 h 1842"/>
                  <a:gd name="T30" fmla="*/ 539 w 1988"/>
                  <a:gd name="T31" fmla="*/ 1249 h 1842"/>
                  <a:gd name="T32" fmla="*/ 792 w 1988"/>
                  <a:gd name="T33" fmla="*/ 1527 h 1842"/>
                  <a:gd name="T34" fmla="*/ 1041 w 1988"/>
                  <a:gd name="T35" fmla="*/ 1572 h 1842"/>
                  <a:gd name="T36" fmla="*/ 1257 w 1988"/>
                  <a:gd name="T37" fmla="*/ 1539 h 1842"/>
                  <a:gd name="T38" fmla="*/ 1460 w 1988"/>
                  <a:gd name="T39" fmla="*/ 1356 h 1842"/>
                  <a:gd name="T40" fmla="*/ 1497 w 1988"/>
                  <a:gd name="T41" fmla="*/ 1170 h 1842"/>
                  <a:gd name="T42" fmla="*/ 1987 w 1988"/>
                  <a:gd name="T43" fmla="*/ 1170 h 1842"/>
                  <a:gd name="T44" fmla="*/ 1962 w 1988"/>
                  <a:gd name="T45" fmla="*/ 1336 h 1842"/>
                  <a:gd name="T46" fmla="*/ 1638 w 1988"/>
                  <a:gd name="T47" fmla="*/ 1721 h 1842"/>
                  <a:gd name="T48" fmla="*/ 1041 w 1988"/>
                  <a:gd name="T49" fmla="*/ 1841 h 1842"/>
                  <a:gd name="T50" fmla="*/ 568 w 1988"/>
                  <a:gd name="T51" fmla="*/ 1771 h 1842"/>
                  <a:gd name="T52" fmla="*/ 62 w 1988"/>
                  <a:gd name="T53" fmla="*/ 1307 h 18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988" h="1842">
                    <a:moveTo>
                      <a:pt x="62" y="1307"/>
                    </a:moveTo>
                    <a:cubicBezTo>
                      <a:pt x="21" y="1191"/>
                      <a:pt x="0" y="1066"/>
                      <a:pt x="0" y="933"/>
                    </a:cubicBezTo>
                    <a:cubicBezTo>
                      <a:pt x="0" y="751"/>
                      <a:pt x="33" y="573"/>
                      <a:pt x="120" y="423"/>
                    </a:cubicBezTo>
                    <a:cubicBezTo>
                      <a:pt x="211" y="270"/>
                      <a:pt x="348" y="154"/>
                      <a:pt x="518" y="91"/>
                    </a:cubicBezTo>
                    <a:cubicBezTo>
                      <a:pt x="680" y="33"/>
                      <a:pt x="850" y="0"/>
                      <a:pt x="1033" y="0"/>
                    </a:cubicBezTo>
                    <a:cubicBezTo>
                      <a:pt x="1240" y="0"/>
                      <a:pt x="1439" y="46"/>
                      <a:pt x="1618" y="125"/>
                    </a:cubicBezTo>
                    <a:cubicBezTo>
                      <a:pt x="1784" y="195"/>
                      <a:pt x="1912" y="349"/>
                      <a:pt x="1950" y="531"/>
                    </a:cubicBezTo>
                    <a:cubicBezTo>
                      <a:pt x="1958" y="568"/>
                      <a:pt x="1962" y="606"/>
                      <a:pt x="1966" y="643"/>
                    </a:cubicBezTo>
                    <a:lnTo>
                      <a:pt x="1481" y="643"/>
                    </a:lnTo>
                    <a:cubicBezTo>
                      <a:pt x="1481" y="597"/>
                      <a:pt x="1472" y="552"/>
                      <a:pt x="1456" y="506"/>
                    </a:cubicBezTo>
                    <a:cubicBezTo>
                      <a:pt x="1419" y="411"/>
                      <a:pt x="1340" y="332"/>
                      <a:pt x="1240" y="303"/>
                    </a:cubicBezTo>
                    <a:cubicBezTo>
                      <a:pt x="1174" y="282"/>
                      <a:pt x="1107" y="274"/>
                      <a:pt x="1037" y="274"/>
                    </a:cubicBezTo>
                    <a:cubicBezTo>
                      <a:pt x="958" y="274"/>
                      <a:pt x="879" y="286"/>
                      <a:pt x="809" y="315"/>
                    </a:cubicBezTo>
                    <a:cubicBezTo>
                      <a:pt x="688" y="357"/>
                      <a:pt x="597" y="452"/>
                      <a:pt x="556" y="573"/>
                    </a:cubicBezTo>
                    <a:cubicBezTo>
                      <a:pt x="514" y="689"/>
                      <a:pt x="494" y="813"/>
                      <a:pt x="494" y="942"/>
                    </a:cubicBezTo>
                    <a:cubicBezTo>
                      <a:pt x="494" y="1050"/>
                      <a:pt x="510" y="1153"/>
                      <a:pt x="539" y="1249"/>
                    </a:cubicBezTo>
                    <a:cubicBezTo>
                      <a:pt x="572" y="1377"/>
                      <a:pt x="672" y="1481"/>
                      <a:pt x="792" y="1527"/>
                    </a:cubicBezTo>
                    <a:cubicBezTo>
                      <a:pt x="871" y="1556"/>
                      <a:pt x="954" y="1572"/>
                      <a:pt x="1041" y="1572"/>
                    </a:cubicBezTo>
                    <a:cubicBezTo>
                      <a:pt x="1116" y="1572"/>
                      <a:pt x="1186" y="1560"/>
                      <a:pt x="1257" y="1539"/>
                    </a:cubicBezTo>
                    <a:cubicBezTo>
                      <a:pt x="1348" y="1510"/>
                      <a:pt x="1423" y="1444"/>
                      <a:pt x="1460" y="1356"/>
                    </a:cubicBezTo>
                    <a:cubicBezTo>
                      <a:pt x="1485" y="1298"/>
                      <a:pt x="1497" y="1236"/>
                      <a:pt x="1497" y="1170"/>
                    </a:cubicBezTo>
                    <a:lnTo>
                      <a:pt x="1987" y="1170"/>
                    </a:lnTo>
                    <a:cubicBezTo>
                      <a:pt x="1983" y="1228"/>
                      <a:pt x="1974" y="1282"/>
                      <a:pt x="1962" y="1336"/>
                    </a:cubicBezTo>
                    <a:cubicBezTo>
                      <a:pt x="1920" y="1510"/>
                      <a:pt x="1800" y="1655"/>
                      <a:pt x="1638" y="1721"/>
                    </a:cubicBezTo>
                    <a:cubicBezTo>
                      <a:pt x="1456" y="1800"/>
                      <a:pt x="1253" y="1841"/>
                      <a:pt x="1041" y="1841"/>
                    </a:cubicBezTo>
                    <a:cubicBezTo>
                      <a:pt x="875" y="1841"/>
                      <a:pt x="718" y="1817"/>
                      <a:pt x="568" y="1771"/>
                    </a:cubicBezTo>
                    <a:cubicBezTo>
                      <a:pt x="336" y="1692"/>
                      <a:pt x="137" y="1527"/>
                      <a:pt x="62" y="1307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414141"/>
                  </a:solidFill>
                  <a:latin typeface="Arial"/>
                </a:endParaRPr>
              </a:p>
            </p:txBody>
          </p:sp>
          <p:sp>
            <p:nvSpPr>
              <p:cNvPr id="78" name="Freeform 8">
                <a:extLst>
                  <a:ext uri="{FF2B5EF4-FFF2-40B4-BE49-F238E27FC236}">
                    <a16:creationId xmlns:a16="http://schemas.microsoft.com/office/drawing/2014/main" id="{1FE65EC2-17BD-4515-9C36-8AD73EA271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51138" y="4083050"/>
                <a:ext cx="153987" cy="398463"/>
              </a:xfrm>
              <a:custGeom>
                <a:avLst/>
                <a:gdLst>
                  <a:gd name="T0" fmla="*/ 415 w 428"/>
                  <a:gd name="T1" fmla="*/ 0 h 1109"/>
                  <a:gd name="T2" fmla="*/ 0 w 428"/>
                  <a:gd name="T3" fmla="*/ 38 h 1109"/>
                  <a:gd name="T4" fmla="*/ 0 w 428"/>
                  <a:gd name="T5" fmla="*/ 100 h 1109"/>
                  <a:gd name="T6" fmla="*/ 12 w 428"/>
                  <a:gd name="T7" fmla="*/ 100 h 1109"/>
                  <a:gd name="T8" fmla="*/ 178 w 428"/>
                  <a:gd name="T9" fmla="*/ 241 h 1109"/>
                  <a:gd name="T10" fmla="*/ 178 w 428"/>
                  <a:gd name="T11" fmla="*/ 1108 h 1109"/>
                  <a:gd name="T12" fmla="*/ 427 w 428"/>
                  <a:gd name="T13" fmla="*/ 1108 h 1109"/>
                  <a:gd name="T14" fmla="*/ 427 w 428"/>
                  <a:gd name="T15" fmla="*/ 0 h 1109"/>
                  <a:gd name="T16" fmla="*/ 415 w 428"/>
                  <a:gd name="T17" fmla="*/ 0 h 1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8" h="1109">
                    <a:moveTo>
                      <a:pt x="415" y="0"/>
                    </a:moveTo>
                    <a:lnTo>
                      <a:pt x="0" y="38"/>
                    </a:lnTo>
                    <a:lnTo>
                      <a:pt x="0" y="100"/>
                    </a:lnTo>
                    <a:lnTo>
                      <a:pt x="12" y="100"/>
                    </a:lnTo>
                    <a:cubicBezTo>
                      <a:pt x="178" y="121"/>
                      <a:pt x="178" y="121"/>
                      <a:pt x="178" y="241"/>
                    </a:cubicBezTo>
                    <a:lnTo>
                      <a:pt x="178" y="1108"/>
                    </a:lnTo>
                    <a:lnTo>
                      <a:pt x="427" y="1108"/>
                    </a:lnTo>
                    <a:lnTo>
                      <a:pt x="427" y="0"/>
                    </a:lnTo>
                    <a:lnTo>
                      <a:pt x="415" y="0"/>
                    </a:ln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414141"/>
                  </a:solidFill>
                  <a:latin typeface="Arial"/>
                </a:endParaRPr>
              </a:p>
            </p:txBody>
          </p:sp>
          <p:sp>
            <p:nvSpPr>
              <p:cNvPr id="79" name="Freeform 9">
                <a:extLst>
                  <a:ext uri="{FF2B5EF4-FFF2-40B4-BE49-F238E27FC236}">
                    <a16:creationId xmlns:a16="http://schemas.microsoft.com/office/drawing/2014/main" id="{8BCB75E4-9FED-4A70-92A4-37DDE15E86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6088" y="4198938"/>
                <a:ext cx="315912" cy="282575"/>
              </a:xfrm>
              <a:custGeom>
                <a:avLst/>
                <a:gdLst>
                  <a:gd name="T0" fmla="*/ 643 w 876"/>
                  <a:gd name="T1" fmla="*/ 4 h 785"/>
                  <a:gd name="T2" fmla="*/ 353 w 876"/>
                  <a:gd name="T3" fmla="*/ 170 h 785"/>
                  <a:gd name="T4" fmla="*/ 353 w 876"/>
                  <a:gd name="T5" fmla="*/ 0 h 785"/>
                  <a:gd name="T6" fmla="*/ 336 w 876"/>
                  <a:gd name="T7" fmla="*/ 4 h 785"/>
                  <a:gd name="T8" fmla="*/ 0 w 876"/>
                  <a:gd name="T9" fmla="*/ 58 h 785"/>
                  <a:gd name="T10" fmla="*/ 0 w 876"/>
                  <a:gd name="T11" fmla="*/ 116 h 785"/>
                  <a:gd name="T12" fmla="*/ 17 w 876"/>
                  <a:gd name="T13" fmla="*/ 116 h 785"/>
                  <a:gd name="T14" fmla="*/ 145 w 876"/>
                  <a:gd name="T15" fmla="*/ 240 h 785"/>
                  <a:gd name="T16" fmla="*/ 145 w 876"/>
                  <a:gd name="T17" fmla="*/ 784 h 785"/>
                  <a:gd name="T18" fmla="*/ 353 w 876"/>
                  <a:gd name="T19" fmla="*/ 784 h 785"/>
                  <a:gd name="T20" fmla="*/ 353 w 876"/>
                  <a:gd name="T21" fmla="*/ 386 h 785"/>
                  <a:gd name="T22" fmla="*/ 560 w 876"/>
                  <a:gd name="T23" fmla="*/ 141 h 785"/>
                  <a:gd name="T24" fmla="*/ 664 w 876"/>
                  <a:gd name="T25" fmla="*/ 361 h 785"/>
                  <a:gd name="T26" fmla="*/ 664 w 876"/>
                  <a:gd name="T27" fmla="*/ 784 h 785"/>
                  <a:gd name="T28" fmla="*/ 871 w 876"/>
                  <a:gd name="T29" fmla="*/ 784 h 785"/>
                  <a:gd name="T30" fmla="*/ 871 w 876"/>
                  <a:gd name="T31" fmla="*/ 240 h 785"/>
                  <a:gd name="T32" fmla="*/ 643 w 876"/>
                  <a:gd name="T33" fmla="*/ 4 h 7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876" h="785">
                    <a:moveTo>
                      <a:pt x="643" y="4"/>
                    </a:moveTo>
                    <a:cubicBezTo>
                      <a:pt x="490" y="4"/>
                      <a:pt x="398" y="108"/>
                      <a:pt x="353" y="170"/>
                    </a:cubicBezTo>
                    <a:cubicBezTo>
                      <a:pt x="353" y="112"/>
                      <a:pt x="353" y="0"/>
                      <a:pt x="353" y="0"/>
                    </a:cubicBezTo>
                    <a:lnTo>
                      <a:pt x="336" y="4"/>
                    </a:lnTo>
                    <a:lnTo>
                      <a:pt x="0" y="58"/>
                    </a:lnTo>
                    <a:lnTo>
                      <a:pt x="0" y="116"/>
                    </a:lnTo>
                    <a:lnTo>
                      <a:pt x="17" y="116"/>
                    </a:lnTo>
                    <a:cubicBezTo>
                      <a:pt x="124" y="120"/>
                      <a:pt x="145" y="141"/>
                      <a:pt x="145" y="240"/>
                    </a:cubicBezTo>
                    <a:lnTo>
                      <a:pt x="145" y="784"/>
                    </a:lnTo>
                    <a:lnTo>
                      <a:pt x="353" y="784"/>
                    </a:lnTo>
                    <a:lnTo>
                      <a:pt x="353" y="386"/>
                    </a:lnTo>
                    <a:cubicBezTo>
                      <a:pt x="353" y="278"/>
                      <a:pt x="452" y="141"/>
                      <a:pt x="560" y="141"/>
                    </a:cubicBezTo>
                    <a:cubicBezTo>
                      <a:pt x="660" y="141"/>
                      <a:pt x="664" y="224"/>
                      <a:pt x="664" y="361"/>
                    </a:cubicBezTo>
                    <a:lnTo>
                      <a:pt x="664" y="784"/>
                    </a:lnTo>
                    <a:lnTo>
                      <a:pt x="871" y="784"/>
                    </a:lnTo>
                    <a:lnTo>
                      <a:pt x="871" y="240"/>
                    </a:lnTo>
                    <a:cubicBezTo>
                      <a:pt x="875" y="87"/>
                      <a:pt x="792" y="4"/>
                      <a:pt x="643" y="4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414141"/>
                  </a:solidFill>
                  <a:latin typeface="Arial"/>
                </a:endParaRPr>
              </a:p>
            </p:txBody>
          </p:sp>
          <p:sp>
            <p:nvSpPr>
              <p:cNvPr id="80" name="Freeform 10">
                <a:extLst>
                  <a:ext uri="{FF2B5EF4-FFF2-40B4-BE49-F238E27FC236}">
                    <a16:creationId xmlns:a16="http://schemas.microsoft.com/office/drawing/2014/main" id="{D4F49319-076A-4EC1-B5C9-6A8681C525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86138" y="4200525"/>
                <a:ext cx="212725" cy="288925"/>
              </a:xfrm>
              <a:custGeom>
                <a:avLst/>
                <a:gdLst>
                  <a:gd name="T0" fmla="*/ 348 w 590"/>
                  <a:gd name="T1" fmla="*/ 303 h 802"/>
                  <a:gd name="T2" fmla="*/ 195 w 590"/>
                  <a:gd name="T3" fmla="*/ 170 h 802"/>
                  <a:gd name="T4" fmla="*/ 307 w 590"/>
                  <a:gd name="T5" fmla="*/ 100 h 802"/>
                  <a:gd name="T6" fmla="*/ 502 w 590"/>
                  <a:gd name="T7" fmla="*/ 166 h 802"/>
                  <a:gd name="T8" fmla="*/ 535 w 590"/>
                  <a:gd name="T9" fmla="*/ 187 h 802"/>
                  <a:gd name="T10" fmla="*/ 535 w 590"/>
                  <a:gd name="T11" fmla="*/ 162 h 802"/>
                  <a:gd name="T12" fmla="*/ 535 w 590"/>
                  <a:gd name="T13" fmla="*/ 33 h 802"/>
                  <a:gd name="T14" fmla="*/ 506 w 590"/>
                  <a:gd name="T15" fmla="*/ 25 h 802"/>
                  <a:gd name="T16" fmla="*/ 315 w 590"/>
                  <a:gd name="T17" fmla="*/ 0 h 802"/>
                  <a:gd name="T18" fmla="*/ 0 w 590"/>
                  <a:gd name="T19" fmla="*/ 224 h 802"/>
                  <a:gd name="T20" fmla="*/ 228 w 590"/>
                  <a:gd name="T21" fmla="*/ 465 h 802"/>
                  <a:gd name="T22" fmla="*/ 390 w 590"/>
                  <a:gd name="T23" fmla="*/ 606 h 802"/>
                  <a:gd name="T24" fmla="*/ 249 w 590"/>
                  <a:gd name="T25" fmla="*/ 697 h 802"/>
                  <a:gd name="T26" fmla="*/ 20 w 590"/>
                  <a:gd name="T27" fmla="*/ 618 h 802"/>
                  <a:gd name="T28" fmla="*/ 0 w 590"/>
                  <a:gd name="T29" fmla="*/ 606 h 802"/>
                  <a:gd name="T30" fmla="*/ 0 w 590"/>
                  <a:gd name="T31" fmla="*/ 767 h 802"/>
                  <a:gd name="T32" fmla="*/ 16 w 590"/>
                  <a:gd name="T33" fmla="*/ 771 h 802"/>
                  <a:gd name="T34" fmla="*/ 244 w 590"/>
                  <a:gd name="T35" fmla="*/ 801 h 802"/>
                  <a:gd name="T36" fmla="*/ 580 w 590"/>
                  <a:gd name="T37" fmla="*/ 568 h 802"/>
                  <a:gd name="T38" fmla="*/ 348 w 590"/>
                  <a:gd name="T39" fmla="*/ 303 h 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590" h="802">
                    <a:moveTo>
                      <a:pt x="348" y="303"/>
                    </a:moveTo>
                    <a:cubicBezTo>
                      <a:pt x="265" y="261"/>
                      <a:pt x="195" y="228"/>
                      <a:pt x="195" y="170"/>
                    </a:cubicBezTo>
                    <a:cubicBezTo>
                      <a:pt x="195" y="104"/>
                      <a:pt x="274" y="100"/>
                      <a:pt x="307" y="100"/>
                    </a:cubicBezTo>
                    <a:cubicBezTo>
                      <a:pt x="394" y="100"/>
                      <a:pt x="468" y="145"/>
                      <a:pt x="502" y="166"/>
                    </a:cubicBezTo>
                    <a:lnTo>
                      <a:pt x="535" y="187"/>
                    </a:lnTo>
                    <a:lnTo>
                      <a:pt x="535" y="162"/>
                    </a:lnTo>
                    <a:lnTo>
                      <a:pt x="535" y="33"/>
                    </a:lnTo>
                    <a:lnTo>
                      <a:pt x="506" y="25"/>
                    </a:lnTo>
                    <a:cubicBezTo>
                      <a:pt x="468" y="17"/>
                      <a:pt x="398" y="0"/>
                      <a:pt x="315" y="0"/>
                    </a:cubicBezTo>
                    <a:cubicBezTo>
                      <a:pt x="120" y="0"/>
                      <a:pt x="0" y="83"/>
                      <a:pt x="0" y="224"/>
                    </a:cubicBezTo>
                    <a:cubicBezTo>
                      <a:pt x="0" y="353"/>
                      <a:pt x="124" y="411"/>
                      <a:pt x="228" y="465"/>
                    </a:cubicBezTo>
                    <a:cubicBezTo>
                      <a:pt x="311" y="506"/>
                      <a:pt x="390" y="543"/>
                      <a:pt x="390" y="606"/>
                    </a:cubicBezTo>
                    <a:cubicBezTo>
                      <a:pt x="390" y="664"/>
                      <a:pt x="340" y="697"/>
                      <a:pt x="249" y="697"/>
                    </a:cubicBezTo>
                    <a:cubicBezTo>
                      <a:pt x="149" y="697"/>
                      <a:pt x="70" y="647"/>
                      <a:pt x="20" y="618"/>
                    </a:cubicBezTo>
                    <a:lnTo>
                      <a:pt x="0" y="606"/>
                    </a:lnTo>
                    <a:lnTo>
                      <a:pt x="0" y="767"/>
                    </a:lnTo>
                    <a:lnTo>
                      <a:pt x="16" y="771"/>
                    </a:lnTo>
                    <a:cubicBezTo>
                      <a:pt x="58" y="780"/>
                      <a:pt x="137" y="801"/>
                      <a:pt x="244" y="801"/>
                    </a:cubicBezTo>
                    <a:cubicBezTo>
                      <a:pt x="456" y="801"/>
                      <a:pt x="580" y="713"/>
                      <a:pt x="580" y="568"/>
                    </a:cubicBezTo>
                    <a:cubicBezTo>
                      <a:pt x="589" y="419"/>
                      <a:pt x="460" y="357"/>
                      <a:pt x="348" y="303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414141"/>
                  </a:solidFill>
                  <a:latin typeface="Arial"/>
                </a:endParaRPr>
              </a:p>
            </p:txBody>
          </p:sp>
          <p:sp>
            <p:nvSpPr>
              <p:cNvPr id="81" name="Freeform 11">
                <a:extLst>
                  <a:ext uri="{FF2B5EF4-FFF2-40B4-BE49-F238E27FC236}">
                    <a16:creationId xmlns:a16="http://schemas.microsoft.com/office/drawing/2014/main" id="{ACE2E0D5-5CF1-4768-858C-F08E70C14D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35375" y="4198938"/>
                <a:ext cx="325438" cy="396875"/>
              </a:xfrm>
              <a:custGeom>
                <a:avLst/>
                <a:gdLst>
                  <a:gd name="T0" fmla="*/ 577 w 906"/>
                  <a:gd name="T1" fmla="*/ 4 h 1104"/>
                  <a:gd name="T2" fmla="*/ 357 w 906"/>
                  <a:gd name="T3" fmla="*/ 112 h 1104"/>
                  <a:gd name="T4" fmla="*/ 357 w 906"/>
                  <a:gd name="T5" fmla="*/ 0 h 1104"/>
                  <a:gd name="T6" fmla="*/ 336 w 906"/>
                  <a:gd name="T7" fmla="*/ 4 h 1104"/>
                  <a:gd name="T8" fmla="*/ 0 w 906"/>
                  <a:gd name="T9" fmla="*/ 58 h 1104"/>
                  <a:gd name="T10" fmla="*/ 0 w 906"/>
                  <a:gd name="T11" fmla="*/ 116 h 1104"/>
                  <a:gd name="T12" fmla="*/ 13 w 906"/>
                  <a:gd name="T13" fmla="*/ 116 h 1104"/>
                  <a:gd name="T14" fmla="*/ 137 w 906"/>
                  <a:gd name="T15" fmla="*/ 240 h 1104"/>
                  <a:gd name="T16" fmla="*/ 137 w 906"/>
                  <a:gd name="T17" fmla="*/ 1103 h 1104"/>
                  <a:gd name="T18" fmla="*/ 345 w 906"/>
                  <a:gd name="T19" fmla="*/ 1103 h 1104"/>
                  <a:gd name="T20" fmla="*/ 345 w 906"/>
                  <a:gd name="T21" fmla="*/ 709 h 1104"/>
                  <a:gd name="T22" fmla="*/ 560 w 906"/>
                  <a:gd name="T23" fmla="*/ 800 h 1104"/>
                  <a:gd name="T24" fmla="*/ 896 w 906"/>
                  <a:gd name="T25" fmla="*/ 390 h 1104"/>
                  <a:gd name="T26" fmla="*/ 577 w 906"/>
                  <a:gd name="T27" fmla="*/ 4 h 1104"/>
                  <a:gd name="T28" fmla="*/ 515 w 906"/>
                  <a:gd name="T29" fmla="*/ 120 h 1104"/>
                  <a:gd name="T30" fmla="*/ 672 w 906"/>
                  <a:gd name="T31" fmla="*/ 394 h 1104"/>
                  <a:gd name="T32" fmla="*/ 515 w 906"/>
                  <a:gd name="T33" fmla="*/ 688 h 1104"/>
                  <a:gd name="T34" fmla="*/ 349 w 906"/>
                  <a:gd name="T35" fmla="*/ 456 h 1104"/>
                  <a:gd name="T36" fmla="*/ 349 w 906"/>
                  <a:gd name="T37" fmla="*/ 390 h 1104"/>
                  <a:gd name="T38" fmla="*/ 515 w 906"/>
                  <a:gd name="T39" fmla="*/ 120 h 1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906" h="1104">
                    <a:moveTo>
                      <a:pt x="577" y="4"/>
                    </a:moveTo>
                    <a:cubicBezTo>
                      <a:pt x="498" y="4"/>
                      <a:pt x="424" y="41"/>
                      <a:pt x="357" y="112"/>
                    </a:cubicBezTo>
                    <a:cubicBezTo>
                      <a:pt x="357" y="75"/>
                      <a:pt x="357" y="0"/>
                      <a:pt x="357" y="0"/>
                    </a:cubicBezTo>
                    <a:lnTo>
                      <a:pt x="336" y="4"/>
                    </a:lnTo>
                    <a:lnTo>
                      <a:pt x="0" y="58"/>
                    </a:lnTo>
                    <a:lnTo>
                      <a:pt x="0" y="116"/>
                    </a:lnTo>
                    <a:lnTo>
                      <a:pt x="13" y="116"/>
                    </a:lnTo>
                    <a:cubicBezTo>
                      <a:pt x="117" y="120"/>
                      <a:pt x="137" y="141"/>
                      <a:pt x="137" y="240"/>
                    </a:cubicBezTo>
                    <a:lnTo>
                      <a:pt x="137" y="1103"/>
                    </a:lnTo>
                    <a:lnTo>
                      <a:pt x="345" y="1103"/>
                    </a:lnTo>
                    <a:cubicBezTo>
                      <a:pt x="345" y="1103"/>
                      <a:pt x="345" y="775"/>
                      <a:pt x="345" y="709"/>
                    </a:cubicBezTo>
                    <a:cubicBezTo>
                      <a:pt x="382" y="755"/>
                      <a:pt x="444" y="800"/>
                      <a:pt x="560" y="800"/>
                    </a:cubicBezTo>
                    <a:cubicBezTo>
                      <a:pt x="780" y="800"/>
                      <a:pt x="896" y="659"/>
                      <a:pt x="896" y="390"/>
                    </a:cubicBezTo>
                    <a:cubicBezTo>
                      <a:pt x="905" y="145"/>
                      <a:pt x="784" y="4"/>
                      <a:pt x="577" y="4"/>
                    </a:cubicBezTo>
                    <a:close/>
                    <a:moveTo>
                      <a:pt x="515" y="120"/>
                    </a:moveTo>
                    <a:cubicBezTo>
                      <a:pt x="656" y="120"/>
                      <a:pt x="672" y="274"/>
                      <a:pt x="672" y="394"/>
                    </a:cubicBezTo>
                    <a:cubicBezTo>
                      <a:pt x="672" y="593"/>
                      <a:pt x="623" y="688"/>
                      <a:pt x="515" y="688"/>
                    </a:cubicBezTo>
                    <a:cubicBezTo>
                      <a:pt x="378" y="688"/>
                      <a:pt x="349" y="560"/>
                      <a:pt x="349" y="456"/>
                    </a:cubicBezTo>
                    <a:lnTo>
                      <a:pt x="349" y="390"/>
                    </a:lnTo>
                    <a:cubicBezTo>
                      <a:pt x="353" y="307"/>
                      <a:pt x="370" y="120"/>
                      <a:pt x="515" y="120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414141"/>
                  </a:solidFill>
                  <a:latin typeface="Arial"/>
                </a:endParaRPr>
              </a:p>
            </p:txBody>
          </p:sp>
          <p:sp>
            <p:nvSpPr>
              <p:cNvPr id="82" name="Freeform 12">
                <a:extLst>
                  <a:ext uri="{FF2B5EF4-FFF2-40B4-BE49-F238E27FC236}">
                    <a16:creationId xmlns:a16="http://schemas.microsoft.com/office/drawing/2014/main" id="{952BAA58-3CAF-4C16-9ACC-DA0916BB54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3200" y="4198938"/>
                <a:ext cx="123825" cy="282575"/>
              </a:xfrm>
              <a:custGeom>
                <a:avLst/>
                <a:gdLst>
                  <a:gd name="T0" fmla="*/ 0 w 345"/>
                  <a:gd name="T1" fmla="*/ 58 h 785"/>
                  <a:gd name="T2" fmla="*/ 0 w 345"/>
                  <a:gd name="T3" fmla="*/ 116 h 785"/>
                  <a:gd name="T4" fmla="*/ 12 w 345"/>
                  <a:gd name="T5" fmla="*/ 116 h 785"/>
                  <a:gd name="T6" fmla="*/ 137 w 345"/>
                  <a:gd name="T7" fmla="*/ 240 h 785"/>
                  <a:gd name="T8" fmla="*/ 137 w 345"/>
                  <a:gd name="T9" fmla="*/ 784 h 785"/>
                  <a:gd name="T10" fmla="*/ 344 w 345"/>
                  <a:gd name="T11" fmla="*/ 784 h 785"/>
                  <a:gd name="T12" fmla="*/ 344 w 345"/>
                  <a:gd name="T13" fmla="*/ 0 h 785"/>
                  <a:gd name="T14" fmla="*/ 328 w 345"/>
                  <a:gd name="T15" fmla="*/ 4 h 785"/>
                  <a:gd name="T16" fmla="*/ 0 w 345"/>
                  <a:gd name="T17" fmla="*/ 58 h 7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45" h="785">
                    <a:moveTo>
                      <a:pt x="0" y="58"/>
                    </a:moveTo>
                    <a:lnTo>
                      <a:pt x="0" y="116"/>
                    </a:lnTo>
                    <a:lnTo>
                      <a:pt x="12" y="116"/>
                    </a:lnTo>
                    <a:cubicBezTo>
                      <a:pt x="116" y="120"/>
                      <a:pt x="137" y="141"/>
                      <a:pt x="137" y="240"/>
                    </a:cubicBezTo>
                    <a:lnTo>
                      <a:pt x="137" y="784"/>
                    </a:lnTo>
                    <a:lnTo>
                      <a:pt x="344" y="784"/>
                    </a:lnTo>
                    <a:lnTo>
                      <a:pt x="344" y="0"/>
                    </a:lnTo>
                    <a:lnTo>
                      <a:pt x="328" y="4"/>
                    </a:lnTo>
                    <a:lnTo>
                      <a:pt x="0" y="58"/>
                    </a:ln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414141"/>
                  </a:solidFill>
                  <a:latin typeface="Arial"/>
                </a:endParaRPr>
              </a:p>
            </p:txBody>
          </p:sp>
          <p:sp>
            <p:nvSpPr>
              <p:cNvPr id="83" name="Freeform 13">
                <a:extLst>
                  <a:ext uri="{FF2B5EF4-FFF2-40B4-BE49-F238E27FC236}">
                    <a16:creationId xmlns:a16="http://schemas.microsoft.com/office/drawing/2014/main" id="{C74D1FF6-6BF7-406B-8A28-8B97CCE31E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56063" y="4084638"/>
                <a:ext cx="93662" cy="82550"/>
              </a:xfrm>
              <a:custGeom>
                <a:avLst/>
                <a:gdLst>
                  <a:gd name="T0" fmla="*/ 129 w 262"/>
                  <a:gd name="T1" fmla="*/ 228 h 229"/>
                  <a:gd name="T2" fmla="*/ 261 w 262"/>
                  <a:gd name="T3" fmla="*/ 112 h 229"/>
                  <a:gd name="T4" fmla="*/ 133 w 262"/>
                  <a:gd name="T5" fmla="*/ 0 h 229"/>
                  <a:gd name="T6" fmla="*/ 4 w 262"/>
                  <a:gd name="T7" fmla="*/ 112 h 229"/>
                  <a:gd name="T8" fmla="*/ 129 w 262"/>
                  <a:gd name="T9" fmla="*/ 228 h 2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29">
                    <a:moveTo>
                      <a:pt x="129" y="228"/>
                    </a:moveTo>
                    <a:cubicBezTo>
                      <a:pt x="199" y="228"/>
                      <a:pt x="261" y="178"/>
                      <a:pt x="261" y="112"/>
                    </a:cubicBezTo>
                    <a:cubicBezTo>
                      <a:pt x="261" y="49"/>
                      <a:pt x="203" y="0"/>
                      <a:pt x="133" y="0"/>
                    </a:cubicBezTo>
                    <a:cubicBezTo>
                      <a:pt x="62" y="0"/>
                      <a:pt x="4" y="49"/>
                      <a:pt x="4" y="112"/>
                    </a:cubicBezTo>
                    <a:cubicBezTo>
                      <a:pt x="0" y="178"/>
                      <a:pt x="58" y="228"/>
                      <a:pt x="129" y="228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414141"/>
                  </a:solidFill>
                  <a:latin typeface="Arial"/>
                </a:endParaRPr>
              </a:p>
            </p:txBody>
          </p:sp>
          <p:sp>
            <p:nvSpPr>
              <p:cNvPr id="84" name="Freeform 14">
                <a:extLst>
                  <a:ext uri="{FF2B5EF4-FFF2-40B4-BE49-F238E27FC236}">
                    <a16:creationId xmlns:a16="http://schemas.microsoft.com/office/drawing/2014/main" id="{BDE41CC2-439F-4F0D-84C1-9DC55DB1A6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638" y="4200525"/>
                <a:ext cx="244475" cy="280988"/>
              </a:xfrm>
              <a:custGeom>
                <a:avLst/>
                <a:gdLst>
                  <a:gd name="T0" fmla="*/ 676 w 677"/>
                  <a:gd name="T1" fmla="*/ 174 h 781"/>
                  <a:gd name="T2" fmla="*/ 676 w 677"/>
                  <a:gd name="T3" fmla="*/ 12 h 781"/>
                  <a:gd name="T4" fmla="*/ 663 w 677"/>
                  <a:gd name="T5" fmla="*/ 12 h 781"/>
                  <a:gd name="T6" fmla="*/ 564 w 677"/>
                  <a:gd name="T7" fmla="*/ 4 h 781"/>
                  <a:gd name="T8" fmla="*/ 348 w 677"/>
                  <a:gd name="T9" fmla="*/ 158 h 781"/>
                  <a:gd name="T10" fmla="*/ 348 w 677"/>
                  <a:gd name="T11" fmla="*/ 0 h 781"/>
                  <a:gd name="T12" fmla="*/ 331 w 677"/>
                  <a:gd name="T13" fmla="*/ 0 h 781"/>
                  <a:gd name="T14" fmla="*/ 0 w 677"/>
                  <a:gd name="T15" fmla="*/ 54 h 781"/>
                  <a:gd name="T16" fmla="*/ 0 w 677"/>
                  <a:gd name="T17" fmla="*/ 112 h 781"/>
                  <a:gd name="T18" fmla="*/ 12 w 677"/>
                  <a:gd name="T19" fmla="*/ 112 h 781"/>
                  <a:gd name="T20" fmla="*/ 141 w 677"/>
                  <a:gd name="T21" fmla="*/ 236 h 781"/>
                  <a:gd name="T22" fmla="*/ 141 w 677"/>
                  <a:gd name="T23" fmla="*/ 780 h 781"/>
                  <a:gd name="T24" fmla="*/ 348 w 677"/>
                  <a:gd name="T25" fmla="*/ 780 h 781"/>
                  <a:gd name="T26" fmla="*/ 348 w 677"/>
                  <a:gd name="T27" fmla="*/ 390 h 781"/>
                  <a:gd name="T28" fmla="*/ 568 w 677"/>
                  <a:gd name="T29" fmla="*/ 170 h 781"/>
                  <a:gd name="T30" fmla="*/ 643 w 677"/>
                  <a:gd name="T31" fmla="*/ 183 h 781"/>
                  <a:gd name="T32" fmla="*/ 676 w 677"/>
                  <a:gd name="T33" fmla="*/ 191 h 781"/>
                  <a:gd name="T34" fmla="*/ 676 w 677"/>
                  <a:gd name="T35" fmla="*/ 174 h 7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77" h="781">
                    <a:moveTo>
                      <a:pt x="676" y="174"/>
                    </a:moveTo>
                    <a:lnTo>
                      <a:pt x="676" y="12"/>
                    </a:lnTo>
                    <a:lnTo>
                      <a:pt x="663" y="12"/>
                    </a:lnTo>
                    <a:cubicBezTo>
                      <a:pt x="630" y="8"/>
                      <a:pt x="593" y="4"/>
                      <a:pt x="564" y="4"/>
                    </a:cubicBezTo>
                    <a:cubicBezTo>
                      <a:pt x="443" y="4"/>
                      <a:pt x="381" y="91"/>
                      <a:pt x="348" y="158"/>
                    </a:cubicBezTo>
                    <a:cubicBezTo>
                      <a:pt x="348" y="95"/>
                      <a:pt x="348" y="0"/>
                      <a:pt x="348" y="0"/>
                    </a:cubicBezTo>
                    <a:lnTo>
                      <a:pt x="331" y="0"/>
                    </a:lnTo>
                    <a:lnTo>
                      <a:pt x="0" y="54"/>
                    </a:lnTo>
                    <a:lnTo>
                      <a:pt x="0" y="112"/>
                    </a:lnTo>
                    <a:lnTo>
                      <a:pt x="12" y="112"/>
                    </a:lnTo>
                    <a:cubicBezTo>
                      <a:pt x="116" y="116"/>
                      <a:pt x="141" y="137"/>
                      <a:pt x="141" y="236"/>
                    </a:cubicBezTo>
                    <a:lnTo>
                      <a:pt x="141" y="780"/>
                    </a:lnTo>
                    <a:lnTo>
                      <a:pt x="348" y="780"/>
                    </a:lnTo>
                    <a:lnTo>
                      <a:pt x="348" y="390"/>
                    </a:lnTo>
                    <a:cubicBezTo>
                      <a:pt x="348" y="324"/>
                      <a:pt x="369" y="170"/>
                      <a:pt x="568" y="170"/>
                    </a:cubicBezTo>
                    <a:cubicBezTo>
                      <a:pt x="593" y="170"/>
                      <a:pt x="618" y="178"/>
                      <a:pt x="643" y="183"/>
                    </a:cubicBezTo>
                    <a:lnTo>
                      <a:pt x="676" y="191"/>
                    </a:lnTo>
                    <a:lnTo>
                      <a:pt x="676" y="174"/>
                    </a:ln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414141"/>
                  </a:solidFill>
                  <a:latin typeface="Arial"/>
                </a:endParaRPr>
              </a:p>
            </p:txBody>
          </p:sp>
          <p:sp>
            <p:nvSpPr>
              <p:cNvPr id="85" name="Freeform 15">
                <a:extLst>
                  <a:ext uri="{FF2B5EF4-FFF2-40B4-BE49-F238E27FC236}">
                    <a16:creationId xmlns:a16="http://schemas.microsoft.com/office/drawing/2014/main" id="{328DD6E4-ABBA-4DFA-9408-06C81DD1D2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6275" y="4200525"/>
                <a:ext cx="266700" cy="287338"/>
              </a:xfrm>
              <a:custGeom>
                <a:avLst/>
                <a:gdLst>
                  <a:gd name="T0" fmla="*/ 738 w 743"/>
                  <a:gd name="T1" fmla="*/ 315 h 797"/>
                  <a:gd name="T2" fmla="*/ 390 w 743"/>
                  <a:gd name="T3" fmla="*/ 0 h 797"/>
                  <a:gd name="T4" fmla="*/ 0 w 743"/>
                  <a:gd name="T5" fmla="*/ 373 h 797"/>
                  <a:gd name="T6" fmla="*/ 456 w 743"/>
                  <a:gd name="T7" fmla="*/ 796 h 797"/>
                  <a:gd name="T8" fmla="*/ 713 w 743"/>
                  <a:gd name="T9" fmla="*/ 755 h 797"/>
                  <a:gd name="T10" fmla="*/ 726 w 743"/>
                  <a:gd name="T11" fmla="*/ 751 h 797"/>
                  <a:gd name="T12" fmla="*/ 726 w 743"/>
                  <a:gd name="T13" fmla="*/ 651 h 797"/>
                  <a:gd name="T14" fmla="*/ 705 w 743"/>
                  <a:gd name="T15" fmla="*/ 660 h 797"/>
                  <a:gd name="T16" fmla="*/ 543 w 743"/>
                  <a:gd name="T17" fmla="*/ 684 h 797"/>
                  <a:gd name="T18" fmla="*/ 232 w 743"/>
                  <a:gd name="T19" fmla="*/ 332 h 797"/>
                  <a:gd name="T20" fmla="*/ 742 w 743"/>
                  <a:gd name="T21" fmla="*/ 332 h 797"/>
                  <a:gd name="T22" fmla="*/ 742 w 743"/>
                  <a:gd name="T23" fmla="*/ 315 h 797"/>
                  <a:gd name="T24" fmla="*/ 738 w 743"/>
                  <a:gd name="T25" fmla="*/ 315 h 797"/>
                  <a:gd name="T26" fmla="*/ 386 w 743"/>
                  <a:gd name="T27" fmla="*/ 83 h 797"/>
                  <a:gd name="T28" fmla="*/ 531 w 743"/>
                  <a:gd name="T29" fmla="*/ 236 h 797"/>
                  <a:gd name="T30" fmla="*/ 228 w 743"/>
                  <a:gd name="T31" fmla="*/ 236 h 797"/>
                  <a:gd name="T32" fmla="*/ 386 w 743"/>
                  <a:gd name="T33" fmla="*/ 83 h 7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743" h="797">
                    <a:moveTo>
                      <a:pt x="738" y="315"/>
                    </a:moveTo>
                    <a:cubicBezTo>
                      <a:pt x="738" y="104"/>
                      <a:pt x="622" y="0"/>
                      <a:pt x="390" y="0"/>
                    </a:cubicBezTo>
                    <a:cubicBezTo>
                      <a:pt x="128" y="0"/>
                      <a:pt x="0" y="124"/>
                      <a:pt x="0" y="373"/>
                    </a:cubicBezTo>
                    <a:cubicBezTo>
                      <a:pt x="0" y="639"/>
                      <a:pt x="170" y="796"/>
                      <a:pt x="456" y="796"/>
                    </a:cubicBezTo>
                    <a:cubicBezTo>
                      <a:pt x="581" y="796"/>
                      <a:pt x="676" y="763"/>
                      <a:pt x="713" y="755"/>
                    </a:cubicBezTo>
                    <a:lnTo>
                      <a:pt x="726" y="751"/>
                    </a:lnTo>
                    <a:lnTo>
                      <a:pt x="726" y="651"/>
                    </a:lnTo>
                    <a:lnTo>
                      <a:pt x="705" y="660"/>
                    </a:lnTo>
                    <a:cubicBezTo>
                      <a:pt x="672" y="672"/>
                      <a:pt x="610" y="684"/>
                      <a:pt x="543" y="684"/>
                    </a:cubicBezTo>
                    <a:cubicBezTo>
                      <a:pt x="319" y="684"/>
                      <a:pt x="236" y="498"/>
                      <a:pt x="232" y="332"/>
                    </a:cubicBezTo>
                    <a:cubicBezTo>
                      <a:pt x="261" y="332"/>
                      <a:pt x="742" y="332"/>
                      <a:pt x="742" y="332"/>
                    </a:cubicBezTo>
                    <a:lnTo>
                      <a:pt x="742" y="315"/>
                    </a:lnTo>
                    <a:lnTo>
                      <a:pt x="738" y="315"/>
                    </a:lnTo>
                    <a:close/>
                    <a:moveTo>
                      <a:pt x="386" y="83"/>
                    </a:moveTo>
                    <a:cubicBezTo>
                      <a:pt x="498" y="83"/>
                      <a:pt x="527" y="166"/>
                      <a:pt x="531" y="236"/>
                    </a:cubicBezTo>
                    <a:cubicBezTo>
                      <a:pt x="506" y="236"/>
                      <a:pt x="257" y="236"/>
                      <a:pt x="228" y="236"/>
                    </a:cubicBezTo>
                    <a:cubicBezTo>
                      <a:pt x="232" y="183"/>
                      <a:pt x="269" y="83"/>
                      <a:pt x="386" y="83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414141"/>
                  </a:solidFill>
                  <a:latin typeface="Arial"/>
                </a:endParaRPr>
              </a:p>
            </p:txBody>
          </p:sp>
          <p:sp>
            <p:nvSpPr>
              <p:cNvPr id="86" name="Freeform 16">
                <a:extLst>
                  <a:ext uri="{FF2B5EF4-FFF2-40B4-BE49-F238E27FC236}">
                    <a16:creationId xmlns:a16="http://schemas.microsoft.com/office/drawing/2014/main" id="{B2FDC831-FA76-47EB-A972-959454D156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10175" y="4071938"/>
                <a:ext cx="314325" cy="409575"/>
              </a:xfrm>
              <a:custGeom>
                <a:avLst/>
                <a:gdLst>
                  <a:gd name="T0" fmla="*/ 634 w 872"/>
                  <a:gd name="T1" fmla="*/ 357 h 1138"/>
                  <a:gd name="T2" fmla="*/ 348 w 872"/>
                  <a:gd name="T3" fmla="*/ 523 h 1138"/>
                  <a:gd name="T4" fmla="*/ 348 w 872"/>
                  <a:gd name="T5" fmla="*/ 0 h 1138"/>
                  <a:gd name="T6" fmla="*/ 332 w 872"/>
                  <a:gd name="T7" fmla="*/ 4 h 1138"/>
                  <a:gd name="T8" fmla="*/ 0 w 872"/>
                  <a:gd name="T9" fmla="*/ 46 h 1138"/>
                  <a:gd name="T10" fmla="*/ 0 w 872"/>
                  <a:gd name="T11" fmla="*/ 104 h 1138"/>
                  <a:gd name="T12" fmla="*/ 16 w 872"/>
                  <a:gd name="T13" fmla="*/ 104 h 1138"/>
                  <a:gd name="T14" fmla="*/ 141 w 872"/>
                  <a:gd name="T15" fmla="*/ 233 h 1138"/>
                  <a:gd name="T16" fmla="*/ 141 w 872"/>
                  <a:gd name="T17" fmla="*/ 1137 h 1138"/>
                  <a:gd name="T18" fmla="*/ 348 w 872"/>
                  <a:gd name="T19" fmla="*/ 1137 h 1138"/>
                  <a:gd name="T20" fmla="*/ 348 w 872"/>
                  <a:gd name="T21" fmla="*/ 747 h 1138"/>
                  <a:gd name="T22" fmla="*/ 547 w 872"/>
                  <a:gd name="T23" fmla="*/ 494 h 1138"/>
                  <a:gd name="T24" fmla="*/ 663 w 872"/>
                  <a:gd name="T25" fmla="*/ 660 h 1138"/>
                  <a:gd name="T26" fmla="*/ 663 w 872"/>
                  <a:gd name="T27" fmla="*/ 1137 h 1138"/>
                  <a:gd name="T28" fmla="*/ 871 w 872"/>
                  <a:gd name="T29" fmla="*/ 1137 h 1138"/>
                  <a:gd name="T30" fmla="*/ 871 w 872"/>
                  <a:gd name="T31" fmla="*/ 635 h 1138"/>
                  <a:gd name="T32" fmla="*/ 634 w 872"/>
                  <a:gd name="T33" fmla="*/ 357 h 1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872" h="1138">
                    <a:moveTo>
                      <a:pt x="634" y="357"/>
                    </a:moveTo>
                    <a:cubicBezTo>
                      <a:pt x="481" y="357"/>
                      <a:pt x="394" y="452"/>
                      <a:pt x="348" y="523"/>
                    </a:cubicBezTo>
                    <a:cubicBezTo>
                      <a:pt x="348" y="440"/>
                      <a:pt x="348" y="0"/>
                      <a:pt x="348" y="0"/>
                    </a:cubicBezTo>
                    <a:lnTo>
                      <a:pt x="332" y="4"/>
                    </a:lnTo>
                    <a:lnTo>
                      <a:pt x="0" y="46"/>
                    </a:lnTo>
                    <a:lnTo>
                      <a:pt x="0" y="104"/>
                    </a:lnTo>
                    <a:lnTo>
                      <a:pt x="16" y="104"/>
                    </a:lnTo>
                    <a:cubicBezTo>
                      <a:pt x="120" y="108"/>
                      <a:pt x="141" y="133"/>
                      <a:pt x="141" y="233"/>
                    </a:cubicBezTo>
                    <a:lnTo>
                      <a:pt x="141" y="1137"/>
                    </a:lnTo>
                    <a:lnTo>
                      <a:pt x="348" y="1137"/>
                    </a:lnTo>
                    <a:lnTo>
                      <a:pt x="348" y="747"/>
                    </a:lnTo>
                    <a:cubicBezTo>
                      <a:pt x="348" y="606"/>
                      <a:pt x="456" y="494"/>
                      <a:pt x="547" y="494"/>
                    </a:cubicBezTo>
                    <a:cubicBezTo>
                      <a:pt x="663" y="494"/>
                      <a:pt x="663" y="581"/>
                      <a:pt x="663" y="660"/>
                    </a:cubicBezTo>
                    <a:lnTo>
                      <a:pt x="663" y="1137"/>
                    </a:lnTo>
                    <a:lnTo>
                      <a:pt x="871" y="1137"/>
                    </a:lnTo>
                    <a:lnTo>
                      <a:pt x="871" y="635"/>
                    </a:lnTo>
                    <a:cubicBezTo>
                      <a:pt x="871" y="552"/>
                      <a:pt x="871" y="357"/>
                      <a:pt x="634" y="357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414141"/>
                  </a:solidFill>
                  <a:latin typeface="Arial"/>
                </a:endParaRPr>
              </a:p>
            </p:txBody>
          </p:sp>
          <p:sp>
            <p:nvSpPr>
              <p:cNvPr id="87" name="Freeform 17">
                <a:extLst>
                  <a:ext uri="{FF2B5EF4-FFF2-40B4-BE49-F238E27FC236}">
                    <a16:creationId xmlns:a16="http://schemas.microsoft.com/office/drawing/2014/main" id="{E7D12A5B-CC46-4831-B4F3-875F33C2DB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94350" y="4200525"/>
                <a:ext cx="266700" cy="287338"/>
              </a:xfrm>
              <a:custGeom>
                <a:avLst/>
                <a:gdLst>
                  <a:gd name="T0" fmla="*/ 742 w 743"/>
                  <a:gd name="T1" fmla="*/ 315 h 797"/>
                  <a:gd name="T2" fmla="*/ 394 w 743"/>
                  <a:gd name="T3" fmla="*/ 0 h 797"/>
                  <a:gd name="T4" fmla="*/ 0 w 743"/>
                  <a:gd name="T5" fmla="*/ 373 h 797"/>
                  <a:gd name="T6" fmla="*/ 456 w 743"/>
                  <a:gd name="T7" fmla="*/ 796 h 797"/>
                  <a:gd name="T8" fmla="*/ 713 w 743"/>
                  <a:gd name="T9" fmla="*/ 755 h 797"/>
                  <a:gd name="T10" fmla="*/ 726 w 743"/>
                  <a:gd name="T11" fmla="*/ 751 h 797"/>
                  <a:gd name="T12" fmla="*/ 726 w 743"/>
                  <a:gd name="T13" fmla="*/ 651 h 797"/>
                  <a:gd name="T14" fmla="*/ 705 w 743"/>
                  <a:gd name="T15" fmla="*/ 660 h 797"/>
                  <a:gd name="T16" fmla="*/ 543 w 743"/>
                  <a:gd name="T17" fmla="*/ 684 h 797"/>
                  <a:gd name="T18" fmla="*/ 232 w 743"/>
                  <a:gd name="T19" fmla="*/ 332 h 797"/>
                  <a:gd name="T20" fmla="*/ 742 w 743"/>
                  <a:gd name="T21" fmla="*/ 332 h 797"/>
                  <a:gd name="T22" fmla="*/ 742 w 743"/>
                  <a:gd name="T23" fmla="*/ 315 h 797"/>
                  <a:gd name="T24" fmla="*/ 386 w 743"/>
                  <a:gd name="T25" fmla="*/ 83 h 797"/>
                  <a:gd name="T26" fmla="*/ 531 w 743"/>
                  <a:gd name="T27" fmla="*/ 236 h 797"/>
                  <a:gd name="T28" fmla="*/ 228 w 743"/>
                  <a:gd name="T29" fmla="*/ 236 h 797"/>
                  <a:gd name="T30" fmla="*/ 386 w 743"/>
                  <a:gd name="T31" fmla="*/ 83 h 7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743" h="797">
                    <a:moveTo>
                      <a:pt x="742" y="315"/>
                    </a:moveTo>
                    <a:cubicBezTo>
                      <a:pt x="742" y="104"/>
                      <a:pt x="626" y="0"/>
                      <a:pt x="394" y="0"/>
                    </a:cubicBezTo>
                    <a:cubicBezTo>
                      <a:pt x="133" y="0"/>
                      <a:pt x="0" y="124"/>
                      <a:pt x="0" y="373"/>
                    </a:cubicBezTo>
                    <a:cubicBezTo>
                      <a:pt x="0" y="639"/>
                      <a:pt x="170" y="796"/>
                      <a:pt x="456" y="796"/>
                    </a:cubicBezTo>
                    <a:cubicBezTo>
                      <a:pt x="581" y="796"/>
                      <a:pt x="676" y="763"/>
                      <a:pt x="713" y="755"/>
                    </a:cubicBezTo>
                    <a:lnTo>
                      <a:pt x="726" y="751"/>
                    </a:lnTo>
                    <a:lnTo>
                      <a:pt x="726" y="651"/>
                    </a:lnTo>
                    <a:lnTo>
                      <a:pt x="705" y="660"/>
                    </a:lnTo>
                    <a:cubicBezTo>
                      <a:pt x="672" y="672"/>
                      <a:pt x="610" y="684"/>
                      <a:pt x="543" y="684"/>
                    </a:cubicBezTo>
                    <a:cubicBezTo>
                      <a:pt x="319" y="684"/>
                      <a:pt x="236" y="498"/>
                      <a:pt x="232" y="332"/>
                    </a:cubicBezTo>
                    <a:cubicBezTo>
                      <a:pt x="261" y="332"/>
                      <a:pt x="742" y="332"/>
                      <a:pt x="742" y="332"/>
                    </a:cubicBezTo>
                    <a:lnTo>
                      <a:pt x="742" y="315"/>
                    </a:lnTo>
                    <a:close/>
                    <a:moveTo>
                      <a:pt x="386" y="83"/>
                    </a:moveTo>
                    <a:cubicBezTo>
                      <a:pt x="498" y="83"/>
                      <a:pt x="527" y="166"/>
                      <a:pt x="531" y="236"/>
                    </a:cubicBezTo>
                    <a:cubicBezTo>
                      <a:pt x="506" y="236"/>
                      <a:pt x="257" y="236"/>
                      <a:pt x="228" y="236"/>
                    </a:cubicBezTo>
                    <a:cubicBezTo>
                      <a:pt x="236" y="183"/>
                      <a:pt x="270" y="83"/>
                      <a:pt x="386" y="83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414141"/>
                  </a:solidFill>
                  <a:latin typeface="Arial"/>
                </a:endParaRPr>
              </a:p>
            </p:txBody>
          </p:sp>
          <p:sp>
            <p:nvSpPr>
              <p:cNvPr id="88" name="Freeform 18">
                <a:extLst>
                  <a:ext uri="{FF2B5EF4-FFF2-40B4-BE49-F238E27FC236}">
                    <a16:creationId xmlns:a16="http://schemas.microsoft.com/office/drawing/2014/main" id="{9EE8A4B4-3A89-491F-8A0B-C959D26E70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64113" y="4121150"/>
                <a:ext cx="212725" cy="366713"/>
              </a:xfrm>
              <a:custGeom>
                <a:avLst/>
                <a:gdLst>
                  <a:gd name="T0" fmla="*/ 141 w 589"/>
                  <a:gd name="T1" fmla="*/ 237 h 1017"/>
                  <a:gd name="T2" fmla="*/ 0 w 589"/>
                  <a:gd name="T3" fmla="*/ 237 h 1017"/>
                  <a:gd name="T4" fmla="*/ 0 w 589"/>
                  <a:gd name="T5" fmla="*/ 328 h 1017"/>
                  <a:gd name="T6" fmla="*/ 141 w 589"/>
                  <a:gd name="T7" fmla="*/ 328 h 1017"/>
                  <a:gd name="T8" fmla="*/ 141 w 589"/>
                  <a:gd name="T9" fmla="*/ 797 h 1017"/>
                  <a:gd name="T10" fmla="*/ 427 w 589"/>
                  <a:gd name="T11" fmla="*/ 1016 h 1017"/>
                  <a:gd name="T12" fmla="*/ 551 w 589"/>
                  <a:gd name="T13" fmla="*/ 1004 h 1017"/>
                  <a:gd name="T14" fmla="*/ 564 w 589"/>
                  <a:gd name="T15" fmla="*/ 1004 h 1017"/>
                  <a:gd name="T16" fmla="*/ 564 w 589"/>
                  <a:gd name="T17" fmla="*/ 909 h 1017"/>
                  <a:gd name="T18" fmla="*/ 547 w 589"/>
                  <a:gd name="T19" fmla="*/ 913 h 1017"/>
                  <a:gd name="T20" fmla="*/ 485 w 589"/>
                  <a:gd name="T21" fmla="*/ 917 h 1017"/>
                  <a:gd name="T22" fmla="*/ 352 w 589"/>
                  <a:gd name="T23" fmla="*/ 772 h 1017"/>
                  <a:gd name="T24" fmla="*/ 352 w 589"/>
                  <a:gd name="T25" fmla="*/ 328 h 1017"/>
                  <a:gd name="T26" fmla="*/ 588 w 589"/>
                  <a:gd name="T27" fmla="*/ 328 h 1017"/>
                  <a:gd name="T28" fmla="*/ 588 w 589"/>
                  <a:gd name="T29" fmla="*/ 237 h 1017"/>
                  <a:gd name="T30" fmla="*/ 352 w 589"/>
                  <a:gd name="T31" fmla="*/ 237 h 1017"/>
                  <a:gd name="T32" fmla="*/ 352 w 589"/>
                  <a:gd name="T33" fmla="*/ 0 h 1017"/>
                  <a:gd name="T34" fmla="*/ 141 w 589"/>
                  <a:gd name="T35" fmla="*/ 0 h 1017"/>
                  <a:gd name="T36" fmla="*/ 141 w 589"/>
                  <a:gd name="T37" fmla="*/ 237 h 10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9" h="1017">
                    <a:moveTo>
                      <a:pt x="141" y="237"/>
                    </a:moveTo>
                    <a:lnTo>
                      <a:pt x="0" y="237"/>
                    </a:lnTo>
                    <a:lnTo>
                      <a:pt x="0" y="328"/>
                    </a:lnTo>
                    <a:lnTo>
                      <a:pt x="141" y="328"/>
                    </a:lnTo>
                    <a:lnTo>
                      <a:pt x="141" y="797"/>
                    </a:lnTo>
                    <a:cubicBezTo>
                      <a:pt x="141" y="1000"/>
                      <a:pt x="270" y="1016"/>
                      <a:pt x="427" y="1016"/>
                    </a:cubicBezTo>
                    <a:cubicBezTo>
                      <a:pt x="464" y="1016"/>
                      <a:pt x="505" y="1012"/>
                      <a:pt x="551" y="1004"/>
                    </a:cubicBezTo>
                    <a:lnTo>
                      <a:pt x="564" y="1004"/>
                    </a:lnTo>
                    <a:lnTo>
                      <a:pt x="564" y="909"/>
                    </a:lnTo>
                    <a:lnTo>
                      <a:pt x="547" y="913"/>
                    </a:lnTo>
                    <a:cubicBezTo>
                      <a:pt x="530" y="917"/>
                      <a:pt x="510" y="917"/>
                      <a:pt x="485" y="917"/>
                    </a:cubicBezTo>
                    <a:cubicBezTo>
                      <a:pt x="360" y="917"/>
                      <a:pt x="352" y="880"/>
                      <a:pt x="352" y="772"/>
                    </a:cubicBezTo>
                    <a:lnTo>
                      <a:pt x="352" y="328"/>
                    </a:lnTo>
                    <a:lnTo>
                      <a:pt x="588" y="328"/>
                    </a:lnTo>
                    <a:lnTo>
                      <a:pt x="588" y="237"/>
                    </a:lnTo>
                    <a:lnTo>
                      <a:pt x="352" y="237"/>
                    </a:lnTo>
                    <a:lnTo>
                      <a:pt x="352" y="0"/>
                    </a:lnTo>
                    <a:lnTo>
                      <a:pt x="141" y="0"/>
                    </a:lnTo>
                    <a:lnTo>
                      <a:pt x="141" y="237"/>
                    </a:ln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414141"/>
                  </a:solidFill>
                  <a:latin typeface="Arial"/>
                </a:endParaRPr>
              </a:p>
            </p:txBody>
          </p:sp>
          <p:sp>
            <p:nvSpPr>
              <p:cNvPr id="89" name="Freeform 19">
                <a:extLst>
                  <a:ext uri="{FF2B5EF4-FFF2-40B4-BE49-F238E27FC236}">
                    <a16:creationId xmlns:a16="http://schemas.microsoft.com/office/drawing/2014/main" id="{D14B1E8B-CBC3-4D17-B47F-D2471B1D64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49963" y="4087813"/>
                <a:ext cx="450850" cy="395287"/>
              </a:xfrm>
              <a:custGeom>
                <a:avLst/>
                <a:gdLst>
                  <a:gd name="T0" fmla="*/ 1245 w 1254"/>
                  <a:gd name="T1" fmla="*/ 0 h 1096"/>
                  <a:gd name="T2" fmla="*/ 1033 w 1254"/>
                  <a:gd name="T3" fmla="*/ 0 h 1096"/>
                  <a:gd name="T4" fmla="*/ 1033 w 1254"/>
                  <a:gd name="T5" fmla="*/ 829 h 1096"/>
                  <a:gd name="T6" fmla="*/ 485 w 1254"/>
                  <a:gd name="T7" fmla="*/ 0 h 1096"/>
                  <a:gd name="T8" fmla="*/ 0 w 1254"/>
                  <a:gd name="T9" fmla="*/ 0 h 1096"/>
                  <a:gd name="T10" fmla="*/ 0 w 1254"/>
                  <a:gd name="T11" fmla="*/ 62 h 1096"/>
                  <a:gd name="T12" fmla="*/ 42 w 1254"/>
                  <a:gd name="T13" fmla="*/ 70 h 1096"/>
                  <a:gd name="T14" fmla="*/ 178 w 1254"/>
                  <a:gd name="T15" fmla="*/ 220 h 1096"/>
                  <a:gd name="T16" fmla="*/ 178 w 1254"/>
                  <a:gd name="T17" fmla="*/ 1095 h 1096"/>
                  <a:gd name="T18" fmla="*/ 403 w 1254"/>
                  <a:gd name="T19" fmla="*/ 1095 h 1096"/>
                  <a:gd name="T20" fmla="*/ 403 w 1254"/>
                  <a:gd name="T21" fmla="*/ 228 h 1096"/>
                  <a:gd name="T22" fmla="*/ 975 w 1254"/>
                  <a:gd name="T23" fmla="*/ 1095 h 1096"/>
                  <a:gd name="T24" fmla="*/ 1253 w 1254"/>
                  <a:gd name="T25" fmla="*/ 1095 h 1096"/>
                  <a:gd name="T26" fmla="*/ 1253 w 1254"/>
                  <a:gd name="T27" fmla="*/ 0 h 1096"/>
                  <a:gd name="T28" fmla="*/ 1245 w 1254"/>
                  <a:gd name="T29" fmla="*/ 0 h 10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254" h="1096">
                    <a:moveTo>
                      <a:pt x="1245" y="0"/>
                    </a:moveTo>
                    <a:lnTo>
                      <a:pt x="1033" y="0"/>
                    </a:lnTo>
                    <a:cubicBezTo>
                      <a:pt x="1033" y="0"/>
                      <a:pt x="1033" y="751"/>
                      <a:pt x="1033" y="829"/>
                    </a:cubicBezTo>
                    <a:cubicBezTo>
                      <a:pt x="992" y="763"/>
                      <a:pt x="485" y="0"/>
                      <a:pt x="485" y="0"/>
                    </a:cubicBezTo>
                    <a:lnTo>
                      <a:pt x="0" y="0"/>
                    </a:lnTo>
                    <a:lnTo>
                      <a:pt x="0" y="62"/>
                    </a:lnTo>
                    <a:lnTo>
                      <a:pt x="42" y="70"/>
                    </a:lnTo>
                    <a:cubicBezTo>
                      <a:pt x="170" y="91"/>
                      <a:pt x="178" y="95"/>
                      <a:pt x="178" y="220"/>
                    </a:cubicBezTo>
                    <a:lnTo>
                      <a:pt x="178" y="1095"/>
                    </a:lnTo>
                    <a:lnTo>
                      <a:pt x="403" y="1095"/>
                    </a:lnTo>
                    <a:cubicBezTo>
                      <a:pt x="403" y="1095"/>
                      <a:pt x="403" y="307"/>
                      <a:pt x="403" y="228"/>
                    </a:cubicBezTo>
                    <a:cubicBezTo>
                      <a:pt x="448" y="294"/>
                      <a:pt x="975" y="1095"/>
                      <a:pt x="975" y="1095"/>
                    </a:cubicBezTo>
                    <a:lnTo>
                      <a:pt x="1253" y="1095"/>
                    </a:lnTo>
                    <a:lnTo>
                      <a:pt x="1253" y="0"/>
                    </a:lnTo>
                    <a:lnTo>
                      <a:pt x="1245" y="0"/>
                    </a:ln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414141"/>
                  </a:solidFill>
                  <a:latin typeface="Arial"/>
                </a:endParaRPr>
              </a:p>
            </p:txBody>
          </p:sp>
          <p:sp>
            <p:nvSpPr>
              <p:cNvPr id="90" name="Freeform 20">
                <a:extLst>
                  <a:ext uri="{FF2B5EF4-FFF2-40B4-BE49-F238E27FC236}">
                    <a16:creationId xmlns:a16="http://schemas.microsoft.com/office/drawing/2014/main" id="{DB1210C6-6B78-4E35-89D3-C2D8ACE57B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73838" y="4200525"/>
                <a:ext cx="266700" cy="287338"/>
              </a:xfrm>
              <a:custGeom>
                <a:avLst/>
                <a:gdLst>
                  <a:gd name="T0" fmla="*/ 390 w 740"/>
                  <a:gd name="T1" fmla="*/ 0 h 797"/>
                  <a:gd name="T2" fmla="*/ 0 w 740"/>
                  <a:gd name="T3" fmla="*/ 373 h 797"/>
                  <a:gd name="T4" fmla="*/ 456 w 740"/>
                  <a:gd name="T5" fmla="*/ 796 h 797"/>
                  <a:gd name="T6" fmla="*/ 714 w 740"/>
                  <a:gd name="T7" fmla="*/ 755 h 797"/>
                  <a:gd name="T8" fmla="*/ 726 w 740"/>
                  <a:gd name="T9" fmla="*/ 751 h 797"/>
                  <a:gd name="T10" fmla="*/ 726 w 740"/>
                  <a:gd name="T11" fmla="*/ 651 h 797"/>
                  <a:gd name="T12" fmla="*/ 705 w 740"/>
                  <a:gd name="T13" fmla="*/ 660 h 797"/>
                  <a:gd name="T14" fmla="*/ 539 w 740"/>
                  <a:gd name="T15" fmla="*/ 684 h 797"/>
                  <a:gd name="T16" fmla="*/ 228 w 740"/>
                  <a:gd name="T17" fmla="*/ 332 h 797"/>
                  <a:gd name="T18" fmla="*/ 739 w 740"/>
                  <a:gd name="T19" fmla="*/ 332 h 797"/>
                  <a:gd name="T20" fmla="*/ 739 w 740"/>
                  <a:gd name="T21" fmla="*/ 315 h 797"/>
                  <a:gd name="T22" fmla="*/ 390 w 740"/>
                  <a:gd name="T23" fmla="*/ 0 h 797"/>
                  <a:gd name="T24" fmla="*/ 386 w 740"/>
                  <a:gd name="T25" fmla="*/ 83 h 797"/>
                  <a:gd name="T26" fmla="*/ 531 w 740"/>
                  <a:gd name="T27" fmla="*/ 236 h 797"/>
                  <a:gd name="T28" fmla="*/ 228 w 740"/>
                  <a:gd name="T29" fmla="*/ 236 h 797"/>
                  <a:gd name="T30" fmla="*/ 386 w 740"/>
                  <a:gd name="T31" fmla="*/ 83 h 7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740" h="797">
                    <a:moveTo>
                      <a:pt x="390" y="0"/>
                    </a:moveTo>
                    <a:cubicBezTo>
                      <a:pt x="129" y="0"/>
                      <a:pt x="0" y="124"/>
                      <a:pt x="0" y="373"/>
                    </a:cubicBezTo>
                    <a:cubicBezTo>
                      <a:pt x="0" y="639"/>
                      <a:pt x="170" y="796"/>
                      <a:pt x="456" y="796"/>
                    </a:cubicBezTo>
                    <a:cubicBezTo>
                      <a:pt x="581" y="796"/>
                      <a:pt x="676" y="767"/>
                      <a:pt x="714" y="755"/>
                    </a:cubicBezTo>
                    <a:lnTo>
                      <a:pt x="726" y="751"/>
                    </a:lnTo>
                    <a:lnTo>
                      <a:pt x="726" y="651"/>
                    </a:lnTo>
                    <a:lnTo>
                      <a:pt x="705" y="660"/>
                    </a:lnTo>
                    <a:cubicBezTo>
                      <a:pt x="672" y="672"/>
                      <a:pt x="610" y="684"/>
                      <a:pt x="539" y="684"/>
                    </a:cubicBezTo>
                    <a:cubicBezTo>
                      <a:pt x="315" y="684"/>
                      <a:pt x="232" y="498"/>
                      <a:pt x="228" y="332"/>
                    </a:cubicBezTo>
                    <a:lnTo>
                      <a:pt x="739" y="332"/>
                    </a:lnTo>
                    <a:lnTo>
                      <a:pt x="739" y="315"/>
                    </a:lnTo>
                    <a:cubicBezTo>
                      <a:pt x="739" y="104"/>
                      <a:pt x="622" y="0"/>
                      <a:pt x="390" y="0"/>
                    </a:cubicBezTo>
                    <a:close/>
                    <a:moveTo>
                      <a:pt x="386" y="83"/>
                    </a:moveTo>
                    <a:cubicBezTo>
                      <a:pt x="498" y="83"/>
                      <a:pt x="527" y="162"/>
                      <a:pt x="531" y="236"/>
                    </a:cubicBezTo>
                    <a:lnTo>
                      <a:pt x="228" y="236"/>
                    </a:lnTo>
                    <a:cubicBezTo>
                      <a:pt x="232" y="187"/>
                      <a:pt x="270" y="83"/>
                      <a:pt x="386" y="83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414141"/>
                  </a:solidFill>
                  <a:latin typeface="Arial"/>
                </a:endParaRPr>
              </a:p>
            </p:txBody>
          </p:sp>
          <p:sp>
            <p:nvSpPr>
              <p:cNvPr id="94" name="Freeform 21">
                <a:extLst>
                  <a:ext uri="{FF2B5EF4-FFF2-40B4-BE49-F238E27FC236}">
                    <a16:creationId xmlns:a16="http://schemas.microsoft.com/office/drawing/2014/main" id="{58D11F43-195A-4FCF-AD3D-53444A0A3E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4075" y="4121150"/>
                <a:ext cx="212725" cy="366713"/>
              </a:xfrm>
              <a:custGeom>
                <a:avLst/>
                <a:gdLst>
                  <a:gd name="T0" fmla="*/ 141 w 590"/>
                  <a:gd name="T1" fmla="*/ 237 h 1017"/>
                  <a:gd name="T2" fmla="*/ 0 w 590"/>
                  <a:gd name="T3" fmla="*/ 237 h 1017"/>
                  <a:gd name="T4" fmla="*/ 0 w 590"/>
                  <a:gd name="T5" fmla="*/ 328 h 1017"/>
                  <a:gd name="T6" fmla="*/ 141 w 590"/>
                  <a:gd name="T7" fmla="*/ 328 h 1017"/>
                  <a:gd name="T8" fmla="*/ 141 w 590"/>
                  <a:gd name="T9" fmla="*/ 797 h 1017"/>
                  <a:gd name="T10" fmla="*/ 427 w 590"/>
                  <a:gd name="T11" fmla="*/ 1016 h 1017"/>
                  <a:gd name="T12" fmla="*/ 551 w 590"/>
                  <a:gd name="T13" fmla="*/ 1004 h 1017"/>
                  <a:gd name="T14" fmla="*/ 564 w 590"/>
                  <a:gd name="T15" fmla="*/ 1004 h 1017"/>
                  <a:gd name="T16" fmla="*/ 564 w 590"/>
                  <a:gd name="T17" fmla="*/ 909 h 1017"/>
                  <a:gd name="T18" fmla="*/ 547 w 590"/>
                  <a:gd name="T19" fmla="*/ 913 h 1017"/>
                  <a:gd name="T20" fmla="*/ 485 w 590"/>
                  <a:gd name="T21" fmla="*/ 917 h 1017"/>
                  <a:gd name="T22" fmla="*/ 352 w 590"/>
                  <a:gd name="T23" fmla="*/ 772 h 1017"/>
                  <a:gd name="T24" fmla="*/ 352 w 590"/>
                  <a:gd name="T25" fmla="*/ 328 h 1017"/>
                  <a:gd name="T26" fmla="*/ 589 w 590"/>
                  <a:gd name="T27" fmla="*/ 328 h 1017"/>
                  <a:gd name="T28" fmla="*/ 589 w 590"/>
                  <a:gd name="T29" fmla="*/ 237 h 1017"/>
                  <a:gd name="T30" fmla="*/ 352 w 590"/>
                  <a:gd name="T31" fmla="*/ 237 h 1017"/>
                  <a:gd name="T32" fmla="*/ 352 w 590"/>
                  <a:gd name="T33" fmla="*/ 0 h 1017"/>
                  <a:gd name="T34" fmla="*/ 141 w 590"/>
                  <a:gd name="T35" fmla="*/ 0 h 1017"/>
                  <a:gd name="T36" fmla="*/ 141 w 590"/>
                  <a:gd name="T37" fmla="*/ 237 h 10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90" h="1017">
                    <a:moveTo>
                      <a:pt x="141" y="237"/>
                    </a:moveTo>
                    <a:lnTo>
                      <a:pt x="0" y="237"/>
                    </a:lnTo>
                    <a:lnTo>
                      <a:pt x="0" y="328"/>
                    </a:lnTo>
                    <a:lnTo>
                      <a:pt x="141" y="328"/>
                    </a:lnTo>
                    <a:lnTo>
                      <a:pt x="141" y="797"/>
                    </a:lnTo>
                    <a:cubicBezTo>
                      <a:pt x="141" y="1000"/>
                      <a:pt x="269" y="1016"/>
                      <a:pt x="427" y="1016"/>
                    </a:cubicBezTo>
                    <a:cubicBezTo>
                      <a:pt x="464" y="1016"/>
                      <a:pt x="506" y="1012"/>
                      <a:pt x="551" y="1004"/>
                    </a:cubicBezTo>
                    <a:lnTo>
                      <a:pt x="564" y="1004"/>
                    </a:lnTo>
                    <a:lnTo>
                      <a:pt x="564" y="909"/>
                    </a:lnTo>
                    <a:lnTo>
                      <a:pt x="547" y="913"/>
                    </a:lnTo>
                    <a:cubicBezTo>
                      <a:pt x="531" y="917"/>
                      <a:pt x="510" y="917"/>
                      <a:pt x="485" y="917"/>
                    </a:cubicBezTo>
                    <a:cubicBezTo>
                      <a:pt x="361" y="917"/>
                      <a:pt x="352" y="880"/>
                      <a:pt x="352" y="772"/>
                    </a:cubicBezTo>
                    <a:lnTo>
                      <a:pt x="352" y="328"/>
                    </a:lnTo>
                    <a:lnTo>
                      <a:pt x="589" y="328"/>
                    </a:lnTo>
                    <a:lnTo>
                      <a:pt x="589" y="237"/>
                    </a:lnTo>
                    <a:lnTo>
                      <a:pt x="352" y="237"/>
                    </a:lnTo>
                    <a:lnTo>
                      <a:pt x="352" y="0"/>
                    </a:lnTo>
                    <a:lnTo>
                      <a:pt x="141" y="0"/>
                    </a:lnTo>
                    <a:lnTo>
                      <a:pt x="141" y="237"/>
                    </a:ln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414141"/>
                  </a:solidFill>
                  <a:latin typeface="Arial"/>
                </a:endParaRPr>
              </a:p>
            </p:txBody>
          </p:sp>
          <p:sp>
            <p:nvSpPr>
              <p:cNvPr id="95" name="Freeform 22">
                <a:extLst>
                  <a:ext uri="{FF2B5EF4-FFF2-40B4-BE49-F238E27FC236}">
                    <a16:creationId xmlns:a16="http://schemas.microsoft.com/office/drawing/2014/main" id="{57C204A3-E4DA-4410-9087-06BB65B860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50063" y="4206875"/>
                <a:ext cx="331787" cy="274638"/>
              </a:xfrm>
              <a:custGeom>
                <a:avLst/>
                <a:gdLst>
                  <a:gd name="T0" fmla="*/ 705 w 921"/>
                  <a:gd name="T1" fmla="*/ 248 h 764"/>
                  <a:gd name="T2" fmla="*/ 920 w 921"/>
                  <a:gd name="T3" fmla="*/ 0 h 764"/>
                  <a:gd name="T4" fmla="*/ 701 w 921"/>
                  <a:gd name="T5" fmla="*/ 0 h 764"/>
                  <a:gd name="T6" fmla="*/ 497 w 921"/>
                  <a:gd name="T7" fmla="*/ 236 h 764"/>
                  <a:gd name="T8" fmla="*/ 319 w 921"/>
                  <a:gd name="T9" fmla="*/ 0 h 764"/>
                  <a:gd name="T10" fmla="*/ 0 w 921"/>
                  <a:gd name="T11" fmla="*/ 0 h 764"/>
                  <a:gd name="T12" fmla="*/ 0 w 921"/>
                  <a:gd name="T13" fmla="*/ 62 h 764"/>
                  <a:gd name="T14" fmla="*/ 12 w 921"/>
                  <a:gd name="T15" fmla="*/ 62 h 764"/>
                  <a:gd name="T16" fmla="*/ 211 w 921"/>
                  <a:gd name="T17" fmla="*/ 178 h 764"/>
                  <a:gd name="T18" fmla="*/ 344 w 921"/>
                  <a:gd name="T19" fmla="*/ 352 h 764"/>
                  <a:gd name="T20" fmla="*/ 128 w 921"/>
                  <a:gd name="T21" fmla="*/ 601 h 764"/>
                  <a:gd name="T22" fmla="*/ 348 w 921"/>
                  <a:gd name="T23" fmla="*/ 601 h 764"/>
                  <a:gd name="T24" fmla="*/ 443 w 921"/>
                  <a:gd name="T25" fmla="*/ 489 h 764"/>
                  <a:gd name="T26" fmla="*/ 651 w 921"/>
                  <a:gd name="T27" fmla="*/ 763 h 764"/>
                  <a:gd name="T28" fmla="*/ 900 w 921"/>
                  <a:gd name="T29" fmla="*/ 763 h 764"/>
                  <a:gd name="T30" fmla="*/ 506 w 921"/>
                  <a:gd name="T31" fmla="*/ 248 h 764"/>
                  <a:gd name="T32" fmla="*/ 705 w 921"/>
                  <a:gd name="T33" fmla="*/ 248 h 7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921" h="764">
                    <a:moveTo>
                      <a:pt x="705" y="248"/>
                    </a:moveTo>
                    <a:lnTo>
                      <a:pt x="920" y="0"/>
                    </a:lnTo>
                    <a:lnTo>
                      <a:pt x="701" y="0"/>
                    </a:lnTo>
                    <a:lnTo>
                      <a:pt x="497" y="236"/>
                    </a:lnTo>
                    <a:lnTo>
                      <a:pt x="319" y="0"/>
                    </a:lnTo>
                    <a:lnTo>
                      <a:pt x="0" y="0"/>
                    </a:lnTo>
                    <a:lnTo>
                      <a:pt x="0" y="62"/>
                    </a:lnTo>
                    <a:lnTo>
                      <a:pt x="12" y="62"/>
                    </a:lnTo>
                    <a:cubicBezTo>
                      <a:pt x="120" y="70"/>
                      <a:pt x="145" y="87"/>
                      <a:pt x="211" y="178"/>
                    </a:cubicBezTo>
                    <a:lnTo>
                      <a:pt x="344" y="352"/>
                    </a:lnTo>
                    <a:lnTo>
                      <a:pt x="128" y="601"/>
                    </a:lnTo>
                    <a:lnTo>
                      <a:pt x="348" y="601"/>
                    </a:lnTo>
                    <a:lnTo>
                      <a:pt x="443" y="489"/>
                    </a:lnTo>
                    <a:lnTo>
                      <a:pt x="651" y="763"/>
                    </a:lnTo>
                    <a:lnTo>
                      <a:pt x="900" y="763"/>
                    </a:lnTo>
                    <a:lnTo>
                      <a:pt x="506" y="248"/>
                    </a:lnTo>
                    <a:lnTo>
                      <a:pt x="705" y="248"/>
                    </a:ln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414141"/>
                  </a:solidFill>
                  <a:latin typeface="Arial"/>
                </a:endParaRPr>
              </a:p>
            </p:txBody>
          </p:sp>
          <p:sp>
            <p:nvSpPr>
              <p:cNvPr id="96" name="Freeform 23">
                <a:extLst>
                  <a:ext uri="{FF2B5EF4-FFF2-40B4-BE49-F238E27FC236}">
                    <a16:creationId xmlns:a16="http://schemas.microsoft.com/office/drawing/2014/main" id="{30F904F7-CFA3-4AFE-A471-242150D3D5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5500" y="4010025"/>
                <a:ext cx="176213" cy="111125"/>
              </a:xfrm>
              <a:custGeom>
                <a:avLst/>
                <a:gdLst>
                  <a:gd name="T0" fmla="*/ 224 w 490"/>
                  <a:gd name="T1" fmla="*/ 307 h 308"/>
                  <a:gd name="T2" fmla="*/ 0 w 490"/>
                  <a:gd name="T3" fmla="*/ 307 h 308"/>
                  <a:gd name="T4" fmla="*/ 269 w 490"/>
                  <a:gd name="T5" fmla="*/ 0 h 308"/>
                  <a:gd name="T6" fmla="*/ 489 w 490"/>
                  <a:gd name="T7" fmla="*/ 0 h 308"/>
                  <a:gd name="T8" fmla="*/ 224 w 490"/>
                  <a:gd name="T9" fmla="*/ 307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0" h="308">
                    <a:moveTo>
                      <a:pt x="224" y="307"/>
                    </a:moveTo>
                    <a:lnTo>
                      <a:pt x="0" y="307"/>
                    </a:lnTo>
                    <a:lnTo>
                      <a:pt x="269" y="0"/>
                    </a:lnTo>
                    <a:lnTo>
                      <a:pt x="489" y="0"/>
                    </a:lnTo>
                    <a:lnTo>
                      <a:pt x="224" y="307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414141"/>
                  </a:solidFill>
                  <a:latin typeface="Arial"/>
                </a:endParaRPr>
              </a:p>
            </p:txBody>
          </p:sp>
        </p:grp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83BBE215-AF3A-46DA-852A-99A2A2B5D62F}"/>
                </a:ext>
              </a:extLst>
            </p:cNvPr>
            <p:cNvSpPr txBox="1"/>
            <p:nvPr userDrawn="1"/>
          </p:nvSpPr>
          <p:spPr>
            <a:xfrm>
              <a:off x="6641794" y="4911221"/>
              <a:ext cx="24625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kern="1200" dirty="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rPr>
                <a:t>© Hitachi Vantara LLC 2021. All Rights Reserved.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56030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5C2DBF0B-543D-4FC7-BB52-CA28369EC7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42892" y="0"/>
            <a:ext cx="3201108" cy="5157216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5729740B-1624-B54D-8EBF-465176DD950A}"/>
              </a:ext>
            </a:extLst>
          </p:cNvPr>
          <p:cNvSpPr/>
          <p:nvPr userDrawn="1"/>
        </p:nvSpPr>
        <p:spPr>
          <a:xfrm>
            <a:off x="0" y="0"/>
            <a:ext cx="5943600" cy="5157216"/>
          </a:xfrm>
          <a:prstGeom prst="rect">
            <a:avLst/>
          </a:prstGeom>
          <a:gradFill>
            <a:gsLst>
              <a:gs pos="0">
                <a:schemeClr val="tx1">
                  <a:lumMod val="60000"/>
                  <a:lumOff val="40000"/>
                  <a:alpha val="25000"/>
                </a:schemeClr>
              </a:gs>
              <a:gs pos="98000">
                <a:schemeClr val="bg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57" name="Title 1"/>
          <p:cNvSpPr>
            <a:spLocks noGrp="1"/>
          </p:cNvSpPr>
          <p:nvPr>
            <p:ph type="ctrTitle" hasCustomPrompt="1"/>
          </p:nvPr>
        </p:nvSpPr>
        <p:spPr>
          <a:xfrm>
            <a:off x="681348" y="1407160"/>
            <a:ext cx="5148359" cy="728377"/>
          </a:xfrm>
          <a:prstGeom prst="rect">
            <a:avLst/>
          </a:prstGeom>
          <a:effectLst/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4400" b="1" cap="none" baseline="0"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11" y="4915450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111F478C-84AE-4601-9BE4-60468A3A6C06}" type="slidenum">
              <a:rPr lang="en-US" sz="800" smtClean="0">
                <a:solidFill>
                  <a:prstClr val="white">
                    <a:alpha val="50000"/>
                  </a:prstClr>
                </a:solidFill>
                <a:latin typeface="Arial"/>
              </a:rPr>
              <a:pPr/>
              <a:t>‹#›</a:t>
            </a:fld>
            <a:endParaRPr lang="en-US" sz="800" dirty="0">
              <a:solidFill>
                <a:prstClr val="white">
                  <a:alpha val="50000"/>
                </a:prstClr>
              </a:solidFill>
              <a:latin typeface="Arial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F6F85EA-1CAA-F34C-8631-AB308554EFA3}"/>
              </a:ext>
            </a:extLst>
          </p:cNvPr>
          <p:cNvSpPr txBox="1"/>
          <p:nvPr userDrawn="1"/>
        </p:nvSpPr>
        <p:spPr>
          <a:xfrm>
            <a:off x="1611" y="4915450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111F478C-84AE-4601-9BE4-60468A3A6C06}" type="slidenum">
              <a:rPr lang="en-US" sz="800" smtClean="0">
                <a:solidFill>
                  <a:prstClr val="white">
                    <a:alpha val="50000"/>
                  </a:prstClr>
                </a:solidFill>
                <a:latin typeface="Arial"/>
              </a:rPr>
              <a:pPr/>
              <a:t>‹#›</a:t>
            </a:fld>
            <a:endParaRPr lang="en-US" sz="800" dirty="0">
              <a:solidFill>
                <a:prstClr val="white">
                  <a:alpha val="50000"/>
                </a:prstClr>
              </a:solidFill>
              <a:latin typeface="Arial"/>
            </a:endParaRPr>
          </a:p>
        </p:txBody>
      </p:sp>
      <p:pic>
        <p:nvPicPr>
          <p:cNvPr id="69" name="Graphic 68">
            <a:extLst>
              <a:ext uri="{FF2B5EF4-FFF2-40B4-BE49-F238E27FC236}">
                <a16:creationId xmlns:a16="http://schemas.microsoft.com/office/drawing/2014/main" id="{7CBF5BC0-8976-8B43-AA6F-BF4941E8F94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316" y="1422787"/>
            <a:ext cx="562507" cy="3718802"/>
          </a:xfrm>
          <a:prstGeom prst="rect">
            <a:avLst/>
          </a:prstGeom>
        </p:spPr>
      </p:pic>
      <p:sp>
        <p:nvSpPr>
          <p:cNvPr id="56" name="Rectangle 55">
            <a:extLst>
              <a:ext uri="{FF2B5EF4-FFF2-40B4-BE49-F238E27FC236}">
                <a16:creationId xmlns:a16="http://schemas.microsoft.com/office/drawing/2014/main" id="{AC84D9E7-B9A7-44B8-B5CA-98411C57688D}"/>
              </a:ext>
            </a:extLst>
          </p:cNvPr>
          <p:cNvSpPr/>
          <p:nvPr userDrawn="1"/>
        </p:nvSpPr>
        <p:spPr>
          <a:xfrm>
            <a:off x="5942892" y="0"/>
            <a:ext cx="3201108" cy="5157216"/>
          </a:xfrm>
          <a:prstGeom prst="rect">
            <a:avLst/>
          </a:prstGeom>
          <a:gradFill flip="none" rotWithShape="1">
            <a:gsLst>
              <a:gs pos="71000">
                <a:schemeClr val="tx2">
                  <a:alpha val="0"/>
                </a:schemeClr>
              </a:gs>
              <a:gs pos="100000">
                <a:schemeClr val="tx2">
                  <a:alpha val="65000"/>
                </a:schemeClr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DB96FC09-3192-4D9C-A342-5959A37695BD}"/>
              </a:ext>
            </a:extLst>
          </p:cNvPr>
          <p:cNvGrpSpPr/>
          <p:nvPr userDrawn="1"/>
        </p:nvGrpSpPr>
        <p:grpSpPr>
          <a:xfrm>
            <a:off x="6641794" y="225821"/>
            <a:ext cx="2462534" cy="4900844"/>
            <a:chOff x="6641794" y="225821"/>
            <a:chExt cx="2462534" cy="4900844"/>
          </a:xfrm>
        </p:grpSpPr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256B2DD2-73F8-4074-B2BA-33CE212DDEB3}"/>
                </a:ext>
              </a:extLst>
            </p:cNvPr>
            <p:cNvGrpSpPr/>
            <p:nvPr userDrawn="1"/>
          </p:nvGrpSpPr>
          <p:grpSpPr>
            <a:xfrm>
              <a:off x="7684916" y="225821"/>
              <a:ext cx="1247901" cy="356665"/>
              <a:chOff x="2751138" y="3262313"/>
              <a:chExt cx="4665662" cy="1333500"/>
            </a:xfrm>
            <a:solidFill>
              <a:schemeClr val="bg1"/>
            </a:solidFill>
          </p:grpSpPr>
          <p:sp>
            <p:nvSpPr>
              <p:cNvPr id="71" name="Freeform 1">
                <a:extLst>
                  <a:ext uri="{FF2B5EF4-FFF2-40B4-BE49-F238E27FC236}">
                    <a16:creationId xmlns:a16="http://schemas.microsoft.com/office/drawing/2014/main" id="{446C1366-A17F-4927-8BD0-AC4E137163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0138" y="3275013"/>
                <a:ext cx="673100" cy="631825"/>
              </a:xfrm>
              <a:custGeom>
                <a:avLst/>
                <a:gdLst>
                  <a:gd name="T0" fmla="*/ 465 w 1868"/>
                  <a:gd name="T1" fmla="*/ 0 h 1755"/>
                  <a:gd name="T2" fmla="*/ 465 w 1868"/>
                  <a:gd name="T3" fmla="*/ 700 h 1755"/>
                  <a:gd name="T4" fmla="*/ 1402 w 1868"/>
                  <a:gd name="T5" fmla="*/ 700 h 1755"/>
                  <a:gd name="T6" fmla="*/ 1402 w 1868"/>
                  <a:gd name="T7" fmla="*/ 0 h 1755"/>
                  <a:gd name="T8" fmla="*/ 1867 w 1868"/>
                  <a:gd name="T9" fmla="*/ 0 h 1755"/>
                  <a:gd name="T10" fmla="*/ 1867 w 1868"/>
                  <a:gd name="T11" fmla="*/ 1754 h 1755"/>
                  <a:gd name="T12" fmla="*/ 1402 w 1868"/>
                  <a:gd name="T13" fmla="*/ 1754 h 1755"/>
                  <a:gd name="T14" fmla="*/ 1402 w 1868"/>
                  <a:gd name="T15" fmla="*/ 983 h 1755"/>
                  <a:gd name="T16" fmla="*/ 465 w 1868"/>
                  <a:gd name="T17" fmla="*/ 983 h 1755"/>
                  <a:gd name="T18" fmla="*/ 465 w 1868"/>
                  <a:gd name="T19" fmla="*/ 1754 h 1755"/>
                  <a:gd name="T20" fmla="*/ 0 w 1868"/>
                  <a:gd name="T21" fmla="*/ 1754 h 1755"/>
                  <a:gd name="T22" fmla="*/ 0 w 1868"/>
                  <a:gd name="T23" fmla="*/ 0 h 1755"/>
                  <a:gd name="T24" fmla="*/ 465 w 1868"/>
                  <a:gd name="T25" fmla="*/ 0 h 17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68" h="1755">
                    <a:moveTo>
                      <a:pt x="465" y="0"/>
                    </a:moveTo>
                    <a:cubicBezTo>
                      <a:pt x="465" y="0"/>
                      <a:pt x="465" y="705"/>
                      <a:pt x="465" y="700"/>
                    </a:cubicBezTo>
                    <a:lnTo>
                      <a:pt x="1402" y="700"/>
                    </a:lnTo>
                    <a:cubicBezTo>
                      <a:pt x="1402" y="705"/>
                      <a:pt x="1402" y="0"/>
                      <a:pt x="1402" y="0"/>
                    </a:cubicBezTo>
                    <a:cubicBezTo>
                      <a:pt x="1402" y="0"/>
                      <a:pt x="1863" y="0"/>
                      <a:pt x="1867" y="0"/>
                    </a:cubicBezTo>
                    <a:cubicBezTo>
                      <a:pt x="1867" y="0"/>
                      <a:pt x="1867" y="1750"/>
                      <a:pt x="1867" y="1754"/>
                    </a:cubicBezTo>
                    <a:lnTo>
                      <a:pt x="1402" y="1754"/>
                    </a:lnTo>
                    <a:cubicBezTo>
                      <a:pt x="1402" y="1754"/>
                      <a:pt x="1402" y="987"/>
                      <a:pt x="1402" y="983"/>
                    </a:cubicBezTo>
                    <a:cubicBezTo>
                      <a:pt x="1402" y="987"/>
                      <a:pt x="465" y="983"/>
                      <a:pt x="465" y="983"/>
                    </a:cubicBezTo>
                    <a:cubicBezTo>
                      <a:pt x="465" y="987"/>
                      <a:pt x="465" y="1754"/>
                      <a:pt x="465" y="1754"/>
                    </a:cubicBezTo>
                    <a:lnTo>
                      <a:pt x="0" y="1754"/>
                    </a:lnTo>
                    <a:cubicBezTo>
                      <a:pt x="0" y="1754"/>
                      <a:pt x="4" y="0"/>
                      <a:pt x="0" y="0"/>
                    </a:cubicBezTo>
                    <a:lnTo>
                      <a:pt x="465" y="0"/>
                    </a:ln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414141"/>
                  </a:solidFill>
                  <a:latin typeface="Arial"/>
                </a:endParaRPr>
              </a:p>
            </p:txBody>
          </p:sp>
          <p:sp>
            <p:nvSpPr>
              <p:cNvPr id="72" name="Freeform 2">
                <a:extLst>
                  <a:ext uri="{FF2B5EF4-FFF2-40B4-BE49-F238E27FC236}">
                    <a16:creationId xmlns:a16="http://schemas.microsoft.com/office/drawing/2014/main" id="{C5A9C891-0FC3-47D7-8CA3-C26969D0E6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3050" y="3275013"/>
                <a:ext cx="677863" cy="631825"/>
              </a:xfrm>
              <a:custGeom>
                <a:avLst/>
                <a:gdLst>
                  <a:gd name="T0" fmla="*/ 1883 w 1884"/>
                  <a:gd name="T1" fmla="*/ 0 h 1755"/>
                  <a:gd name="T2" fmla="*/ 1883 w 1884"/>
                  <a:gd name="T3" fmla="*/ 298 h 1755"/>
                  <a:gd name="T4" fmla="*/ 1174 w 1884"/>
                  <a:gd name="T5" fmla="*/ 298 h 1755"/>
                  <a:gd name="T6" fmla="*/ 1174 w 1884"/>
                  <a:gd name="T7" fmla="*/ 1754 h 1755"/>
                  <a:gd name="T8" fmla="*/ 709 w 1884"/>
                  <a:gd name="T9" fmla="*/ 1754 h 1755"/>
                  <a:gd name="T10" fmla="*/ 709 w 1884"/>
                  <a:gd name="T11" fmla="*/ 298 h 1755"/>
                  <a:gd name="T12" fmla="*/ 0 w 1884"/>
                  <a:gd name="T13" fmla="*/ 298 h 1755"/>
                  <a:gd name="T14" fmla="*/ 0 w 1884"/>
                  <a:gd name="T15" fmla="*/ 0 h 1755"/>
                  <a:gd name="T16" fmla="*/ 1883 w 1884"/>
                  <a:gd name="T17" fmla="*/ 0 h 17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884" h="1755">
                    <a:moveTo>
                      <a:pt x="1883" y="0"/>
                    </a:moveTo>
                    <a:cubicBezTo>
                      <a:pt x="1883" y="4"/>
                      <a:pt x="1883" y="298"/>
                      <a:pt x="1883" y="298"/>
                    </a:cubicBezTo>
                    <a:lnTo>
                      <a:pt x="1174" y="298"/>
                    </a:lnTo>
                    <a:lnTo>
                      <a:pt x="1174" y="1754"/>
                    </a:lnTo>
                    <a:lnTo>
                      <a:pt x="709" y="1754"/>
                    </a:lnTo>
                    <a:lnTo>
                      <a:pt x="709" y="298"/>
                    </a:lnTo>
                    <a:lnTo>
                      <a:pt x="0" y="298"/>
                    </a:lnTo>
                    <a:lnTo>
                      <a:pt x="0" y="0"/>
                    </a:lnTo>
                    <a:lnTo>
                      <a:pt x="1883" y="0"/>
                    </a:ln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414141"/>
                  </a:solidFill>
                  <a:latin typeface="Arial"/>
                </a:endParaRPr>
              </a:p>
            </p:txBody>
          </p:sp>
          <p:sp>
            <p:nvSpPr>
              <p:cNvPr id="73" name="Freeform 3">
                <a:extLst>
                  <a:ext uri="{FF2B5EF4-FFF2-40B4-BE49-F238E27FC236}">
                    <a16:creationId xmlns:a16="http://schemas.microsoft.com/office/drawing/2014/main" id="{1D28D22E-F993-4082-8BC7-6FB318F12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14863" y="3275013"/>
                <a:ext cx="796925" cy="631825"/>
              </a:xfrm>
              <a:custGeom>
                <a:avLst/>
                <a:gdLst>
                  <a:gd name="T0" fmla="*/ 2214 w 2215"/>
                  <a:gd name="T1" fmla="*/ 1754 h 1755"/>
                  <a:gd name="T2" fmla="*/ 1695 w 2215"/>
                  <a:gd name="T3" fmla="*/ 1754 h 1755"/>
                  <a:gd name="T4" fmla="*/ 1542 w 2215"/>
                  <a:gd name="T5" fmla="*/ 1377 h 1755"/>
                  <a:gd name="T6" fmla="*/ 672 w 2215"/>
                  <a:gd name="T7" fmla="*/ 1377 h 1755"/>
                  <a:gd name="T8" fmla="*/ 518 w 2215"/>
                  <a:gd name="T9" fmla="*/ 1754 h 1755"/>
                  <a:gd name="T10" fmla="*/ 0 w 2215"/>
                  <a:gd name="T11" fmla="*/ 1754 h 1755"/>
                  <a:gd name="T12" fmla="*/ 825 w 2215"/>
                  <a:gd name="T13" fmla="*/ 0 h 1755"/>
                  <a:gd name="T14" fmla="*/ 1392 w 2215"/>
                  <a:gd name="T15" fmla="*/ 0 h 1755"/>
                  <a:gd name="T16" fmla="*/ 2214 w 2215"/>
                  <a:gd name="T17" fmla="*/ 1754 h 1755"/>
                  <a:gd name="T18" fmla="*/ 788 w 2215"/>
                  <a:gd name="T19" fmla="*/ 1095 h 1755"/>
                  <a:gd name="T20" fmla="*/ 1434 w 2215"/>
                  <a:gd name="T21" fmla="*/ 1095 h 1755"/>
                  <a:gd name="T22" fmla="*/ 1107 w 2215"/>
                  <a:gd name="T23" fmla="*/ 298 h 1755"/>
                  <a:gd name="T24" fmla="*/ 788 w 2215"/>
                  <a:gd name="T25" fmla="*/ 1095 h 17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15" h="1755">
                    <a:moveTo>
                      <a:pt x="2214" y="1754"/>
                    </a:moveTo>
                    <a:cubicBezTo>
                      <a:pt x="2214" y="1754"/>
                      <a:pt x="1691" y="1754"/>
                      <a:pt x="1695" y="1754"/>
                    </a:cubicBezTo>
                    <a:lnTo>
                      <a:pt x="1542" y="1377"/>
                    </a:lnTo>
                    <a:lnTo>
                      <a:pt x="672" y="1377"/>
                    </a:lnTo>
                    <a:cubicBezTo>
                      <a:pt x="672" y="1377"/>
                      <a:pt x="522" y="1754"/>
                      <a:pt x="518" y="1754"/>
                    </a:cubicBezTo>
                    <a:lnTo>
                      <a:pt x="0" y="1754"/>
                    </a:lnTo>
                    <a:lnTo>
                      <a:pt x="825" y="0"/>
                    </a:lnTo>
                    <a:lnTo>
                      <a:pt x="1392" y="0"/>
                    </a:lnTo>
                    <a:lnTo>
                      <a:pt x="2214" y="1754"/>
                    </a:lnTo>
                    <a:close/>
                    <a:moveTo>
                      <a:pt x="788" y="1095"/>
                    </a:moveTo>
                    <a:lnTo>
                      <a:pt x="1434" y="1095"/>
                    </a:lnTo>
                    <a:lnTo>
                      <a:pt x="1107" y="298"/>
                    </a:lnTo>
                    <a:lnTo>
                      <a:pt x="788" y="1095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414141"/>
                  </a:solidFill>
                  <a:latin typeface="Arial"/>
                </a:endParaRPr>
              </a:p>
            </p:txBody>
          </p:sp>
          <p:sp>
            <p:nvSpPr>
              <p:cNvPr id="74" name="Freeform 4">
                <a:extLst>
                  <a:ext uri="{FF2B5EF4-FFF2-40B4-BE49-F238E27FC236}">
                    <a16:creationId xmlns:a16="http://schemas.microsoft.com/office/drawing/2014/main" id="{8BF72330-A11F-47A2-8606-EC4D69A1A2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85000" y="3275013"/>
                <a:ext cx="166688" cy="631825"/>
              </a:xfrm>
              <a:custGeom>
                <a:avLst/>
                <a:gdLst>
                  <a:gd name="T0" fmla="*/ 232 w 465"/>
                  <a:gd name="T1" fmla="*/ 1754 h 1755"/>
                  <a:gd name="T2" fmla="*/ 0 w 465"/>
                  <a:gd name="T3" fmla="*/ 1754 h 1755"/>
                  <a:gd name="T4" fmla="*/ 0 w 465"/>
                  <a:gd name="T5" fmla="*/ 0 h 1755"/>
                  <a:gd name="T6" fmla="*/ 464 w 465"/>
                  <a:gd name="T7" fmla="*/ 0 h 1755"/>
                  <a:gd name="T8" fmla="*/ 464 w 465"/>
                  <a:gd name="T9" fmla="*/ 1754 h 1755"/>
                  <a:gd name="T10" fmla="*/ 232 w 465"/>
                  <a:gd name="T11" fmla="*/ 1754 h 17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65" h="1755">
                    <a:moveTo>
                      <a:pt x="232" y="1754"/>
                    </a:moveTo>
                    <a:lnTo>
                      <a:pt x="0" y="1754"/>
                    </a:lnTo>
                    <a:lnTo>
                      <a:pt x="0" y="0"/>
                    </a:lnTo>
                    <a:lnTo>
                      <a:pt x="464" y="0"/>
                    </a:lnTo>
                    <a:lnTo>
                      <a:pt x="464" y="1754"/>
                    </a:lnTo>
                    <a:lnTo>
                      <a:pt x="232" y="1754"/>
                    </a:ln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414141"/>
                  </a:solidFill>
                  <a:latin typeface="Arial"/>
                </a:endParaRPr>
              </a:p>
            </p:txBody>
          </p:sp>
          <p:sp>
            <p:nvSpPr>
              <p:cNvPr id="75" name="Freeform 5">
                <a:extLst>
                  <a:ext uri="{FF2B5EF4-FFF2-40B4-BE49-F238E27FC236}">
                    <a16:creationId xmlns:a16="http://schemas.microsoft.com/office/drawing/2014/main" id="{084A178B-7B2E-48D1-8C98-F68224C392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9588" y="3275013"/>
                <a:ext cx="673100" cy="631825"/>
              </a:xfrm>
              <a:custGeom>
                <a:avLst/>
                <a:gdLst>
                  <a:gd name="T0" fmla="*/ 465 w 1868"/>
                  <a:gd name="T1" fmla="*/ 0 h 1755"/>
                  <a:gd name="T2" fmla="*/ 465 w 1868"/>
                  <a:gd name="T3" fmla="*/ 700 h 1755"/>
                  <a:gd name="T4" fmla="*/ 1402 w 1868"/>
                  <a:gd name="T5" fmla="*/ 700 h 1755"/>
                  <a:gd name="T6" fmla="*/ 1402 w 1868"/>
                  <a:gd name="T7" fmla="*/ 0 h 1755"/>
                  <a:gd name="T8" fmla="*/ 1867 w 1868"/>
                  <a:gd name="T9" fmla="*/ 0 h 1755"/>
                  <a:gd name="T10" fmla="*/ 1867 w 1868"/>
                  <a:gd name="T11" fmla="*/ 1754 h 1755"/>
                  <a:gd name="T12" fmla="*/ 1402 w 1868"/>
                  <a:gd name="T13" fmla="*/ 1754 h 1755"/>
                  <a:gd name="T14" fmla="*/ 1402 w 1868"/>
                  <a:gd name="T15" fmla="*/ 983 h 1755"/>
                  <a:gd name="T16" fmla="*/ 465 w 1868"/>
                  <a:gd name="T17" fmla="*/ 983 h 1755"/>
                  <a:gd name="T18" fmla="*/ 465 w 1868"/>
                  <a:gd name="T19" fmla="*/ 1754 h 1755"/>
                  <a:gd name="T20" fmla="*/ 0 w 1868"/>
                  <a:gd name="T21" fmla="*/ 1754 h 1755"/>
                  <a:gd name="T22" fmla="*/ 0 w 1868"/>
                  <a:gd name="T23" fmla="*/ 0 h 1755"/>
                  <a:gd name="T24" fmla="*/ 465 w 1868"/>
                  <a:gd name="T25" fmla="*/ 0 h 17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68" h="1755">
                    <a:moveTo>
                      <a:pt x="465" y="0"/>
                    </a:moveTo>
                    <a:cubicBezTo>
                      <a:pt x="465" y="0"/>
                      <a:pt x="465" y="705"/>
                      <a:pt x="465" y="700"/>
                    </a:cubicBezTo>
                    <a:lnTo>
                      <a:pt x="1402" y="700"/>
                    </a:lnTo>
                    <a:cubicBezTo>
                      <a:pt x="1402" y="705"/>
                      <a:pt x="1402" y="0"/>
                      <a:pt x="1402" y="0"/>
                    </a:cubicBezTo>
                    <a:cubicBezTo>
                      <a:pt x="1402" y="0"/>
                      <a:pt x="1863" y="0"/>
                      <a:pt x="1867" y="0"/>
                    </a:cubicBezTo>
                    <a:cubicBezTo>
                      <a:pt x="1867" y="0"/>
                      <a:pt x="1867" y="1750"/>
                      <a:pt x="1867" y="1754"/>
                    </a:cubicBezTo>
                    <a:lnTo>
                      <a:pt x="1402" y="1754"/>
                    </a:lnTo>
                    <a:cubicBezTo>
                      <a:pt x="1402" y="1754"/>
                      <a:pt x="1402" y="987"/>
                      <a:pt x="1402" y="983"/>
                    </a:cubicBezTo>
                    <a:cubicBezTo>
                      <a:pt x="1402" y="987"/>
                      <a:pt x="465" y="983"/>
                      <a:pt x="465" y="983"/>
                    </a:cubicBezTo>
                    <a:cubicBezTo>
                      <a:pt x="465" y="987"/>
                      <a:pt x="465" y="1754"/>
                      <a:pt x="465" y="1754"/>
                    </a:cubicBezTo>
                    <a:lnTo>
                      <a:pt x="0" y="1754"/>
                    </a:lnTo>
                    <a:cubicBezTo>
                      <a:pt x="0" y="1754"/>
                      <a:pt x="5" y="0"/>
                      <a:pt x="0" y="0"/>
                    </a:cubicBezTo>
                    <a:lnTo>
                      <a:pt x="465" y="0"/>
                    </a:ln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414141"/>
                  </a:solidFill>
                  <a:latin typeface="Arial"/>
                </a:endParaRPr>
              </a:p>
            </p:txBody>
          </p:sp>
          <p:sp>
            <p:nvSpPr>
              <p:cNvPr id="76" name="Freeform 6">
                <a:extLst>
                  <a:ext uri="{FF2B5EF4-FFF2-40B4-BE49-F238E27FC236}">
                    <a16:creationId xmlns:a16="http://schemas.microsoft.com/office/drawing/2014/main" id="{FEFD444A-5D81-4BBE-8BC9-196EFD73A2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4450" y="3275013"/>
                <a:ext cx="168275" cy="631825"/>
              </a:xfrm>
              <a:custGeom>
                <a:avLst/>
                <a:gdLst>
                  <a:gd name="T0" fmla="*/ 233 w 466"/>
                  <a:gd name="T1" fmla="*/ 1754 h 1755"/>
                  <a:gd name="T2" fmla="*/ 0 w 466"/>
                  <a:gd name="T3" fmla="*/ 1754 h 1755"/>
                  <a:gd name="T4" fmla="*/ 0 w 466"/>
                  <a:gd name="T5" fmla="*/ 0 h 1755"/>
                  <a:gd name="T6" fmla="*/ 465 w 466"/>
                  <a:gd name="T7" fmla="*/ 0 h 1755"/>
                  <a:gd name="T8" fmla="*/ 465 w 466"/>
                  <a:gd name="T9" fmla="*/ 1754 h 1755"/>
                  <a:gd name="T10" fmla="*/ 233 w 466"/>
                  <a:gd name="T11" fmla="*/ 1754 h 17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66" h="1755">
                    <a:moveTo>
                      <a:pt x="233" y="1754"/>
                    </a:moveTo>
                    <a:lnTo>
                      <a:pt x="0" y="1754"/>
                    </a:lnTo>
                    <a:lnTo>
                      <a:pt x="0" y="0"/>
                    </a:lnTo>
                    <a:lnTo>
                      <a:pt x="465" y="0"/>
                    </a:lnTo>
                    <a:lnTo>
                      <a:pt x="465" y="1754"/>
                    </a:lnTo>
                    <a:lnTo>
                      <a:pt x="233" y="1754"/>
                    </a:ln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414141"/>
                  </a:solidFill>
                  <a:latin typeface="Arial"/>
                </a:endParaRPr>
              </a:p>
            </p:txBody>
          </p:sp>
          <p:sp>
            <p:nvSpPr>
              <p:cNvPr id="77" name="Freeform 7">
                <a:extLst>
                  <a:ext uri="{FF2B5EF4-FFF2-40B4-BE49-F238E27FC236}">
                    <a16:creationId xmlns:a16="http://schemas.microsoft.com/office/drawing/2014/main" id="{2EBD0529-3839-49B0-B087-F4DBAAB413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83213" y="3262313"/>
                <a:ext cx="715962" cy="663575"/>
              </a:xfrm>
              <a:custGeom>
                <a:avLst/>
                <a:gdLst>
                  <a:gd name="T0" fmla="*/ 62 w 1988"/>
                  <a:gd name="T1" fmla="*/ 1307 h 1842"/>
                  <a:gd name="T2" fmla="*/ 0 w 1988"/>
                  <a:gd name="T3" fmla="*/ 933 h 1842"/>
                  <a:gd name="T4" fmla="*/ 120 w 1988"/>
                  <a:gd name="T5" fmla="*/ 423 h 1842"/>
                  <a:gd name="T6" fmla="*/ 518 w 1988"/>
                  <a:gd name="T7" fmla="*/ 91 h 1842"/>
                  <a:gd name="T8" fmla="*/ 1033 w 1988"/>
                  <a:gd name="T9" fmla="*/ 0 h 1842"/>
                  <a:gd name="T10" fmla="*/ 1618 w 1988"/>
                  <a:gd name="T11" fmla="*/ 125 h 1842"/>
                  <a:gd name="T12" fmla="*/ 1950 w 1988"/>
                  <a:gd name="T13" fmla="*/ 531 h 1842"/>
                  <a:gd name="T14" fmla="*/ 1966 w 1988"/>
                  <a:gd name="T15" fmla="*/ 643 h 1842"/>
                  <a:gd name="T16" fmla="*/ 1481 w 1988"/>
                  <a:gd name="T17" fmla="*/ 643 h 1842"/>
                  <a:gd name="T18" fmla="*/ 1456 w 1988"/>
                  <a:gd name="T19" fmla="*/ 506 h 1842"/>
                  <a:gd name="T20" fmla="*/ 1240 w 1988"/>
                  <a:gd name="T21" fmla="*/ 303 h 1842"/>
                  <a:gd name="T22" fmla="*/ 1037 w 1988"/>
                  <a:gd name="T23" fmla="*/ 274 h 1842"/>
                  <a:gd name="T24" fmla="*/ 809 w 1988"/>
                  <a:gd name="T25" fmla="*/ 315 h 1842"/>
                  <a:gd name="T26" fmla="*/ 556 w 1988"/>
                  <a:gd name="T27" fmla="*/ 573 h 1842"/>
                  <a:gd name="T28" fmla="*/ 494 w 1988"/>
                  <a:gd name="T29" fmla="*/ 942 h 1842"/>
                  <a:gd name="T30" fmla="*/ 539 w 1988"/>
                  <a:gd name="T31" fmla="*/ 1249 h 1842"/>
                  <a:gd name="T32" fmla="*/ 792 w 1988"/>
                  <a:gd name="T33" fmla="*/ 1527 h 1842"/>
                  <a:gd name="T34" fmla="*/ 1041 w 1988"/>
                  <a:gd name="T35" fmla="*/ 1572 h 1842"/>
                  <a:gd name="T36" fmla="*/ 1257 w 1988"/>
                  <a:gd name="T37" fmla="*/ 1539 h 1842"/>
                  <a:gd name="T38" fmla="*/ 1460 w 1988"/>
                  <a:gd name="T39" fmla="*/ 1356 h 1842"/>
                  <a:gd name="T40" fmla="*/ 1497 w 1988"/>
                  <a:gd name="T41" fmla="*/ 1170 h 1842"/>
                  <a:gd name="T42" fmla="*/ 1987 w 1988"/>
                  <a:gd name="T43" fmla="*/ 1170 h 1842"/>
                  <a:gd name="T44" fmla="*/ 1962 w 1988"/>
                  <a:gd name="T45" fmla="*/ 1336 h 1842"/>
                  <a:gd name="T46" fmla="*/ 1638 w 1988"/>
                  <a:gd name="T47" fmla="*/ 1721 h 1842"/>
                  <a:gd name="T48" fmla="*/ 1041 w 1988"/>
                  <a:gd name="T49" fmla="*/ 1841 h 1842"/>
                  <a:gd name="T50" fmla="*/ 568 w 1988"/>
                  <a:gd name="T51" fmla="*/ 1771 h 1842"/>
                  <a:gd name="T52" fmla="*/ 62 w 1988"/>
                  <a:gd name="T53" fmla="*/ 1307 h 18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988" h="1842">
                    <a:moveTo>
                      <a:pt x="62" y="1307"/>
                    </a:moveTo>
                    <a:cubicBezTo>
                      <a:pt x="21" y="1191"/>
                      <a:pt x="0" y="1066"/>
                      <a:pt x="0" y="933"/>
                    </a:cubicBezTo>
                    <a:cubicBezTo>
                      <a:pt x="0" y="751"/>
                      <a:pt x="33" y="573"/>
                      <a:pt x="120" y="423"/>
                    </a:cubicBezTo>
                    <a:cubicBezTo>
                      <a:pt x="211" y="270"/>
                      <a:pt x="348" y="154"/>
                      <a:pt x="518" y="91"/>
                    </a:cubicBezTo>
                    <a:cubicBezTo>
                      <a:pt x="680" y="33"/>
                      <a:pt x="850" y="0"/>
                      <a:pt x="1033" y="0"/>
                    </a:cubicBezTo>
                    <a:cubicBezTo>
                      <a:pt x="1240" y="0"/>
                      <a:pt x="1439" y="46"/>
                      <a:pt x="1618" y="125"/>
                    </a:cubicBezTo>
                    <a:cubicBezTo>
                      <a:pt x="1784" y="195"/>
                      <a:pt x="1912" y="349"/>
                      <a:pt x="1950" y="531"/>
                    </a:cubicBezTo>
                    <a:cubicBezTo>
                      <a:pt x="1958" y="568"/>
                      <a:pt x="1962" y="606"/>
                      <a:pt x="1966" y="643"/>
                    </a:cubicBezTo>
                    <a:lnTo>
                      <a:pt x="1481" y="643"/>
                    </a:lnTo>
                    <a:cubicBezTo>
                      <a:pt x="1481" y="597"/>
                      <a:pt x="1472" y="552"/>
                      <a:pt x="1456" y="506"/>
                    </a:cubicBezTo>
                    <a:cubicBezTo>
                      <a:pt x="1419" y="411"/>
                      <a:pt x="1340" y="332"/>
                      <a:pt x="1240" y="303"/>
                    </a:cubicBezTo>
                    <a:cubicBezTo>
                      <a:pt x="1174" y="282"/>
                      <a:pt x="1107" y="274"/>
                      <a:pt x="1037" y="274"/>
                    </a:cubicBezTo>
                    <a:cubicBezTo>
                      <a:pt x="958" y="274"/>
                      <a:pt x="879" y="286"/>
                      <a:pt x="809" y="315"/>
                    </a:cubicBezTo>
                    <a:cubicBezTo>
                      <a:pt x="688" y="357"/>
                      <a:pt x="597" y="452"/>
                      <a:pt x="556" y="573"/>
                    </a:cubicBezTo>
                    <a:cubicBezTo>
                      <a:pt x="514" y="689"/>
                      <a:pt x="494" y="813"/>
                      <a:pt x="494" y="942"/>
                    </a:cubicBezTo>
                    <a:cubicBezTo>
                      <a:pt x="494" y="1050"/>
                      <a:pt x="510" y="1153"/>
                      <a:pt x="539" y="1249"/>
                    </a:cubicBezTo>
                    <a:cubicBezTo>
                      <a:pt x="572" y="1377"/>
                      <a:pt x="672" y="1481"/>
                      <a:pt x="792" y="1527"/>
                    </a:cubicBezTo>
                    <a:cubicBezTo>
                      <a:pt x="871" y="1556"/>
                      <a:pt x="954" y="1572"/>
                      <a:pt x="1041" y="1572"/>
                    </a:cubicBezTo>
                    <a:cubicBezTo>
                      <a:pt x="1116" y="1572"/>
                      <a:pt x="1186" y="1560"/>
                      <a:pt x="1257" y="1539"/>
                    </a:cubicBezTo>
                    <a:cubicBezTo>
                      <a:pt x="1348" y="1510"/>
                      <a:pt x="1423" y="1444"/>
                      <a:pt x="1460" y="1356"/>
                    </a:cubicBezTo>
                    <a:cubicBezTo>
                      <a:pt x="1485" y="1298"/>
                      <a:pt x="1497" y="1236"/>
                      <a:pt x="1497" y="1170"/>
                    </a:cubicBezTo>
                    <a:lnTo>
                      <a:pt x="1987" y="1170"/>
                    </a:lnTo>
                    <a:cubicBezTo>
                      <a:pt x="1983" y="1228"/>
                      <a:pt x="1974" y="1282"/>
                      <a:pt x="1962" y="1336"/>
                    </a:cubicBezTo>
                    <a:cubicBezTo>
                      <a:pt x="1920" y="1510"/>
                      <a:pt x="1800" y="1655"/>
                      <a:pt x="1638" y="1721"/>
                    </a:cubicBezTo>
                    <a:cubicBezTo>
                      <a:pt x="1456" y="1800"/>
                      <a:pt x="1253" y="1841"/>
                      <a:pt x="1041" y="1841"/>
                    </a:cubicBezTo>
                    <a:cubicBezTo>
                      <a:pt x="875" y="1841"/>
                      <a:pt x="718" y="1817"/>
                      <a:pt x="568" y="1771"/>
                    </a:cubicBezTo>
                    <a:cubicBezTo>
                      <a:pt x="336" y="1692"/>
                      <a:pt x="137" y="1527"/>
                      <a:pt x="62" y="1307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414141"/>
                  </a:solidFill>
                  <a:latin typeface="Arial"/>
                </a:endParaRPr>
              </a:p>
            </p:txBody>
          </p:sp>
          <p:sp>
            <p:nvSpPr>
              <p:cNvPr id="78" name="Freeform 8">
                <a:extLst>
                  <a:ext uri="{FF2B5EF4-FFF2-40B4-BE49-F238E27FC236}">
                    <a16:creationId xmlns:a16="http://schemas.microsoft.com/office/drawing/2014/main" id="{2A06424C-B1CC-4136-9340-F15ABECC76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51138" y="4083050"/>
                <a:ext cx="153987" cy="398463"/>
              </a:xfrm>
              <a:custGeom>
                <a:avLst/>
                <a:gdLst>
                  <a:gd name="T0" fmla="*/ 415 w 428"/>
                  <a:gd name="T1" fmla="*/ 0 h 1109"/>
                  <a:gd name="T2" fmla="*/ 0 w 428"/>
                  <a:gd name="T3" fmla="*/ 38 h 1109"/>
                  <a:gd name="T4" fmla="*/ 0 w 428"/>
                  <a:gd name="T5" fmla="*/ 100 h 1109"/>
                  <a:gd name="T6" fmla="*/ 12 w 428"/>
                  <a:gd name="T7" fmla="*/ 100 h 1109"/>
                  <a:gd name="T8" fmla="*/ 178 w 428"/>
                  <a:gd name="T9" fmla="*/ 241 h 1109"/>
                  <a:gd name="T10" fmla="*/ 178 w 428"/>
                  <a:gd name="T11" fmla="*/ 1108 h 1109"/>
                  <a:gd name="T12" fmla="*/ 427 w 428"/>
                  <a:gd name="T13" fmla="*/ 1108 h 1109"/>
                  <a:gd name="T14" fmla="*/ 427 w 428"/>
                  <a:gd name="T15" fmla="*/ 0 h 1109"/>
                  <a:gd name="T16" fmla="*/ 415 w 428"/>
                  <a:gd name="T17" fmla="*/ 0 h 1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8" h="1109">
                    <a:moveTo>
                      <a:pt x="415" y="0"/>
                    </a:moveTo>
                    <a:lnTo>
                      <a:pt x="0" y="38"/>
                    </a:lnTo>
                    <a:lnTo>
                      <a:pt x="0" y="100"/>
                    </a:lnTo>
                    <a:lnTo>
                      <a:pt x="12" y="100"/>
                    </a:lnTo>
                    <a:cubicBezTo>
                      <a:pt x="178" y="121"/>
                      <a:pt x="178" y="121"/>
                      <a:pt x="178" y="241"/>
                    </a:cubicBezTo>
                    <a:lnTo>
                      <a:pt x="178" y="1108"/>
                    </a:lnTo>
                    <a:lnTo>
                      <a:pt x="427" y="1108"/>
                    </a:lnTo>
                    <a:lnTo>
                      <a:pt x="427" y="0"/>
                    </a:lnTo>
                    <a:lnTo>
                      <a:pt x="415" y="0"/>
                    </a:ln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414141"/>
                  </a:solidFill>
                  <a:latin typeface="Arial"/>
                </a:endParaRPr>
              </a:p>
            </p:txBody>
          </p:sp>
          <p:sp>
            <p:nvSpPr>
              <p:cNvPr id="79" name="Freeform 9">
                <a:extLst>
                  <a:ext uri="{FF2B5EF4-FFF2-40B4-BE49-F238E27FC236}">
                    <a16:creationId xmlns:a16="http://schemas.microsoft.com/office/drawing/2014/main" id="{CB9B4EBF-42F9-4702-A4B9-ABECD7C809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6088" y="4198938"/>
                <a:ext cx="315912" cy="282575"/>
              </a:xfrm>
              <a:custGeom>
                <a:avLst/>
                <a:gdLst>
                  <a:gd name="T0" fmla="*/ 643 w 876"/>
                  <a:gd name="T1" fmla="*/ 4 h 785"/>
                  <a:gd name="T2" fmla="*/ 353 w 876"/>
                  <a:gd name="T3" fmla="*/ 170 h 785"/>
                  <a:gd name="T4" fmla="*/ 353 w 876"/>
                  <a:gd name="T5" fmla="*/ 0 h 785"/>
                  <a:gd name="T6" fmla="*/ 336 w 876"/>
                  <a:gd name="T7" fmla="*/ 4 h 785"/>
                  <a:gd name="T8" fmla="*/ 0 w 876"/>
                  <a:gd name="T9" fmla="*/ 58 h 785"/>
                  <a:gd name="T10" fmla="*/ 0 w 876"/>
                  <a:gd name="T11" fmla="*/ 116 h 785"/>
                  <a:gd name="T12" fmla="*/ 17 w 876"/>
                  <a:gd name="T13" fmla="*/ 116 h 785"/>
                  <a:gd name="T14" fmla="*/ 145 w 876"/>
                  <a:gd name="T15" fmla="*/ 240 h 785"/>
                  <a:gd name="T16" fmla="*/ 145 w 876"/>
                  <a:gd name="T17" fmla="*/ 784 h 785"/>
                  <a:gd name="T18" fmla="*/ 353 w 876"/>
                  <a:gd name="T19" fmla="*/ 784 h 785"/>
                  <a:gd name="T20" fmla="*/ 353 w 876"/>
                  <a:gd name="T21" fmla="*/ 386 h 785"/>
                  <a:gd name="T22" fmla="*/ 560 w 876"/>
                  <a:gd name="T23" fmla="*/ 141 h 785"/>
                  <a:gd name="T24" fmla="*/ 664 w 876"/>
                  <a:gd name="T25" fmla="*/ 361 h 785"/>
                  <a:gd name="T26" fmla="*/ 664 w 876"/>
                  <a:gd name="T27" fmla="*/ 784 h 785"/>
                  <a:gd name="T28" fmla="*/ 871 w 876"/>
                  <a:gd name="T29" fmla="*/ 784 h 785"/>
                  <a:gd name="T30" fmla="*/ 871 w 876"/>
                  <a:gd name="T31" fmla="*/ 240 h 785"/>
                  <a:gd name="T32" fmla="*/ 643 w 876"/>
                  <a:gd name="T33" fmla="*/ 4 h 7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876" h="785">
                    <a:moveTo>
                      <a:pt x="643" y="4"/>
                    </a:moveTo>
                    <a:cubicBezTo>
                      <a:pt x="490" y="4"/>
                      <a:pt x="398" y="108"/>
                      <a:pt x="353" y="170"/>
                    </a:cubicBezTo>
                    <a:cubicBezTo>
                      <a:pt x="353" y="112"/>
                      <a:pt x="353" y="0"/>
                      <a:pt x="353" y="0"/>
                    </a:cubicBezTo>
                    <a:lnTo>
                      <a:pt x="336" y="4"/>
                    </a:lnTo>
                    <a:lnTo>
                      <a:pt x="0" y="58"/>
                    </a:lnTo>
                    <a:lnTo>
                      <a:pt x="0" y="116"/>
                    </a:lnTo>
                    <a:lnTo>
                      <a:pt x="17" y="116"/>
                    </a:lnTo>
                    <a:cubicBezTo>
                      <a:pt x="124" y="120"/>
                      <a:pt x="145" y="141"/>
                      <a:pt x="145" y="240"/>
                    </a:cubicBezTo>
                    <a:lnTo>
                      <a:pt x="145" y="784"/>
                    </a:lnTo>
                    <a:lnTo>
                      <a:pt x="353" y="784"/>
                    </a:lnTo>
                    <a:lnTo>
                      <a:pt x="353" y="386"/>
                    </a:lnTo>
                    <a:cubicBezTo>
                      <a:pt x="353" y="278"/>
                      <a:pt x="452" y="141"/>
                      <a:pt x="560" y="141"/>
                    </a:cubicBezTo>
                    <a:cubicBezTo>
                      <a:pt x="660" y="141"/>
                      <a:pt x="664" y="224"/>
                      <a:pt x="664" y="361"/>
                    </a:cubicBezTo>
                    <a:lnTo>
                      <a:pt x="664" y="784"/>
                    </a:lnTo>
                    <a:lnTo>
                      <a:pt x="871" y="784"/>
                    </a:lnTo>
                    <a:lnTo>
                      <a:pt x="871" y="240"/>
                    </a:lnTo>
                    <a:cubicBezTo>
                      <a:pt x="875" y="87"/>
                      <a:pt x="792" y="4"/>
                      <a:pt x="643" y="4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414141"/>
                  </a:solidFill>
                  <a:latin typeface="Arial"/>
                </a:endParaRPr>
              </a:p>
            </p:txBody>
          </p:sp>
          <p:sp>
            <p:nvSpPr>
              <p:cNvPr id="80" name="Freeform 10">
                <a:extLst>
                  <a:ext uri="{FF2B5EF4-FFF2-40B4-BE49-F238E27FC236}">
                    <a16:creationId xmlns:a16="http://schemas.microsoft.com/office/drawing/2014/main" id="{DBD54B13-2F5B-4F22-BB0F-4246D54D58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86138" y="4200525"/>
                <a:ext cx="212725" cy="288925"/>
              </a:xfrm>
              <a:custGeom>
                <a:avLst/>
                <a:gdLst>
                  <a:gd name="T0" fmla="*/ 348 w 590"/>
                  <a:gd name="T1" fmla="*/ 303 h 802"/>
                  <a:gd name="T2" fmla="*/ 195 w 590"/>
                  <a:gd name="T3" fmla="*/ 170 h 802"/>
                  <a:gd name="T4" fmla="*/ 307 w 590"/>
                  <a:gd name="T5" fmla="*/ 100 h 802"/>
                  <a:gd name="T6" fmla="*/ 502 w 590"/>
                  <a:gd name="T7" fmla="*/ 166 h 802"/>
                  <a:gd name="T8" fmla="*/ 535 w 590"/>
                  <a:gd name="T9" fmla="*/ 187 h 802"/>
                  <a:gd name="T10" fmla="*/ 535 w 590"/>
                  <a:gd name="T11" fmla="*/ 162 h 802"/>
                  <a:gd name="T12" fmla="*/ 535 w 590"/>
                  <a:gd name="T13" fmla="*/ 33 h 802"/>
                  <a:gd name="T14" fmla="*/ 506 w 590"/>
                  <a:gd name="T15" fmla="*/ 25 h 802"/>
                  <a:gd name="T16" fmla="*/ 315 w 590"/>
                  <a:gd name="T17" fmla="*/ 0 h 802"/>
                  <a:gd name="T18" fmla="*/ 0 w 590"/>
                  <a:gd name="T19" fmla="*/ 224 h 802"/>
                  <a:gd name="T20" fmla="*/ 228 w 590"/>
                  <a:gd name="T21" fmla="*/ 465 h 802"/>
                  <a:gd name="T22" fmla="*/ 390 w 590"/>
                  <a:gd name="T23" fmla="*/ 606 h 802"/>
                  <a:gd name="T24" fmla="*/ 249 w 590"/>
                  <a:gd name="T25" fmla="*/ 697 h 802"/>
                  <a:gd name="T26" fmla="*/ 20 w 590"/>
                  <a:gd name="T27" fmla="*/ 618 h 802"/>
                  <a:gd name="T28" fmla="*/ 0 w 590"/>
                  <a:gd name="T29" fmla="*/ 606 h 802"/>
                  <a:gd name="T30" fmla="*/ 0 w 590"/>
                  <a:gd name="T31" fmla="*/ 767 h 802"/>
                  <a:gd name="T32" fmla="*/ 16 w 590"/>
                  <a:gd name="T33" fmla="*/ 771 h 802"/>
                  <a:gd name="T34" fmla="*/ 244 w 590"/>
                  <a:gd name="T35" fmla="*/ 801 h 802"/>
                  <a:gd name="T36" fmla="*/ 580 w 590"/>
                  <a:gd name="T37" fmla="*/ 568 h 802"/>
                  <a:gd name="T38" fmla="*/ 348 w 590"/>
                  <a:gd name="T39" fmla="*/ 303 h 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590" h="802">
                    <a:moveTo>
                      <a:pt x="348" y="303"/>
                    </a:moveTo>
                    <a:cubicBezTo>
                      <a:pt x="265" y="261"/>
                      <a:pt x="195" y="228"/>
                      <a:pt x="195" y="170"/>
                    </a:cubicBezTo>
                    <a:cubicBezTo>
                      <a:pt x="195" y="104"/>
                      <a:pt x="274" y="100"/>
                      <a:pt x="307" y="100"/>
                    </a:cubicBezTo>
                    <a:cubicBezTo>
                      <a:pt x="394" y="100"/>
                      <a:pt x="468" y="145"/>
                      <a:pt x="502" y="166"/>
                    </a:cubicBezTo>
                    <a:lnTo>
                      <a:pt x="535" y="187"/>
                    </a:lnTo>
                    <a:lnTo>
                      <a:pt x="535" y="162"/>
                    </a:lnTo>
                    <a:lnTo>
                      <a:pt x="535" y="33"/>
                    </a:lnTo>
                    <a:lnTo>
                      <a:pt x="506" y="25"/>
                    </a:lnTo>
                    <a:cubicBezTo>
                      <a:pt x="468" y="17"/>
                      <a:pt x="398" y="0"/>
                      <a:pt x="315" y="0"/>
                    </a:cubicBezTo>
                    <a:cubicBezTo>
                      <a:pt x="120" y="0"/>
                      <a:pt x="0" y="83"/>
                      <a:pt x="0" y="224"/>
                    </a:cubicBezTo>
                    <a:cubicBezTo>
                      <a:pt x="0" y="353"/>
                      <a:pt x="124" y="411"/>
                      <a:pt x="228" y="465"/>
                    </a:cubicBezTo>
                    <a:cubicBezTo>
                      <a:pt x="311" y="506"/>
                      <a:pt x="390" y="543"/>
                      <a:pt x="390" y="606"/>
                    </a:cubicBezTo>
                    <a:cubicBezTo>
                      <a:pt x="390" y="664"/>
                      <a:pt x="340" y="697"/>
                      <a:pt x="249" y="697"/>
                    </a:cubicBezTo>
                    <a:cubicBezTo>
                      <a:pt x="149" y="697"/>
                      <a:pt x="70" y="647"/>
                      <a:pt x="20" y="618"/>
                    </a:cubicBezTo>
                    <a:lnTo>
                      <a:pt x="0" y="606"/>
                    </a:lnTo>
                    <a:lnTo>
                      <a:pt x="0" y="767"/>
                    </a:lnTo>
                    <a:lnTo>
                      <a:pt x="16" y="771"/>
                    </a:lnTo>
                    <a:cubicBezTo>
                      <a:pt x="58" y="780"/>
                      <a:pt x="137" y="801"/>
                      <a:pt x="244" y="801"/>
                    </a:cubicBezTo>
                    <a:cubicBezTo>
                      <a:pt x="456" y="801"/>
                      <a:pt x="580" y="713"/>
                      <a:pt x="580" y="568"/>
                    </a:cubicBezTo>
                    <a:cubicBezTo>
                      <a:pt x="589" y="419"/>
                      <a:pt x="460" y="357"/>
                      <a:pt x="348" y="303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414141"/>
                  </a:solidFill>
                  <a:latin typeface="Arial"/>
                </a:endParaRPr>
              </a:p>
            </p:txBody>
          </p:sp>
          <p:sp>
            <p:nvSpPr>
              <p:cNvPr id="81" name="Freeform 11">
                <a:extLst>
                  <a:ext uri="{FF2B5EF4-FFF2-40B4-BE49-F238E27FC236}">
                    <a16:creationId xmlns:a16="http://schemas.microsoft.com/office/drawing/2014/main" id="{41DF8811-6B35-4FFF-B86F-AEE7DD4D49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35375" y="4198938"/>
                <a:ext cx="325438" cy="396875"/>
              </a:xfrm>
              <a:custGeom>
                <a:avLst/>
                <a:gdLst>
                  <a:gd name="T0" fmla="*/ 577 w 906"/>
                  <a:gd name="T1" fmla="*/ 4 h 1104"/>
                  <a:gd name="T2" fmla="*/ 357 w 906"/>
                  <a:gd name="T3" fmla="*/ 112 h 1104"/>
                  <a:gd name="T4" fmla="*/ 357 w 906"/>
                  <a:gd name="T5" fmla="*/ 0 h 1104"/>
                  <a:gd name="T6" fmla="*/ 336 w 906"/>
                  <a:gd name="T7" fmla="*/ 4 h 1104"/>
                  <a:gd name="T8" fmla="*/ 0 w 906"/>
                  <a:gd name="T9" fmla="*/ 58 h 1104"/>
                  <a:gd name="T10" fmla="*/ 0 w 906"/>
                  <a:gd name="T11" fmla="*/ 116 h 1104"/>
                  <a:gd name="T12" fmla="*/ 13 w 906"/>
                  <a:gd name="T13" fmla="*/ 116 h 1104"/>
                  <a:gd name="T14" fmla="*/ 137 w 906"/>
                  <a:gd name="T15" fmla="*/ 240 h 1104"/>
                  <a:gd name="T16" fmla="*/ 137 w 906"/>
                  <a:gd name="T17" fmla="*/ 1103 h 1104"/>
                  <a:gd name="T18" fmla="*/ 345 w 906"/>
                  <a:gd name="T19" fmla="*/ 1103 h 1104"/>
                  <a:gd name="T20" fmla="*/ 345 w 906"/>
                  <a:gd name="T21" fmla="*/ 709 h 1104"/>
                  <a:gd name="T22" fmla="*/ 560 w 906"/>
                  <a:gd name="T23" fmla="*/ 800 h 1104"/>
                  <a:gd name="T24" fmla="*/ 896 w 906"/>
                  <a:gd name="T25" fmla="*/ 390 h 1104"/>
                  <a:gd name="T26" fmla="*/ 577 w 906"/>
                  <a:gd name="T27" fmla="*/ 4 h 1104"/>
                  <a:gd name="T28" fmla="*/ 515 w 906"/>
                  <a:gd name="T29" fmla="*/ 120 h 1104"/>
                  <a:gd name="T30" fmla="*/ 672 w 906"/>
                  <a:gd name="T31" fmla="*/ 394 h 1104"/>
                  <a:gd name="T32" fmla="*/ 515 w 906"/>
                  <a:gd name="T33" fmla="*/ 688 h 1104"/>
                  <a:gd name="T34" fmla="*/ 349 w 906"/>
                  <a:gd name="T35" fmla="*/ 456 h 1104"/>
                  <a:gd name="T36" fmla="*/ 349 w 906"/>
                  <a:gd name="T37" fmla="*/ 390 h 1104"/>
                  <a:gd name="T38" fmla="*/ 515 w 906"/>
                  <a:gd name="T39" fmla="*/ 120 h 1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906" h="1104">
                    <a:moveTo>
                      <a:pt x="577" y="4"/>
                    </a:moveTo>
                    <a:cubicBezTo>
                      <a:pt x="498" y="4"/>
                      <a:pt x="424" y="41"/>
                      <a:pt x="357" y="112"/>
                    </a:cubicBezTo>
                    <a:cubicBezTo>
                      <a:pt x="357" y="75"/>
                      <a:pt x="357" y="0"/>
                      <a:pt x="357" y="0"/>
                    </a:cubicBezTo>
                    <a:lnTo>
                      <a:pt x="336" y="4"/>
                    </a:lnTo>
                    <a:lnTo>
                      <a:pt x="0" y="58"/>
                    </a:lnTo>
                    <a:lnTo>
                      <a:pt x="0" y="116"/>
                    </a:lnTo>
                    <a:lnTo>
                      <a:pt x="13" y="116"/>
                    </a:lnTo>
                    <a:cubicBezTo>
                      <a:pt x="117" y="120"/>
                      <a:pt x="137" y="141"/>
                      <a:pt x="137" y="240"/>
                    </a:cubicBezTo>
                    <a:lnTo>
                      <a:pt x="137" y="1103"/>
                    </a:lnTo>
                    <a:lnTo>
                      <a:pt x="345" y="1103"/>
                    </a:lnTo>
                    <a:cubicBezTo>
                      <a:pt x="345" y="1103"/>
                      <a:pt x="345" y="775"/>
                      <a:pt x="345" y="709"/>
                    </a:cubicBezTo>
                    <a:cubicBezTo>
                      <a:pt x="382" y="755"/>
                      <a:pt x="444" y="800"/>
                      <a:pt x="560" y="800"/>
                    </a:cubicBezTo>
                    <a:cubicBezTo>
                      <a:pt x="780" y="800"/>
                      <a:pt x="896" y="659"/>
                      <a:pt x="896" y="390"/>
                    </a:cubicBezTo>
                    <a:cubicBezTo>
                      <a:pt x="905" y="145"/>
                      <a:pt x="784" y="4"/>
                      <a:pt x="577" y="4"/>
                    </a:cubicBezTo>
                    <a:close/>
                    <a:moveTo>
                      <a:pt x="515" y="120"/>
                    </a:moveTo>
                    <a:cubicBezTo>
                      <a:pt x="656" y="120"/>
                      <a:pt x="672" y="274"/>
                      <a:pt x="672" y="394"/>
                    </a:cubicBezTo>
                    <a:cubicBezTo>
                      <a:pt x="672" y="593"/>
                      <a:pt x="623" y="688"/>
                      <a:pt x="515" y="688"/>
                    </a:cubicBezTo>
                    <a:cubicBezTo>
                      <a:pt x="378" y="688"/>
                      <a:pt x="349" y="560"/>
                      <a:pt x="349" y="456"/>
                    </a:cubicBezTo>
                    <a:lnTo>
                      <a:pt x="349" y="390"/>
                    </a:lnTo>
                    <a:cubicBezTo>
                      <a:pt x="353" y="307"/>
                      <a:pt x="370" y="120"/>
                      <a:pt x="515" y="120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414141"/>
                  </a:solidFill>
                  <a:latin typeface="Arial"/>
                </a:endParaRPr>
              </a:p>
            </p:txBody>
          </p:sp>
          <p:sp>
            <p:nvSpPr>
              <p:cNvPr id="82" name="Freeform 12">
                <a:extLst>
                  <a:ext uri="{FF2B5EF4-FFF2-40B4-BE49-F238E27FC236}">
                    <a16:creationId xmlns:a16="http://schemas.microsoft.com/office/drawing/2014/main" id="{4B6FB817-AACD-446F-8E63-215DBA8407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3200" y="4198938"/>
                <a:ext cx="123825" cy="282575"/>
              </a:xfrm>
              <a:custGeom>
                <a:avLst/>
                <a:gdLst>
                  <a:gd name="T0" fmla="*/ 0 w 345"/>
                  <a:gd name="T1" fmla="*/ 58 h 785"/>
                  <a:gd name="T2" fmla="*/ 0 w 345"/>
                  <a:gd name="T3" fmla="*/ 116 h 785"/>
                  <a:gd name="T4" fmla="*/ 12 w 345"/>
                  <a:gd name="T5" fmla="*/ 116 h 785"/>
                  <a:gd name="T6" fmla="*/ 137 w 345"/>
                  <a:gd name="T7" fmla="*/ 240 h 785"/>
                  <a:gd name="T8" fmla="*/ 137 w 345"/>
                  <a:gd name="T9" fmla="*/ 784 h 785"/>
                  <a:gd name="T10" fmla="*/ 344 w 345"/>
                  <a:gd name="T11" fmla="*/ 784 h 785"/>
                  <a:gd name="T12" fmla="*/ 344 w 345"/>
                  <a:gd name="T13" fmla="*/ 0 h 785"/>
                  <a:gd name="T14" fmla="*/ 328 w 345"/>
                  <a:gd name="T15" fmla="*/ 4 h 785"/>
                  <a:gd name="T16" fmla="*/ 0 w 345"/>
                  <a:gd name="T17" fmla="*/ 58 h 7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45" h="785">
                    <a:moveTo>
                      <a:pt x="0" y="58"/>
                    </a:moveTo>
                    <a:lnTo>
                      <a:pt x="0" y="116"/>
                    </a:lnTo>
                    <a:lnTo>
                      <a:pt x="12" y="116"/>
                    </a:lnTo>
                    <a:cubicBezTo>
                      <a:pt x="116" y="120"/>
                      <a:pt x="137" y="141"/>
                      <a:pt x="137" y="240"/>
                    </a:cubicBezTo>
                    <a:lnTo>
                      <a:pt x="137" y="784"/>
                    </a:lnTo>
                    <a:lnTo>
                      <a:pt x="344" y="784"/>
                    </a:lnTo>
                    <a:lnTo>
                      <a:pt x="344" y="0"/>
                    </a:lnTo>
                    <a:lnTo>
                      <a:pt x="328" y="4"/>
                    </a:lnTo>
                    <a:lnTo>
                      <a:pt x="0" y="58"/>
                    </a:ln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414141"/>
                  </a:solidFill>
                  <a:latin typeface="Arial"/>
                </a:endParaRPr>
              </a:p>
            </p:txBody>
          </p:sp>
          <p:sp>
            <p:nvSpPr>
              <p:cNvPr id="83" name="Freeform 13">
                <a:extLst>
                  <a:ext uri="{FF2B5EF4-FFF2-40B4-BE49-F238E27FC236}">
                    <a16:creationId xmlns:a16="http://schemas.microsoft.com/office/drawing/2014/main" id="{C908F085-9847-4F2F-B9D1-599C868977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56063" y="4084638"/>
                <a:ext cx="93662" cy="82550"/>
              </a:xfrm>
              <a:custGeom>
                <a:avLst/>
                <a:gdLst>
                  <a:gd name="T0" fmla="*/ 129 w 262"/>
                  <a:gd name="T1" fmla="*/ 228 h 229"/>
                  <a:gd name="T2" fmla="*/ 261 w 262"/>
                  <a:gd name="T3" fmla="*/ 112 h 229"/>
                  <a:gd name="T4" fmla="*/ 133 w 262"/>
                  <a:gd name="T5" fmla="*/ 0 h 229"/>
                  <a:gd name="T6" fmla="*/ 4 w 262"/>
                  <a:gd name="T7" fmla="*/ 112 h 229"/>
                  <a:gd name="T8" fmla="*/ 129 w 262"/>
                  <a:gd name="T9" fmla="*/ 228 h 2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29">
                    <a:moveTo>
                      <a:pt x="129" y="228"/>
                    </a:moveTo>
                    <a:cubicBezTo>
                      <a:pt x="199" y="228"/>
                      <a:pt x="261" y="178"/>
                      <a:pt x="261" y="112"/>
                    </a:cubicBezTo>
                    <a:cubicBezTo>
                      <a:pt x="261" y="49"/>
                      <a:pt x="203" y="0"/>
                      <a:pt x="133" y="0"/>
                    </a:cubicBezTo>
                    <a:cubicBezTo>
                      <a:pt x="62" y="0"/>
                      <a:pt x="4" y="49"/>
                      <a:pt x="4" y="112"/>
                    </a:cubicBezTo>
                    <a:cubicBezTo>
                      <a:pt x="0" y="178"/>
                      <a:pt x="58" y="228"/>
                      <a:pt x="129" y="228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414141"/>
                  </a:solidFill>
                  <a:latin typeface="Arial"/>
                </a:endParaRPr>
              </a:p>
            </p:txBody>
          </p:sp>
          <p:sp>
            <p:nvSpPr>
              <p:cNvPr id="84" name="Freeform 14">
                <a:extLst>
                  <a:ext uri="{FF2B5EF4-FFF2-40B4-BE49-F238E27FC236}">
                    <a16:creationId xmlns:a16="http://schemas.microsoft.com/office/drawing/2014/main" id="{159D8463-89C6-46E2-A881-581F0BA108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638" y="4200525"/>
                <a:ext cx="244475" cy="280988"/>
              </a:xfrm>
              <a:custGeom>
                <a:avLst/>
                <a:gdLst>
                  <a:gd name="T0" fmla="*/ 676 w 677"/>
                  <a:gd name="T1" fmla="*/ 174 h 781"/>
                  <a:gd name="T2" fmla="*/ 676 w 677"/>
                  <a:gd name="T3" fmla="*/ 12 h 781"/>
                  <a:gd name="T4" fmla="*/ 663 w 677"/>
                  <a:gd name="T5" fmla="*/ 12 h 781"/>
                  <a:gd name="T6" fmla="*/ 564 w 677"/>
                  <a:gd name="T7" fmla="*/ 4 h 781"/>
                  <a:gd name="T8" fmla="*/ 348 w 677"/>
                  <a:gd name="T9" fmla="*/ 158 h 781"/>
                  <a:gd name="T10" fmla="*/ 348 w 677"/>
                  <a:gd name="T11" fmla="*/ 0 h 781"/>
                  <a:gd name="T12" fmla="*/ 331 w 677"/>
                  <a:gd name="T13" fmla="*/ 0 h 781"/>
                  <a:gd name="T14" fmla="*/ 0 w 677"/>
                  <a:gd name="T15" fmla="*/ 54 h 781"/>
                  <a:gd name="T16" fmla="*/ 0 w 677"/>
                  <a:gd name="T17" fmla="*/ 112 h 781"/>
                  <a:gd name="T18" fmla="*/ 12 w 677"/>
                  <a:gd name="T19" fmla="*/ 112 h 781"/>
                  <a:gd name="T20" fmla="*/ 141 w 677"/>
                  <a:gd name="T21" fmla="*/ 236 h 781"/>
                  <a:gd name="T22" fmla="*/ 141 w 677"/>
                  <a:gd name="T23" fmla="*/ 780 h 781"/>
                  <a:gd name="T24" fmla="*/ 348 w 677"/>
                  <a:gd name="T25" fmla="*/ 780 h 781"/>
                  <a:gd name="T26" fmla="*/ 348 w 677"/>
                  <a:gd name="T27" fmla="*/ 390 h 781"/>
                  <a:gd name="T28" fmla="*/ 568 w 677"/>
                  <a:gd name="T29" fmla="*/ 170 h 781"/>
                  <a:gd name="T30" fmla="*/ 643 w 677"/>
                  <a:gd name="T31" fmla="*/ 183 h 781"/>
                  <a:gd name="T32" fmla="*/ 676 w 677"/>
                  <a:gd name="T33" fmla="*/ 191 h 781"/>
                  <a:gd name="T34" fmla="*/ 676 w 677"/>
                  <a:gd name="T35" fmla="*/ 174 h 7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77" h="781">
                    <a:moveTo>
                      <a:pt x="676" y="174"/>
                    </a:moveTo>
                    <a:lnTo>
                      <a:pt x="676" y="12"/>
                    </a:lnTo>
                    <a:lnTo>
                      <a:pt x="663" y="12"/>
                    </a:lnTo>
                    <a:cubicBezTo>
                      <a:pt x="630" y="8"/>
                      <a:pt x="593" y="4"/>
                      <a:pt x="564" y="4"/>
                    </a:cubicBezTo>
                    <a:cubicBezTo>
                      <a:pt x="443" y="4"/>
                      <a:pt x="381" y="91"/>
                      <a:pt x="348" y="158"/>
                    </a:cubicBezTo>
                    <a:cubicBezTo>
                      <a:pt x="348" y="95"/>
                      <a:pt x="348" y="0"/>
                      <a:pt x="348" y="0"/>
                    </a:cubicBezTo>
                    <a:lnTo>
                      <a:pt x="331" y="0"/>
                    </a:lnTo>
                    <a:lnTo>
                      <a:pt x="0" y="54"/>
                    </a:lnTo>
                    <a:lnTo>
                      <a:pt x="0" y="112"/>
                    </a:lnTo>
                    <a:lnTo>
                      <a:pt x="12" y="112"/>
                    </a:lnTo>
                    <a:cubicBezTo>
                      <a:pt x="116" y="116"/>
                      <a:pt x="141" y="137"/>
                      <a:pt x="141" y="236"/>
                    </a:cubicBezTo>
                    <a:lnTo>
                      <a:pt x="141" y="780"/>
                    </a:lnTo>
                    <a:lnTo>
                      <a:pt x="348" y="780"/>
                    </a:lnTo>
                    <a:lnTo>
                      <a:pt x="348" y="390"/>
                    </a:lnTo>
                    <a:cubicBezTo>
                      <a:pt x="348" y="324"/>
                      <a:pt x="369" y="170"/>
                      <a:pt x="568" y="170"/>
                    </a:cubicBezTo>
                    <a:cubicBezTo>
                      <a:pt x="593" y="170"/>
                      <a:pt x="618" y="178"/>
                      <a:pt x="643" y="183"/>
                    </a:cubicBezTo>
                    <a:lnTo>
                      <a:pt x="676" y="191"/>
                    </a:lnTo>
                    <a:lnTo>
                      <a:pt x="676" y="174"/>
                    </a:ln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414141"/>
                  </a:solidFill>
                  <a:latin typeface="Arial"/>
                </a:endParaRPr>
              </a:p>
            </p:txBody>
          </p:sp>
          <p:sp>
            <p:nvSpPr>
              <p:cNvPr id="85" name="Freeform 15">
                <a:extLst>
                  <a:ext uri="{FF2B5EF4-FFF2-40B4-BE49-F238E27FC236}">
                    <a16:creationId xmlns:a16="http://schemas.microsoft.com/office/drawing/2014/main" id="{2702C8B2-183C-4620-99B1-0B7F90F2A6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6275" y="4200525"/>
                <a:ext cx="266700" cy="287338"/>
              </a:xfrm>
              <a:custGeom>
                <a:avLst/>
                <a:gdLst>
                  <a:gd name="T0" fmla="*/ 738 w 743"/>
                  <a:gd name="T1" fmla="*/ 315 h 797"/>
                  <a:gd name="T2" fmla="*/ 390 w 743"/>
                  <a:gd name="T3" fmla="*/ 0 h 797"/>
                  <a:gd name="T4" fmla="*/ 0 w 743"/>
                  <a:gd name="T5" fmla="*/ 373 h 797"/>
                  <a:gd name="T6" fmla="*/ 456 w 743"/>
                  <a:gd name="T7" fmla="*/ 796 h 797"/>
                  <a:gd name="T8" fmla="*/ 713 w 743"/>
                  <a:gd name="T9" fmla="*/ 755 h 797"/>
                  <a:gd name="T10" fmla="*/ 726 w 743"/>
                  <a:gd name="T11" fmla="*/ 751 h 797"/>
                  <a:gd name="T12" fmla="*/ 726 w 743"/>
                  <a:gd name="T13" fmla="*/ 651 h 797"/>
                  <a:gd name="T14" fmla="*/ 705 w 743"/>
                  <a:gd name="T15" fmla="*/ 660 h 797"/>
                  <a:gd name="T16" fmla="*/ 543 w 743"/>
                  <a:gd name="T17" fmla="*/ 684 h 797"/>
                  <a:gd name="T18" fmla="*/ 232 w 743"/>
                  <a:gd name="T19" fmla="*/ 332 h 797"/>
                  <a:gd name="T20" fmla="*/ 742 w 743"/>
                  <a:gd name="T21" fmla="*/ 332 h 797"/>
                  <a:gd name="T22" fmla="*/ 742 w 743"/>
                  <a:gd name="T23" fmla="*/ 315 h 797"/>
                  <a:gd name="T24" fmla="*/ 738 w 743"/>
                  <a:gd name="T25" fmla="*/ 315 h 797"/>
                  <a:gd name="T26" fmla="*/ 386 w 743"/>
                  <a:gd name="T27" fmla="*/ 83 h 797"/>
                  <a:gd name="T28" fmla="*/ 531 w 743"/>
                  <a:gd name="T29" fmla="*/ 236 h 797"/>
                  <a:gd name="T30" fmla="*/ 228 w 743"/>
                  <a:gd name="T31" fmla="*/ 236 h 797"/>
                  <a:gd name="T32" fmla="*/ 386 w 743"/>
                  <a:gd name="T33" fmla="*/ 83 h 7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743" h="797">
                    <a:moveTo>
                      <a:pt x="738" y="315"/>
                    </a:moveTo>
                    <a:cubicBezTo>
                      <a:pt x="738" y="104"/>
                      <a:pt x="622" y="0"/>
                      <a:pt x="390" y="0"/>
                    </a:cubicBezTo>
                    <a:cubicBezTo>
                      <a:pt x="128" y="0"/>
                      <a:pt x="0" y="124"/>
                      <a:pt x="0" y="373"/>
                    </a:cubicBezTo>
                    <a:cubicBezTo>
                      <a:pt x="0" y="639"/>
                      <a:pt x="170" y="796"/>
                      <a:pt x="456" y="796"/>
                    </a:cubicBezTo>
                    <a:cubicBezTo>
                      <a:pt x="581" y="796"/>
                      <a:pt x="676" y="763"/>
                      <a:pt x="713" y="755"/>
                    </a:cubicBezTo>
                    <a:lnTo>
                      <a:pt x="726" y="751"/>
                    </a:lnTo>
                    <a:lnTo>
                      <a:pt x="726" y="651"/>
                    </a:lnTo>
                    <a:lnTo>
                      <a:pt x="705" y="660"/>
                    </a:lnTo>
                    <a:cubicBezTo>
                      <a:pt x="672" y="672"/>
                      <a:pt x="610" y="684"/>
                      <a:pt x="543" y="684"/>
                    </a:cubicBezTo>
                    <a:cubicBezTo>
                      <a:pt x="319" y="684"/>
                      <a:pt x="236" y="498"/>
                      <a:pt x="232" y="332"/>
                    </a:cubicBezTo>
                    <a:cubicBezTo>
                      <a:pt x="261" y="332"/>
                      <a:pt x="742" y="332"/>
                      <a:pt x="742" y="332"/>
                    </a:cubicBezTo>
                    <a:lnTo>
                      <a:pt x="742" y="315"/>
                    </a:lnTo>
                    <a:lnTo>
                      <a:pt x="738" y="315"/>
                    </a:lnTo>
                    <a:close/>
                    <a:moveTo>
                      <a:pt x="386" y="83"/>
                    </a:moveTo>
                    <a:cubicBezTo>
                      <a:pt x="498" y="83"/>
                      <a:pt x="527" y="166"/>
                      <a:pt x="531" y="236"/>
                    </a:cubicBezTo>
                    <a:cubicBezTo>
                      <a:pt x="506" y="236"/>
                      <a:pt x="257" y="236"/>
                      <a:pt x="228" y="236"/>
                    </a:cubicBezTo>
                    <a:cubicBezTo>
                      <a:pt x="232" y="183"/>
                      <a:pt x="269" y="83"/>
                      <a:pt x="386" y="83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414141"/>
                  </a:solidFill>
                  <a:latin typeface="Arial"/>
                </a:endParaRPr>
              </a:p>
            </p:txBody>
          </p:sp>
          <p:sp>
            <p:nvSpPr>
              <p:cNvPr id="86" name="Freeform 16">
                <a:extLst>
                  <a:ext uri="{FF2B5EF4-FFF2-40B4-BE49-F238E27FC236}">
                    <a16:creationId xmlns:a16="http://schemas.microsoft.com/office/drawing/2014/main" id="{AA9E66E4-F779-4DD0-BC88-A38A2BA59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10175" y="4071938"/>
                <a:ext cx="314325" cy="409575"/>
              </a:xfrm>
              <a:custGeom>
                <a:avLst/>
                <a:gdLst>
                  <a:gd name="T0" fmla="*/ 634 w 872"/>
                  <a:gd name="T1" fmla="*/ 357 h 1138"/>
                  <a:gd name="T2" fmla="*/ 348 w 872"/>
                  <a:gd name="T3" fmla="*/ 523 h 1138"/>
                  <a:gd name="T4" fmla="*/ 348 w 872"/>
                  <a:gd name="T5" fmla="*/ 0 h 1138"/>
                  <a:gd name="T6" fmla="*/ 332 w 872"/>
                  <a:gd name="T7" fmla="*/ 4 h 1138"/>
                  <a:gd name="T8" fmla="*/ 0 w 872"/>
                  <a:gd name="T9" fmla="*/ 46 h 1138"/>
                  <a:gd name="T10" fmla="*/ 0 w 872"/>
                  <a:gd name="T11" fmla="*/ 104 h 1138"/>
                  <a:gd name="T12" fmla="*/ 16 w 872"/>
                  <a:gd name="T13" fmla="*/ 104 h 1138"/>
                  <a:gd name="T14" fmla="*/ 141 w 872"/>
                  <a:gd name="T15" fmla="*/ 233 h 1138"/>
                  <a:gd name="T16" fmla="*/ 141 w 872"/>
                  <a:gd name="T17" fmla="*/ 1137 h 1138"/>
                  <a:gd name="T18" fmla="*/ 348 w 872"/>
                  <a:gd name="T19" fmla="*/ 1137 h 1138"/>
                  <a:gd name="T20" fmla="*/ 348 w 872"/>
                  <a:gd name="T21" fmla="*/ 747 h 1138"/>
                  <a:gd name="T22" fmla="*/ 547 w 872"/>
                  <a:gd name="T23" fmla="*/ 494 h 1138"/>
                  <a:gd name="T24" fmla="*/ 663 w 872"/>
                  <a:gd name="T25" fmla="*/ 660 h 1138"/>
                  <a:gd name="T26" fmla="*/ 663 w 872"/>
                  <a:gd name="T27" fmla="*/ 1137 h 1138"/>
                  <a:gd name="T28" fmla="*/ 871 w 872"/>
                  <a:gd name="T29" fmla="*/ 1137 h 1138"/>
                  <a:gd name="T30" fmla="*/ 871 w 872"/>
                  <a:gd name="T31" fmla="*/ 635 h 1138"/>
                  <a:gd name="T32" fmla="*/ 634 w 872"/>
                  <a:gd name="T33" fmla="*/ 357 h 1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872" h="1138">
                    <a:moveTo>
                      <a:pt x="634" y="357"/>
                    </a:moveTo>
                    <a:cubicBezTo>
                      <a:pt x="481" y="357"/>
                      <a:pt x="394" y="452"/>
                      <a:pt x="348" y="523"/>
                    </a:cubicBezTo>
                    <a:cubicBezTo>
                      <a:pt x="348" y="440"/>
                      <a:pt x="348" y="0"/>
                      <a:pt x="348" y="0"/>
                    </a:cubicBezTo>
                    <a:lnTo>
                      <a:pt x="332" y="4"/>
                    </a:lnTo>
                    <a:lnTo>
                      <a:pt x="0" y="46"/>
                    </a:lnTo>
                    <a:lnTo>
                      <a:pt x="0" y="104"/>
                    </a:lnTo>
                    <a:lnTo>
                      <a:pt x="16" y="104"/>
                    </a:lnTo>
                    <a:cubicBezTo>
                      <a:pt x="120" y="108"/>
                      <a:pt x="141" y="133"/>
                      <a:pt x="141" y="233"/>
                    </a:cubicBezTo>
                    <a:lnTo>
                      <a:pt x="141" y="1137"/>
                    </a:lnTo>
                    <a:lnTo>
                      <a:pt x="348" y="1137"/>
                    </a:lnTo>
                    <a:lnTo>
                      <a:pt x="348" y="747"/>
                    </a:lnTo>
                    <a:cubicBezTo>
                      <a:pt x="348" y="606"/>
                      <a:pt x="456" y="494"/>
                      <a:pt x="547" y="494"/>
                    </a:cubicBezTo>
                    <a:cubicBezTo>
                      <a:pt x="663" y="494"/>
                      <a:pt x="663" y="581"/>
                      <a:pt x="663" y="660"/>
                    </a:cubicBezTo>
                    <a:lnTo>
                      <a:pt x="663" y="1137"/>
                    </a:lnTo>
                    <a:lnTo>
                      <a:pt x="871" y="1137"/>
                    </a:lnTo>
                    <a:lnTo>
                      <a:pt x="871" y="635"/>
                    </a:lnTo>
                    <a:cubicBezTo>
                      <a:pt x="871" y="552"/>
                      <a:pt x="871" y="357"/>
                      <a:pt x="634" y="357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414141"/>
                  </a:solidFill>
                  <a:latin typeface="Arial"/>
                </a:endParaRPr>
              </a:p>
            </p:txBody>
          </p:sp>
          <p:sp>
            <p:nvSpPr>
              <p:cNvPr id="87" name="Freeform 17">
                <a:extLst>
                  <a:ext uri="{FF2B5EF4-FFF2-40B4-BE49-F238E27FC236}">
                    <a16:creationId xmlns:a16="http://schemas.microsoft.com/office/drawing/2014/main" id="{D5D7553E-57B7-4D45-AAB3-9CCA47F0D9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94350" y="4200525"/>
                <a:ext cx="266700" cy="287338"/>
              </a:xfrm>
              <a:custGeom>
                <a:avLst/>
                <a:gdLst>
                  <a:gd name="T0" fmla="*/ 742 w 743"/>
                  <a:gd name="T1" fmla="*/ 315 h 797"/>
                  <a:gd name="T2" fmla="*/ 394 w 743"/>
                  <a:gd name="T3" fmla="*/ 0 h 797"/>
                  <a:gd name="T4" fmla="*/ 0 w 743"/>
                  <a:gd name="T5" fmla="*/ 373 h 797"/>
                  <a:gd name="T6" fmla="*/ 456 w 743"/>
                  <a:gd name="T7" fmla="*/ 796 h 797"/>
                  <a:gd name="T8" fmla="*/ 713 w 743"/>
                  <a:gd name="T9" fmla="*/ 755 h 797"/>
                  <a:gd name="T10" fmla="*/ 726 w 743"/>
                  <a:gd name="T11" fmla="*/ 751 h 797"/>
                  <a:gd name="T12" fmla="*/ 726 w 743"/>
                  <a:gd name="T13" fmla="*/ 651 h 797"/>
                  <a:gd name="T14" fmla="*/ 705 w 743"/>
                  <a:gd name="T15" fmla="*/ 660 h 797"/>
                  <a:gd name="T16" fmla="*/ 543 w 743"/>
                  <a:gd name="T17" fmla="*/ 684 h 797"/>
                  <a:gd name="T18" fmla="*/ 232 w 743"/>
                  <a:gd name="T19" fmla="*/ 332 h 797"/>
                  <a:gd name="T20" fmla="*/ 742 w 743"/>
                  <a:gd name="T21" fmla="*/ 332 h 797"/>
                  <a:gd name="T22" fmla="*/ 742 w 743"/>
                  <a:gd name="T23" fmla="*/ 315 h 797"/>
                  <a:gd name="T24" fmla="*/ 386 w 743"/>
                  <a:gd name="T25" fmla="*/ 83 h 797"/>
                  <a:gd name="T26" fmla="*/ 531 w 743"/>
                  <a:gd name="T27" fmla="*/ 236 h 797"/>
                  <a:gd name="T28" fmla="*/ 228 w 743"/>
                  <a:gd name="T29" fmla="*/ 236 h 797"/>
                  <a:gd name="T30" fmla="*/ 386 w 743"/>
                  <a:gd name="T31" fmla="*/ 83 h 7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743" h="797">
                    <a:moveTo>
                      <a:pt x="742" y="315"/>
                    </a:moveTo>
                    <a:cubicBezTo>
                      <a:pt x="742" y="104"/>
                      <a:pt x="626" y="0"/>
                      <a:pt x="394" y="0"/>
                    </a:cubicBezTo>
                    <a:cubicBezTo>
                      <a:pt x="133" y="0"/>
                      <a:pt x="0" y="124"/>
                      <a:pt x="0" y="373"/>
                    </a:cubicBezTo>
                    <a:cubicBezTo>
                      <a:pt x="0" y="639"/>
                      <a:pt x="170" y="796"/>
                      <a:pt x="456" y="796"/>
                    </a:cubicBezTo>
                    <a:cubicBezTo>
                      <a:pt x="581" y="796"/>
                      <a:pt x="676" y="763"/>
                      <a:pt x="713" y="755"/>
                    </a:cubicBezTo>
                    <a:lnTo>
                      <a:pt x="726" y="751"/>
                    </a:lnTo>
                    <a:lnTo>
                      <a:pt x="726" y="651"/>
                    </a:lnTo>
                    <a:lnTo>
                      <a:pt x="705" y="660"/>
                    </a:lnTo>
                    <a:cubicBezTo>
                      <a:pt x="672" y="672"/>
                      <a:pt x="610" y="684"/>
                      <a:pt x="543" y="684"/>
                    </a:cubicBezTo>
                    <a:cubicBezTo>
                      <a:pt x="319" y="684"/>
                      <a:pt x="236" y="498"/>
                      <a:pt x="232" y="332"/>
                    </a:cubicBezTo>
                    <a:cubicBezTo>
                      <a:pt x="261" y="332"/>
                      <a:pt x="742" y="332"/>
                      <a:pt x="742" y="332"/>
                    </a:cubicBezTo>
                    <a:lnTo>
                      <a:pt x="742" y="315"/>
                    </a:lnTo>
                    <a:close/>
                    <a:moveTo>
                      <a:pt x="386" y="83"/>
                    </a:moveTo>
                    <a:cubicBezTo>
                      <a:pt x="498" y="83"/>
                      <a:pt x="527" y="166"/>
                      <a:pt x="531" y="236"/>
                    </a:cubicBezTo>
                    <a:cubicBezTo>
                      <a:pt x="506" y="236"/>
                      <a:pt x="257" y="236"/>
                      <a:pt x="228" y="236"/>
                    </a:cubicBezTo>
                    <a:cubicBezTo>
                      <a:pt x="236" y="183"/>
                      <a:pt x="270" y="83"/>
                      <a:pt x="386" y="83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414141"/>
                  </a:solidFill>
                  <a:latin typeface="Arial"/>
                </a:endParaRPr>
              </a:p>
            </p:txBody>
          </p:sp>
          <p:sp>
            <p:nvSpPr>
              <p:cNvPr id="88" name="Freeform 18">
                <a:extLst>
                  <a:ext uri="{FF2B5EF4-FFF2-40B4-BE49-F238E27FC236}">
                    <a16:creationId xmlns:a16="http://schemas.microsoft.com/office/drawing/2014/main" id="{03454D7C-A1E3-4077-A74F-D6332282D8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64113" y="4121150"/>
                <a:ext cx="212725" cy="366713"/>
              </a:xfrm>
              <a:custGeom>
                <a:avLst/>
                <a:gdLst>
                  <a:gd name="T0" fmla="*/ 141 w 589"/>
                  <a:gd name="T1" fmla="*/ 237 h 1017"/>
                  <a:gd name="T2" fmla="*/ 0 w 589"/>
                  <a:gd name="T3" fmla="*/ 237 h 1017"/>
                  <a:gd name="T4" fmla="*/ 0 w 589"/>
                  <a:gd name="T5" fmla="*/ 328 h 1017"/>
                  <a:gd name="T6" fmla="*/ 141 w 589"/>
                  <a:gd name="T7" fmla="*/ 328 h 1017"/>
                  <a:gd name="T8" fmla="*/ 141 w 589"/>
                  <a:gd name="T9" fmla="*/ 797 h 1017"/>
                  <a:gd name="T10" fmla="*/ 427 w 589"/>
                  <a:gd name="T11" fmla="*/ 1016 h 1017"/>
                  <a:gd name="T12" fmla="*/ 551 w 589"/>
                  <a:gd name="T13" fmla="*/ 1004 h 1017"/>
                  <a:gd name="T14" fmla="*/ 564 w 589"/>
                  <a:gd name="T15" fmla="*/ 1004 h 1017"/>
                  <a:gd name="T16" fmla="*/ 564 w 589"/>
                  <a:gd name="T17" fmla="*/ 909 h 1017"/>
                  <a:gd name="T18" fmla="*/ 547 w 589"/>
                  <a:gd name="T19" fmla="*/ 913 h 1017"/>
                  <a:gd name="T20" fmla="*/ 485 w 589"/>
                  <a:gd name="T21" fmla="*/ 917 h 1017"/>
                  <a:gd name="T22" fmla="*/ 352 w 589"/>
                  <a:gd name="T23" fmla="*/ 772 h 1017"/>
                  <a:gd name="T24" fmla="*/ 352 w 589"/>
                  <a:gd name="T25" fmla="*/ 328 h 1017"/>
                  <a:gd name="T26" fmla="*/ 588 w 589"/>
                  <a:gd name="T27" fmla="*/ 328 h 1017"/>
                  <a:gd name="T28" fmla="*/ 588 w 589"/>
                  <a:gd name="T29" fmla="*/ 237 h 1017"/>
                  <a:gd name="T30" fmla="*/ 352 w 589"/>
                  <a:gd name="T31" fmla="*/ 237 h 1017"/>
                  <a:gd name="T32" fmla="*/ 352 w 589"/>
                  <a:gd name="T33" fmla="*/ 0 h 1017"/>
                  <a:gd name="T34" fmla="*/ 141 w 589"/>
                  <a:gd name="T35" fmla="*/ 0 h 1017"/>
                  <a:gd name="T36" fmla="*/ 141 w 589"/>
                  <a:gd name="T37" fmla="*/ 237 h 10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9" h="1017">
                    <a:moveTo>
                      <a:pt x="141" y="237"/>
                    </a:moveTo>
                    <a:lnTo>
                      <a:pt x="0" y="237"/>
                    </a:lnTo>
                    <a:lnTo>
                      <a:pt x="0" y="328"/>
                    </a:lnTo>
                    <a:lnTo>
                      <a:pt x="141" y="328"/>
                    </a:lnTo>
                    <a:lnTo>
                      <a:pt x="141" y="797"/>
                    </a:lnTo>
                    <a:cubicBezTo>
                      <a:pt x="141" y="1000"/>
                      <a:pt x="270" y="1016"/>
                      <a:pt x="427" y="1016"/>
                    </a:cubicBezTo>
                    <a:cubicBezTo>
                      <a:pt x="464" y="1016"/>
                      <a:pt x="505" y="1012"/>
                      <a:pt x="551" y="1004"/>
                    </a:cubicBezTo>
                    <a:lnTo>
                      <a:pt x="564" y="1004"/>
                    </a:lnTo>
                    <a:lnTo>
                      <a:pt x="564" y="909"/>
                    </a:lnTo>
                    <a:lnTo>
                      <a:pt x="547" y="913"/>
                    </a:lnTo>
                    <a:cubicBezTo>
                      <a:pt x="530" y="917"/>
                      <a:pt x="510" y="917"/>
                      <a:pt x="485" y="917"/>
                    </a:cubicBezTo>
                    <a:cubicBezTo>
                      <a:pt x="360" y="917"/>
                      <a:pt x="352" y="880"/>
                      <a:pt x="352" y="772"/>
                    </a:cubicBezTo>
                    <a:lnTo>
                      <a:pt x="352" y="328"/>
                    </a:lnTo>
                    <a:lnTo>
                      <a:pt x="588" y="328"/>
                    </a:lnTo>
                    <a:lnTo>
                      <a:pt x="588" y="237"/>
                    </a:lnTo>
                    <a:lnTo>
                      <a:pt x="352" y="237"/>
                    </a:lnTo>
                    <a:lnTo>
                      <a:pt x="352" y="0"/>
                    </a:lnTo>
                    <a:lnTo>
                      <a:pt x="141" y="0"/>
                    </a:lnTo>
                    <a:lnTo>
                      <a:pt x="141" y="237"/>
                    </a:ln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414141"/>
                  </a:solidFill>
                  <a:latin typeface="Arial"/>
                </a:endParaRPr>
              </a:p>
            </p:txBody>
          </p:sp>
          <p:sp>
            <p:nvSpPr>
              <p:cNvPr id="89" name="Freeform 19">
                <a:extLst>
                  <a:ext uri="{FF2B5EF4-FFF2-40B4-BE49-F238E27FC236}">
                    <a16:creationId xmlns:a16="http://schemas.microsoft.com/office/drawing/2014/main" id="{37C4B130-D1E5-4CE8-801C-D97FFFF53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49963" y="4087813"/>
                <a:ext cx="450850" cy="395287"/>
              </a:xfrm>
              <a:custGeom>
                <a:avLst/>
                <a:gdLst>
                  <a:gd name="T0" fmla="*/ 1245 w 1254"/>
                  <a:gd name="T1" fmla="*/ 0 h 1096"/>
                  <a:gd name="T2" fmla="*/ 1033 w 1254"/>
                  <a:gd name="T3" fmla="*/ 0 h 1096"/>
                  <a:gd name="T4" fmla="*/ 1033 w 1254"/>
                  <a:gd name="T5" fmla="*/ 829 h 1096"/>
                  <a:gd name="T6" fmla="*/ 485 w 1254"/>
                  <a:gd name="T7" fmla="*/ 0 h 1096"/>
                  <a:gd name="T8" fmla="*/ 0 w 1254"/>
                  <a:gd name="T9" fmla="*/ 0 h 1096"/>
                  <a:gd name="T10" fmla="*/ 0 w 1254"/>
                  <a:gd name="T11" fmla="*/ 62 h 1096"/>
                  <a:gd name="T12" fmla="*/ 42 w 1254"/>
                  <a:gd name="T13" fmla="*/ 70 h 1096"/>
                  <a:gd name="T14" fmla="*/ 178 w 1254"/>
                  <a:gd name="T15" fmla="*/ 220 h 1096"/>
                  <a:gd name="T16" fmla="*/ 178 w 1254"/>
                  <a:gd name="T17" fmla="*/ 1095 h 1096"/>
                  <a:gd name="T18" fmla="*/ 403 w 1254"/>
                  <a:gd name="T19" fmla="*/ 1095 h 1096"/>
                  <a:gd name="T20" fmla="*/ 403 w 1254"/>
                  <a:gd name="T21" fmla="*/ 228 h 1096"/>
                  <a:gd name="T22" fmla="*/ 975 w 1254"/>
                  <a:gd name="T23" fmla="*/ 1095 h 1096"/>
                  <a:gd name="T24" fmla="*/ 1253 w 1254"/>
                  <a:gd name="T25" fmla="*/ 1095 h 1096"/>
                  <a:gd name="T26" fmla="*/ 1253 w 1254"/>
                  <a:gd name="T27" fmla="*/ 0 h 1096"/>
                  <a:gd name="T28" fmla="*/ 1245 w 1254"/>
                  <a:gd name="T29" fmla="*/ 0 h 10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254" h="1096">
                    <a:moveTo>
                      <a:pt x="1245" y="0"/>
                    </a:moveTo>
                    <a:lnTo>
                      <a:pt x="1033" y="0"/>
                    </a:lnTo>
                    <a:cubicBezTo>
                      <a:pt x="1033" y="0"/>
                      <a:pt x="1033" y="751"/>
                      <a:pt x="1033" y="829"/>
                    </a:cubicBezTo>
                    <a:cubicBezTo>
                      <a:pt x="992" y="763"/>
                      <a:pt x="485" y="0"/>
                      <a:pt x="485" y="0"/>
                    </a:cubicBezTo>
                    <a:lnTo>
                      <a:pt x="0" y="0"/>
                    </a:lnTo>
                    <a:lnTo>
                      <a:pt x="0" y="62"/>
                    </a:lnTo>
                    <a:lnTo>
                      <a:pt x="42" y="70"/>
                    </a:lnTo>
                    <a:cubicBezTo>
                      <a:pt x="170" y="91"/>
                      <a:pt x="178" y="95"/>
                      <a:pt x="178" y="220"/>
                    </a:cubicBezTo>
                    <a:lnTo>
                      <a:pt x="178" y="1095"/>
                    </a:lnTo>
                    <a:lnTo>
                      <a:pt x="403" y="1095"/>
                    </a:lnTo>
                    <a:cubicBezTo>
                      <a:pt x="403" y="1095"/>
                      <a:pt x="403" y="307"/>
                      <a:pt x="403" y="228"/>
                    </a:cubicBezTo>
                    <a:cubicBezTo>
                      <a:pt x="448" y="294"/>
                      <a:pt x="975" y="1095"/>
                      <a:pt x="975" y="1095"/>
                    </a:cubicBezTo>
                    <a:lnTo>
                      <a:pt x="1253" y="1095"/>
                    </a:lnTo>
                    <a:lnTo>
                      <a:pt x="1253" y="0"/>
                    </a:lnTo>
                    <a:lnTo>
                      <a:pt x="1245" y="0"/>
                    </a:ln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414141"/>
                  </a:solidFill>
                  <a:latin typeface="Arial"/>
                </a:endParaRPr>
              </a:p>
            </p:txBody>
          </p:sp>
          <p:sp>
            <p:nvSpPr>
              <p:cNvPr id="90" name="Freeform 20">
                <a:extLst>
                  <a:ext uri="{FF2B5EF4-FFF2-40B4-BE49-F238E27FC236}">
                    <a16:creationId xmlns:a16="http://schemas.microsoft.com/office/drawing/2014/main" id="{13F4EE08-0E04-47E2-B943-788C7865B1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73838" y="4200525"/>
                <a:ext cx="266700" cy="287338"/>
              </a:xfrm>
              <a:custGeom>
                <a:avLst/>
                <a:gdLst>
                  <a:gd name="T0" fmla="*/ 390 w 740"/>
                  <a:gd name="T1" fmla="*/ 0 h 797"/>
                  <a:gd name="T2" fmla="*/ 0 w 740"/>
                  <a:gd name="T3" fmla="*/ 373 h 797"/>
                  <a:gd name="T4" fmla="*/ 456 w 740"/>
                  <a:gd name="T5" fmla="*/ 796 h 797"/>
                  <a:gd name="T6" fmla="*/ 714 w 740"/>
                  <a:gd name="T7" fmla="*/ 755 h 797"/>
                  <a:gd name="T8" fmla="*/ 726 w 740"/>
                  <a:gd name="T9" fmla="*/ 751 h 797"/>
                  <a:gd name="T10" fmla="*/ 726 w 740"/>
                  <a:gd name="T11" fmla="*/ 651 h 797"/>
                  <a:gd name="T12" fmla="*/ 705 w 740"/>
                  <a:gd name="T13" fmla="*/ 660 h 797"/>
                  <a:gd name="T14" fmla="*/ 539 w 740"/>
                  <a:gd name="T15" fmla="*/ 684 h 797"/>
                  <a:gd name="T16" fmla="*/ 228 w 740"/>
                  <a:gd name="T17" fmla="*/ 332 h 797"/>
                  <a:gd name="T18" fmla="*/ 739 w 740"/>
                  <a:gd name="T19" fmla="*/ 332 h 797"/>
                  <a:gd name="T20" fmla="*/ 739 w 740"/>
                  <a:gd name="T21" fmla="*/ 315 h 797"/>
                  <a:gd name="T22" fmla="*/ 390 w 740"/>
                  <a:gd name="T23" fmla="*/ 0 h 797"/>
                  <a:gd name="T24" fmla="*/ 386 w 740"/>
                  <a:gd name="T25" fmla="*/ 83 h 797"/>
                  <a:gd name="T26" fmla="*/ 531 w 740"/>
                  <a:gd name="T27" fmla="*/ 236 h 797"/>
                  <a:gd name="T28" fmla="*/ 228 w 740"/>
                  <a:gd name="T29" fmla="*/ 236 h 797"/>
                  <a:gd name="T30" fmla="*/ 386 w 740"/>
                  <a:gd name="T31" fmla="*/ 83 h 7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740" h="797">
                    <a:moveTo>
                      <a:pt x="390" y="0"/>
                    </a:moveTo>
                    <a:cubicBezTo>
                      <a:pt x="129" y="0"/>
                      <a:pt x="0" y="124"/>
                      <a:pt x="0" y="373"/>
                    </a:cubicBezTo>
                    <a:cubicBezTo>
                      <a:pt x="0" y="639"/>
                      <a:pt x="170" y="796"/>
                      <a:pt x="456" y="796"/>
                    </a:cubicBezTo>
                    <a:cubicBezTo>
                      <a:pt x="581" y="796"/>
                      <a:pt x="676" y="767"/>
                      <a:pt x="714" y="755"/>
                    </a:cubicBezTo>
                    <a:lnTo>
                      <a:pt x="726" y="751"/>
                    </a:lnTo>
                    <a:lnTo>
                      <a:pt x="726" y="651"/>
                    </a:lnTo>
                    <a:lnTo>
                      <a:pt x="705" y="660"/>
                    </a:lnTo>
                    <a:cubicBezTo>
                      <a:pt x="672" y="672"/>
                      <a:pt x="610" y="684"/>
                      <a:pt x="539" y="684"/>
                    </a:cubicBezTo>
                    <a:cubicBezTo>
                      <a:pt x="315" y="684"/>
                      <a:pt x="232" y="498"/>
                      <a:pt x="228" y="332"/>
                    </a:cubicBezTo>
                    <a:lnTo>
                      <a:pt x="739" y="332"/>
                    </a:lnTo>
                    <a:lnTo>
                      <a:pt x="739" y="315"/>
                    </a:lnTo>
                    <a:cubicBezTo>
                      <a:pt x="739" y="104"/>
                      <a:pt x="622" y="0"/>
                      <a:pt x="390" y="0"/>
                    </a:cubicBezTo>
                    <a:close/>
                    <a:moveTo>
                      <a:pt x="386" y="83"/>
                    </a:moveTo>
                    <a:cubicBezTo>
                      <a:pt x="498" y="83"/>
                      <a:pt x="527" y="162"/>
                      <a:pt x="531" y="236"/>
                    </a:cubicBezTo>
                    <a:lnTo>
                      <a:pt x="228" y="236"/>
                    </a:lnTo>
                    <a:cubicBezTo>
                      <a:pt x="232" y="187"/>
                      <a:pt x="270" y="83"/>
                      <a:pt x="386" y="83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414141"/>
                  </a:solidFill>
                  <a:latin typeface="Arial"/>
                </a:endParaRPr>
              </a:p>
            </p:txBody>
          </p:sp>
          <p:sp>
            <p:nvSpPr>
              <p:cNvPr id="94" name="Freeform 21">
                <a:extLst>
                  <a:ext uri="{FF2B5EF4-FFF2-40B4-BE49-F238E27FC236}">
                    <a16:creationId xmlns:a16="http://schemas.microsoft.com/office/drawing/2014/main" id="{BA270E88-2C7A-4970-AAA8-73D673785F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4075" y="4121150"/>
                <a:ext cx="212725" cy="366713"/>
              </a:xfrm>
              <a:custGeom>
                <a:avLst/>
                <a:gdLst>
                  <a:gd name="T0" fmla="*/ 141 w 590"/>
                  <a:gd name="T1" fmla="*/ 237 h 1017"/>
                  <a:gd name="T2" fmla="*/ 0 w 590"/>
                  <a:gd name="T3" fmla="*/ 237 h 1017"/>
                  <a:gd name="T4" fmla="*/ 0 w 590"/>
                  <a:gd name="T5" fmla="*/ 328 h 1017"/>
                  <a:gd name="T6" fmla="*/ 141 w 590"/>
                  <a:gd name="T7" fmla="*/ 328 h 1017"/>
                  <a:gd name="T8" fmla="*/ 141 w 590"/>
                  <a:gd name="T9" fmla="*/ 797 h 1017"/>
                  <a:gd name="T10" fmla="*/ 427 w 590"/>
                  <a:gd name="T11" fmla="*/ 1016 h 1017"/>
                  <a:gd name="T12" fmla="*/ 551 w 590"/>
                  <a:gd name="T13" fmla="*/ 1004 h 1017"/>
                  <a:gd name="T14" fmla="*/ 564 w 590"/>
                  <a:gd name="T15" fmla="*/ 1004 h 1017"/>
                  <a:gd name="T16" fmla="*/ 564 w 590"/>
                  <a:gd name="T17" fmla="*/ 909 h 1017"/>
                  <a:gd name="T18" fmla="*/ 547 w 590"/>
                  <a:gd name="T19" fmla="*/ 913 h 1017"/>
                  <a:gd name="T20" fmla="*/ 485 w 590"/>
                  <a:gd name="T21" fmla="*/ 917 h 1017"/>
                  <a:gd name="T22" fmla="*/ 352 w 590"/>
                  <a:gd name="T23" fmla="*/ 772 h 1017"/>
                  <a:gd name="T24" fmla="*/ 352 w 590"/>
                  <a:gd name="T25" fmla="*/ 328 h 1017"/>
                  <a:gd name="T26" fmla="*/ 589 w 590"/>
                  <a:gd name="T27" fmla="*/ 328 h 1017"/>
                  <a:gd name="T28" fmla="*/ 589 w 590"/>
                  <a:gd name="T29" fmla="*/ 237 h 1017"/>
                  <a:gd name="T30" fmla="*/ 352 w 590"/>
                  <a:gd name="T31" fmla="*/ 237 h 1017"/>
                  <a:gd name="T32" fmla="*/ 352 w 590"/>
                  <a:gd name="T33" fmla="*/ 0 h 1017"/>
                  <a:gd name="T34" fmla="*/ 141 w 590"/>
                  <a:gd name="T35" fmla="*/ 0 h 1017"/>
                  <a:gd name="T36" fmla="*/ 141 w 590"/>
                  <a:gd name="T37" fmla="*/ 237 h 10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90" h="1017">
                    <a:moveTo>
                      <a:pt x="141" y="237"/>
                    </a:moveTo>
                    <a:lnTo>
                      <a:pt x="0" y="237"/>
                    </a:lnTo>
                    <a:lnTo>
                      <a:pt x="0" y="328"/>
                    </a:lnTo>
                    <a:lnTo>
                      <a:pt x="141" y="328"/>
                    </a:lnTo>
                    <a:lnTo>
                      <a:pt x="141" y="797"/>
                    </a:lnTo>
                    <a:cubicBezTo>
                      <a:pt x="141" y="1000"/>
                      <a:pt x="269" y="1016"/>
                      <a:pt x="427" y="1016"/>
                    </a:cubicBezTo>
                    <a:cubicBezTo>
                      <a:pt x="464" y="1016"/>
                      <a:pt x="506" y="1012"/>
                      <a:pt x="551" y="1004"/>
                    </a:cubicBezTo>
                    <a:lnTo>
                      <a:pt x="564" y="1004"/>
                    </a:lnTo>
                    <a:lnTo>
                      <a:pt x="564" y="909"/>
                    </a:lnTo>
                    <a:lnTo>
                      <a:pt x="547" y="913"/>
                    </a:lnTo>
                    <a:cubicBezTo>
                      <a:pt x="531" y="917"/>
                      <a:pt x="510" y="917"/>
                      <a:pt x="485" y="917"/>
                    </a:cubicBezTo>
                    <a:cubicBezTo>
                      <a:pt x="361" y="917"/>
                      <a:pt x="352" y="880"/>
                      <a:pt x="352" y="772"/>
                    </a:cubicBezTo>
                    <a:lnTo>
                      <a:pt x="352" y="328"/>
                    </a:lnTo>
                    <a:lnTo>
                      <a:pt x="589" y="328"/>
                    </a:lnTo>
                    <a:lnTo>
                      <a:pt x="589" y="237"/>
                    </a:lnTo>
                    <a:lnTo>
                      <a:pt x="352" y="237"/>
                    </a:lnTo>
                    <a:lnTo>
                      <a:pt x="352" y="0"/>
                    </a:lnTo>
                    <a:lnTo>
                      <a:pt x="141" y="0"/>
                    </a:lnTo>
                    <a:lnTo>
                      <a:pt x="141" y="237"/>
                    </a:ln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414141"/>
                  </a:solidFill>
                  <a:latin typeface="Arial"/>
                </a:endParaRPr>
              </a:p>
            </p:txBody>
          </p:sp>
          <p:sp>
            <p:nvSpPr>
              <p:cNvPr id="95" name="Freeform 22">
                <a:extLst>
                  <a:ext uri="{FF2B5EF4-FFF2-40B4-BE49-F238E27FC236}">
                    <a16:creationId xmlns:a16="http://schemas.microsoft.com/office/drawing/2014/main" id="{F66CD2DD-3743-4D04-B1B0-6FBBF183A3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50063" y="4206875"/>
                <a:ext cx="331787" cy="274638"/>
              </a:xfrm>
              <a:custGeom>
                <a:avLst/>
                <a:gdLst>
                  <a:gd name="T0" fmla="*/ 705 w 921"/>
                  <a:gd name="T1" fmla="*/ 248 h 764"/>
                  <a:gd name="T2" fmla="*/ 920 w 921"/>
                  <a:gd name="T3" fmla="*/ 0 h 764"/>
                  <a:gd name="T4" fmla="*/ 701 w 921"/>
                  <a:gd name="T5" fmla="*/ 0 h 764"/>
                  <a:gd name="T6" fmla="*/ 497 w 921"/>
                  <a:gd name="T7" fmla="*/ 236 h 764"/>
                  <a:gd name="T8" fmla="*/ 319 w 921"/>
                  <a:gd name="T9" fmla="*/ 0 h 764"/>
                  <a:gd name="T10" fmla="*/ 0 w 921"/>
                  <a:gd name="T11" fmla="*/ 0 h 764"/>
                  <a:gd name="T12" fmla="*/ 0 w 921"/>
                  <a:gd name="T13" fmla="*/ 62 h 764"/>
                  <a:gd name="T14" fmla="*/ 12 w 921"/>
                  <a:gd name="T15" fmla="*/ 62 h 764"/>
                  <a:gd name="T16" fmla="*/ 211 w 921"/>
                  <a:gd name="T17" fmla="*/ 178 h 764"/>
                  <a:gd name="T18" fmla="*/ 344 w 921"/>
                  <a:gd name="T19" fmla="*/ 352 h 764"/>
                  <a:gd name="T20" fmla="*/ 128 w 921"/>
                  <a:gd name="T21" fmla="*/ 601 h 764"/>
                  <a:gd name="T22" fmla="*/ 348 w 921"/>
                  <a:gd name="T23" fmla="*/ 601 h 764"/>
                  <a:gd name="T24" fmla="*/ 443 w 921"/>
                  <a:gd name="T25" fmla="*/ 489 h 764"/>
                  <a:gd name="T26" fmla="*/ 651 w 921"/>
                  <a:gd name="T27" fmla="*/ 763 h 764"/>
                  <a:gd name="T28" fmla="*/ 900 w 921"/>
                  <a:gd name="T29" fmla="*/ 763 h 764"/>
                  <a:gd name="T30" fmla="*/ 506 w 921"/>
                  <a:gd name="T31" fmla="*/ 248 h 764"/>
                  <a:gd name="T32" fmla="*/ 705 w 921"/>
                  <a:gd name="T33" fmla="*/ 248 h 7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921" h="764">
                    <a:moveTo>
                      <a:pt x="705" y="248"/>
                    </a:moveTo>
                    <a:lnTo>
                      <a:pt x="920" y="0"/>
                    </a:lnTo>
                    <a:lnTo>
                      <a:pt x="701" y="0"/>
                    </a:lnTo>
                    <a:lnTo>
                      <a:pt x="497" y="236"/>
                    </a:lnTo>
                    <a:lnTo>
                      <a:pt x="319" y="0"/>
                    </a:lnTo>
                    <a:lnTo>
                      <a:pt x="0" y="0"/>
                    </a:lnTo>
                    <a:lnTo>
                      <a:pt x="0" y="62"/>
                    </a:lnTo>
                    <a:lnTo>
                      <a:pt x="12" y="62"/>
                    </a:lnTo>
                    <a:cubicBezTo>
                      <a:pt x="120" y="70"/>
                      <a:pt x="145" y="87"/>
                      <a:pt x="211" y="178"/>
                    </a:cubicBezTo>
                    <a:lnTo>
                      <a:pt x="344" y="352"/>
                    </a:lnTo>
                    <a:lnTo>
                      <a:pt x="128" y="601"/>
                    </a:lnTo>
                    <a:lnTo>
                      <a:pt x="348" y="601"/>
                    </a:lnTo>
                    <a:lnTo>
                      <a:pt x="443" y="489"/>
                    </a:lnTo>
                    <a:lnTo>
                      <a:pt x="651" y="763"/>
                    </a:lnTo>
                    <a:lnTo>
                      <a:pt x="900" y="763"/>
                    </a:lnTo>
                    <a:lnTo>
                      <a:pt x="506" y="248"/>
                    </a:lnTo>
                    <a:lnTo>
                      <a:pt x="705" y="248"/>
                    </a:ln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414141"/>
                  </a:solidFill>
                  <a:latin typeface="Arial"/>
                </a:endParaRPr>
              </a:p>
            </p:txBody>
          </p:sp>
          <p:sp>
            <p:nvSpPr>
              <p:cNvPr id="96" name="Freeform 23">
                <a:extLst>
                  <a:ext uri="{FF2B5EF4-FFF2-40B4-BE49-F238E27FC236}">
                    <a16:creationId xmlns:a16="http://schemas.microsoft.com/office/drawing/2014/main" id="{8B058DAF-A4AE-4B2A-B3C5-A25B06C1FD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5500" y="4010025"/>
                <a:ext cx="176213" cy="111125"/>
              </a:xfrm>
              <a:custGeom>
                <a:avLst/>
                <a:gdLst>
                  <a:gd name="T0" fmla="*/ 224 w 490"/>
                  <a:gd name="T1" fmla="*/ 307 h 308"/>
                  <a:gd name="T2" fmla="*/ 0 w 490"/>
                  <a:gd name="T3" fmla="*/ 307 h 308"/>
                  <a:gd name="T4" fmla="*/ 269 w 490"/>
                  <a:gd name="T5" fmla="*/ 0 h 308"/>
                  <a:gd name="T6" fmla="*/ 489 w 490"/>
                  <a:gd name="T7" fmla="*/ 0 h 308"/>
                  <a:gd name="T8" fmla="*/ 224 w 490"/>
                  <a:gd name="T9" fmla="*/ 307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0" h="308">
                    <a:moveTo>
                      <a:pt x="224" y="307"/>
                    </a:moveTo>
                    <a:lnTo>
                      <a:pt x="0" y="307"/>
                    </a:lnTo>
                    <a:lnTo>
                      <a:pt x="269" y="0"/>
                    </a:lnTo>
                    <a:lnTo>
                      <a:pt x="489" y="0"/>
                    </a:lnTo>
                    <a:lnTo>
                      <a:pt x="224" y="307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414141"/>
                  </a:solidFill>
                  <a:latin typeface="Arial"/>
                </a:endParaRPr>
              </a:p>
            </p:txBody>
          </p:sp>
        </p:grp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F59621F4-3A82-405C-8AFD-E9C9E43CF129}"/>
                </a:ext>
              </a:extLst>
            </p:cNvPr>
            <p:cNvSpPr txBox="1"/>
            <p:nvPr userDrawn="1"/>
          </p:nvSpPr>
          <p:spPr>
            <a:xfrm>
              <a:off x="6641794" y="4911221"/>
              <a:ext cx="24625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kern="1200" dirty="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rPr>
                <a:t>© Hitachi Vantara LLC 2021. All Rights Reserved.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78348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FF32021-29D2-9C47-8045-974010C91D87}"/>
              </a:ext>
            </a:extLst>
          </p:cNvPr>
          <p:cNvGrpSpPr/>
          <p:nvPr userDrawn="1"/>
        </p:nvGrpSpPr>
        <p:grpSpPr>
          <a:xfrm>
            <a:off x="3220799" y="2167157"/>
            <a:ext cx="2702403" cy="772379"/>
            <a:chOff x="2751138" y="3262313"/>
            <a:chExt cx="4665662" cy="1333500"/>
          </a:xfrm>
          <a:solidFill>
            <a:schemeClr val="tx2"/>
          </a:solidFill>
        </p:grpSpPr>
        <p:sp>
          <p:nvSpPr>
            <p:cNvPr id="7" name="Freeform 1">
              <a:extLst>
                <a:ext uri="{FF2B5EF4-FFF2-40B4-BE49-F238E27FC236}">
                  <a16:creationId xmlns:a16="http://schemas.microsoft.com/office/drawing/2014/main" id="{83CE6286-25E3-5C4E-A402-875F996A19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0138" y="3275013"/>
              <a:ext cx="673100" cy="631825"/>
            </a:xfrm>
            <a:custGeom>
              <a:avLst/>
              <a:gdLst>
                <a:gd name="T0" fmla="*/ 465 w 1868"/>
                <a:gd name="T1" fmla="*/ 0 h 1755"/>
                <a:gd name="T2" fmla="*/ 465 w 1868"/>
                <a:gd name="T3" fmla="*/ 700 h 1755"/>
                <a:gd name="T4" fmla="*/ 1402 w 1868"/>
                <a:gd name="T5" fmla="*/ 700 h 1755"/>
                <a:gd name="T6" fmla="*/ 1402 w 1868"/>
                <a:gd name="T7" fmla="*/ 0 h 1755"/>
                <a:gd name="T8" fmla="*/ 1867 w 1868"/>
                <a:gd name="T9" fmla="*/ 0 h 1755"/>
                <a:gd name="T10" fmla="*/ 1867 w 1868"/>
                <a:gd name="T11" fmla="*/ 1754 h 1755"/>
                <a:gd name="T12" fmla="*/ 1402 w 1868"/>
                <a:gd name="T13" fmla="*/ 1754 h 1755"/>
                <a:gd name="T14" fmla="*/ 1402 w 1868"/>
                <a:gd name="T15" fmla="*/ 983 h 1755"/>
                <a:gd name="T16" fmla="*/ 465 w 1868"/>
                <a:gd name="T17" fmla="*/ 983 h 1755"/>
                <a:gd name="T18" fmla="*/ 465 w 1868"/>
                <a:gd name="T19" fmla="*/ 1754 h 1755"/>
                <a:gd name="T20" fmla="*/ 0 w 1868"/>
                <a:gd name="T21" fmla="*/ 1754 h 1755"/>
                <a:gd name="T22" fmla="*/ 0 w 1868"/>
                <a:gd name="T23" fmla="*/ 0 h 1755"/>
                <a:gd name="T24" fmla="*/ 465 w 1868"/>
                <a:gd name="T25" fmla="*/ 0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68" h="1755">
                  <a:moveTo>
                    <a:pt x="465" y="0"/>
                  </a:moveTo>
                  <a:cubicBezTo>
                    <a:pt x="465" y="0"/>
                    <a:pt x="465" y="705"/>
                    <a:pt x="465" y="700"/>
                  </a:cubicBezTo>
                  <a:lnTo>
                    <a:pt x="1402" y="700"/>
                  </a:lnTo>
                  <a:cubicBezTo>
                    <a:pt x="1402" y="705"/>
                    <a:pt x="1402" y="0"/>
                    <a:pt x="1402" y="0"/>
                  </a:cubicBezTo>
                  <a:cubicBezTo>
                    <a:pt x="1402" y="0"/>
                    <a:pt x="1863" y="0"/>
                    <a:pt x="1867" y="0"/>
                  </a:cubicBezTo>
                  <a:cubicBezTo>
                    <a:pt x="1867" y="0"/>
                    <a:pt x="1867" y="1750"/>
                    <a:pt x="1867" y="1754"/>
                  </a:cubicBezTo>
                  <a:lnTo>
                    <a:pt x="1402" y="1754"/>
                  </a:lnTo>
                  <a:cubicBezTo>
                    <a:pt x="1402" y="1754"/>
                    <a:pt x="1402" y="987"/>
                    <a:pt x="1402" y="983"/>
                  </a:cubicBezTo>
                  <a:cubicBezTo>
                    <a:pt x="1402" y="987"/>
                    <a:pt x="465" y="983"/>
                    <a:pt x="465" y="983"/>
                  </a:cubicBezTo>
                  <a:cubicBezTo>
                    <a:pt x="465" y="987"/>
                    <a:pt x="465" y="1754"/>
                    <a:pt x="465" y="1754"/>
                  </a:cubicBezTo>
                  <a:lnTo>
                    <a:pt x="0" y="1754"/>
                  </a:lnTo>
                  <a:cubicBezTo>
                    <a:pt x="0" y="1754"/>
                    <a:pt x="4" y="0"/>
                    <a:pt x="0" y="0"/>
                  </a:cubicBezTo>
                  <a:lnTo>
                    <a:pt x="46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8" name="Freeform 2">
              <a:extLst>
                <a:ext uri="{FF2B5EF4-FFF2-40B4-BE49-F238E27FC236}">
                  <a16:creationId xmlns:a16="http://schemas.microsoft.com/office/drawing/2014/main" id="{2EC2A32F-DAB4-A34C-BECE-3159FE0ED2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3050" y="3275013"/>
              <a:ext cx="677863" cy="631825"/>
            </a:xfrm>
            <a:custGeom>
              <a:avLst/>
              <a:gdLst>
                <a:gd name="T0" fmla="*/ 1883 w 1884"/>
                <a:gd name="T1" fmla="*/ 0 h 1755"/>
                <a:gd name="T2" fmla="*/ 1883 w 1884"/>
                <a:gd name="T3" fmla="*/ 298 h 1755"/>
                <a:gd name="T4" fmla="*/ 1174 w 1884"/>
                <a:gd name="T5" fmla="*/ 298 h 1755"/>
                <a:gd name="T6" fmla="*/ 1174 w 1884"/>
                <a:gd name="T7" fmla="*/ 1754 h 1755"/>
                <a:gd name="T8" fmla="*/ 709 w 1884"/>
                <a:gd name="T9" fmla="*/ 1754 h 1755"/>
                <a:gd name="T10" fmla="*/ 709 w 1884"/>
                <a:gd name="T11" fmla="*/ 298 h 1755"/>
                <a:gd name="T12" fmla="*/ 0 w 1884"/>
                <a:gd name="T13" fmla="*/ 298 h 1755"/>
                <a:gd name="T14" fmla="*/ 0 w 1884"/>
                <a:gd name="T15" fmla="*/ 0 h 1755"/>
                <a:gd name="T16" fmla="*/ 1883 w 1884"/>
                <a:gd name="T17" fmla="*/ 0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84" h="1755">
                  <a:moveTo>
                    <a:pt x="1883" y="0"/>
                  </a:moveTo>
                  <a:cubicBezTo>
                    <a:pt x="1883" y="4"/>
                    <a:pt x="1883" y="298"/>
                    <a:pt x="1883" y="298"/>
                  </a:cubicBezTo>
                  <a:lnTo>
                    <a:pt x="1174" y="298"/>
                  </a:lnTo>
                  <a:lnTo>
                    <a:pt x="1174" y="1754"/>
                  </a:lnTo>
                  <a:lnTo>
                    <a:pt x="709" y="1754"/>
                  </a:lnTo>
                  <a:lnTo>
                    <a:pt x="709" y="298"/>
                  </a:lnTo>
                  <a:lnTo>
                    <a:pt x="0" y="298"/>
                  </a:lnTo>
                  <a:lnTo>
                    <a:pt x="0" y="0"/>
                  </a:lnTo>
                  <a:lnTo>
                    <a:pt x="1883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CFABE890-91A1-A04E-9227-E7CB6243BC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4863" y="3275013"/>
              <a:ext cx="796925" cy="631825"/>
            </a:xfrm>
            <a:custGeom>
              <a:avLst/>
              <a:gdLst>
                <a:gd name="T0" fmla="*/ 2214 w 2215"/>
                <a:gd name="T1" fmla="*/ 1754 h 1755"/>
                <a:gd name="T2" fmla="*/ 1695 w 2215"/>
                <a:gd name="T3" fmla="*/ 1754 h 1755"/>
                <a:gd name="T4" fmla="*/ 1542 w 2215"/>
                <a:gd name="T5" fmla="*/ 1377 h 1755"/>
                <a:gd name="T6" fmla="*/ 672 w 2215"/>
                <a:gd name="T7" fmla="*/ 1377 h 1755"/>
                <a:gd name="T8" fmla="*/ 518 w 2215"/>
                <a:gd name="T9" fmla="*/ 1754 h 1755"/>
                <a:gd name="T10" fmla="*/ 0 w 2215"/>
                <a:gd name="T11" fmla="*/ 1754 h 1755"/>
                <a:gd name="T12" fmla="*/ 825 w 2215"/>
                <a:gd name="T13" fmla="*/ 0 h 1755"/>
                <a:gd name="T14" fmla="*/ 1392 w 2215"/>
                <a:gd name="T15" fmla="*/ 0 h 1755"/>
                <a:gd name="T16" fmla="*/ 2214 w 2215"/>
                <a:gd name="T17" fmla="*/ 1754 h 1755"/>
                <a:gd name="T18" fmla="*/ 788 w 2215"/>
                <a:gd name="T19" fmla="*/ 1095 h 1755"/>
                <a:gd name="T20" fmla="*/ 1434 w 2215"/>
                <a:gd name="T21" fmla="*/ 1095 h 1755"/>
                <a:gd name="T22" fmla="*/ 1107 w 2215"/>
                <a:gd name="T23" fmla="*/ 298 h 1755"/>
                <a:gd name="T24" fmla="*/ 788 w 2215"/>
                <a:gd name="T25" fmla="*/ 1095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15" h="1755">
                  <a:moveTo>
                    <a:pt x="2214" y="1754"/>
                  </a:moveTo>
                  <a:cubicBezTo>
                    <a:pt x="2214" y="1754"/>
                    <a:pt x="1691" y="1754"/>
                    <a:pt x="1695" y="1754"/>
                  </a:cubicBezTo>
                  <a:lnTo>
                    <a:pt x="1542" y="1377"/>
                  </a:lnTo>
                  <a:lnTo>
                    <a:pt x="672" y="1377"/>
                  </a:lnTo>
                  <a:cubicBezTo>
                    <a:pt x="672" y="1377"/>
                    <a:pt x="522" y="1754"/>
                    <a:pt x="518" y="1754"/>
                  </a:cubicBezTo>
                  <a:lnTo>
                    <a:pt x="0" y="1754"/>
                  </a:lnTo>
                  <a:lnTo>
                    <a:pt x="825" y="0"/>
                  </a:lnTo>
                  <a:lnTo>
                    <a:pt x="1392" y="0"/>
                  </a:lnTo>
                  <a:lnTo>
                    <a:pt x="2214" y="1754"/>
                  </a:lnTo>
                  <a:close/>
                  <a:moveTo>
                    <a:pt x="788" y="1095"/>
                  </a:moveTo>
                  <a:lnTo>
                    <a:pt x="1434" y="1095"/>
                  </a:lnTo>
                  <a:lnTo>
                    <a:pt x="1107" y="298"/>
                  </a:lnTo>
                  <a:lnTo>
                    <a:pt x="788" y="1095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10" name="Freeform 4">
              <a:extLst>
                <a:ext uri="{FF2B5EF4-FFF2-40B4-BE49-F238E27FC236}">
                  <a16:creationId xmlns:a16="http://schemas.microsoft.com/office/drawing/2014/main" id="{8E064252-4A22-6A4E-8BBD-75A62A08BA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85000" y="3275013"/>
              <a:ext cx="166688" cy="631825"/>
            </a:xfrm>
            <a:custGeom>
              <a:avLst/>
              <a:gdLst>
                <a:gd name="T0" fmla="*/ 232 w 465"/>
                <a:gd name="T1" fmla="*/ 1754 h 1755"/>
                <a:gd name="T2" fmla="*/ 0 w 465"/>
                <a:gd name="T3" fmla="*/ 1754 h 1755"/>
                <a:gd name="T4" fmla="*/ 0 w 465"/>
                <a:gd name="T5" fmla="*/ 0 h 1755"/>
                <a:gd name="T6" fmla="*/ 464 w 465"/>
                <a:gd name="T7" fmla="*/ 0 h 1755"/>
                <a:gd name="T8" fmla="*/ 464 w 465"/>
                <a:gd name="T9" fmla="*/ 1754 h 1755"/>
                <a:gd name="T10" fmla="*/ 232 w 465"/>
                <a:gd name="T11" fmla="*/ 1754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5" h="1755">
                  <a:moveTo>
                    <a:pt x="232" y="1754"/>
                  </a:moveTo>
                  <a:lnTo>
                    <a:pt x="0" y="1754"/>
                  </a:lnTo>
                  <a:lnTo>
                    <a:pt x="0" y="0"/>
                  </a:lnTo>
                  <a:lnTo>
                    <a:pt x="464" y="0"/>
                  </a:lnTo>
                  <a:lnTo>
                    <a:pt x="464" y="1754"/>
                  </a:lnTo>
                  <a:lnTo>
                    <a:pt x="232" y="175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7108F8D7-9972-EC43-941C-8F985F4440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9588" y="3275013"/>
              <a:ext cx="673100" cy="631825"/>
            </a:xfrm>
            <a:custGeom>
              <a:avLst/>
              <a:gdLst>
                <a:gd name="T0" fmla="*/ 465 w 1868"/>
                <a:gd name="T1" fmla="*/ 0 h 1755"/>
                <a:gd name="T2" fmla="*/ 465 w 1868"/>
                <a:gd name="T3" fmla="*/ 700 h 1755"/>
                <a:gd name="T4" fmla="*/ 1402 w 1868"/>
                <a:gd name="T5" fmla="*/ 700 h 1755"/>
                <a:gd name="T6" fmla="*/ 1402 w 1868"/>
                <a:gd name="T7" fmla="*/ 0 h 1755"/>
                <a:gd name="T8" fmla="*/ 1867 w 1868"/>
                <a:gd name="T9" fmla="*/ 0 h 1755"/>
                <a:gd name="T10" fmla="*/ 1867 w 1868"/>
                <a:gd name="T11" fmla="*/ 1754 h 1755"/>
                <a:gd name="T12" fmla="*/ 1402 w 1868"/>
                <a:gd name="T13" fmla="*/ 1754 h 1755"/>
                <a:gd name="T14" fmla="*/ 1402 w 1868"/>
                <a:gd name="T15" fmla="*/ 983 h 1755"/>
                <a:gd name="T16" fmla="*/ 465 w 1868"/>
                <a:gd name="T17" fmla="*/ 983 h 1755"/>
                <a:gd name="T18" fmla="*/ 465 w 1868"/>
                <a:gd name="T19" fmla="*/ 1754 h 1755"/>
                <a:gd name="T20" fmla="*/ 0 w 1868"/>
                <a:gd name="T21" fmla="*/ 1754 h 1755"/>
                <a:gd name="T22" fmla="*/ 0 w 1868"/>
                <a:gd name="T23" fmla="*/ 0 h 1755"/>
                <a:gd name="T24" fmla="*/ 465 w 1868"/>
                <a:gd name="T25" fmla="*/ 0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68" h="1755">
                  <a:moveTo>
                    <a:pt x="465" y="0"/>
                  </a:moveTo>
                  <a:cubicBezTo>
                    <a:pt x="465" y="0"/>
                    <a:pt x="465" y="705"/>
                    <a:pt x="465" y="700"/>
                  </a:cubicBezTo>
                  <a:lnTo>
                    <a:pt x="1402" y="700"/>
                  </a:lnTo>
                  <a:cubicBezTo>
                    <a:pt x="1402" y="705"/>
                    <a:pt x="1402" y="0"/>
                    <a:pt x="1402" y="0"/>
                  </a:cubicBezTo>
                  <a:cubicBezTo>
                    <a:pt x="1402" y="0"/>
                    <a:pt x="1863" y="0"/>
                    <a:pt x="1867" y="0"/>
                  </a:cubicBezTo>
                  <a:cubicBezTo>
                    <a:pt x="1867" y="0"/>
                    <a:pt x="1867" y="1750"/>
                    <a:pt x="1867" y="1754"/>
                  </a:cubicBezTo>
                  <a:lnTo>
                    <a:pt x="1402" y="1754"/>
                  </a:lnTo>
                  <a:cubicBezTo>
                    <a:pt x="1402" y="1754"/>
                    <a:pt x="1402" y="987"/>
                    <a:pt x="1402" y="983"/>
                  </a:cubicBezTo>
                  <a:cubicBezTo>
                    <a:pt x="1402" y="987"/>
                    <a:pt x="465" y="983"/>
                    <a:pt x="465" y="983"/>
                  </a:cubicBezTo>
                  <a:cubicBezTo>
                    <a:pt x="465" y="987"/>
                    <a:pt x="465" y="1754"/>
                    <a:pt x="465" y="1754"/>
                  </a:cubicBezTo>
                  <a:lnTo>
                    <a:pt x="0" y="1754"/>
                  </a:lnTo>
                  <a:cubicBezTo>
                    <a:pt x="0" y="1754"/>
                    <a:pt x="5" y="0"/>
                    <a:pt x="0" y="0"/>
                  </a:cubicBezTo>
                  <a:lnTo>
                    <a:pt x="46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0D7BD6F-B44E-EF4C-83B8-E49C990AC5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4450" y="3275013"/>
              <a:ext cx="168275" cy="631825"/>
            </a:xfrm>
            <a:custGeom>
              <a:avLst/>
              <a:gdLst>
                <a:gd name="T0" fmla="*/ 233 w 466"/>
                <a:gd name="T1" fmla="*/ 1754 h 1755"/>
                <a:gd name="T2" fmla="*/ 0 w 466"/>
                <a:gd name="T3" fmla="*/ 1754 h 1755"/>
                <a:gd name="T4" fmla="*/ 0 w 466"/>
                <a:gd name="T5" fmla="*/ 0 h 1755"/>
                <a:gd name="T6" fmla="*/ 465 w 466"/>
                <a:gd name="T7" fmla="*/ 0 h 1755"/>
                <a:gd name="T8" fmla="*/ 465 w 466"/>
                <a:gd name="T9" fmla="*/ 1754 h 1755"/>
                <a:gd name="T10" fmla="*/ 233 w 466"/>
                <a:gd name="T11" fmla="*/ 1754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6" h="1755">
                  <a:moveTo>
                    <a:pt x="233" y="1754"/>
                  </a:moveTo>
                  <a:lnTo>
                    <a:pt x="0" y="1754"/>
                  </a:lnTo>
                  <a:lnTo>
                    <a:pt x="0" y="0"/>
                  </a:lnTo>
                  <a:lnTo>
                    <a:pt x="465" y="0"/>
                  </a:lnTo>
                  <a:lnTo>
                    <a:pt x="465" y="1754"/>
                  </a:lnTo>
                  <a:lnTo>
                    <a:pt x="233" y="175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E06C8074-B6A4-D343-A411-79AE8E570D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3213" y="3262313"/>
              <a:ext cx="715962" cy="663575"/>
            </a:xfrm>
            <a:custGeom>
              <a:avLst/>
              <a:gdLst>
                <a:gd name="T0" fmla="*/ 62 w 1988"/>
                <a:gd name="T1" fmla="*/ 1307 h 1842"/>
                <a:gd name="T2" fmla="*/ 0 w 1988"/>
                <a:gd name="T3" fmla="*/ 933 h 1842"/>
                <a:gd name="T4" fmla="*/ 120 w 1988"/>
                <a:gd name="T5" fmla="*/ 423 h 1842"/>
                <a:gd name="T6" fmla="*/ 518 w 1988"/>
                <a:gd name="T7" fmla="*/ 91 h 1842"/>
                <a:gd name="T8" fmla="*/ 1033 w 1988"/>
                <a:gd name="T9" fmla="*/ 0 h 1842"/>
                <a:gd name="T10" fmla="*/ 1618 w 1988"/>
                <a:gd name="T11" fmla="*/ 125 h 1842"/>
                <a:gd name="T12" fmla="*/ 1950 w 1988"/>
                <a:gd name="T13" fmla="*/ 531 h 1842"/>
                <a:gd name="T14" fmla="*/ 1966 w 1988"/>
                <a:gd name="T15" fmla="*/ 643 h 1842"/>
                <a:gd name="T16" fmla="*/ 1481 w 1988"/>
                <a:gd name="T17" fmla="*/ 643 h 1842"/>
                <a:gd name="T18" fmla="*/ 1456 w 1988"/>
                <a:gd name="T19" fmla="*/ 506 h 1842"/>
                <a:gd name="T20" fmla="*/ 1240 w 1988"/>
                <a:gd name="T21" fmla="*/ 303 h 1842"/>
                <a:gd name="T22" fmla="*/ 1037 w 1988"/>
                <a:gd name="T23" fmla="*/ 274 h 1842"/>
                <a:gd name="T24" fmla="*/ 809 w 1988"/>
                <a:gd name="T25" fmla="*/ 315 h 1842"/>
                <a:gd name="T26" fmla="*/ 556 w 1988"/>
                <a:gd name="T27" fmla="*/ 573 h 1842"/>
                <a:gd name="T28" fmla="*/ 494 w 1988"/>
                <a:gd name="T29" fmla="*/ 942 h 1842"/>
                <a:gd name="T30" fmla="*/ 539 w 1988"/>
                <a:gd name="T31" fmla="*/ 1249 h 1842"/>
                <a:gd name="T32" fmla="*/ 792 w 1988"/>
                <a:gd name="T33" fmla="*/ 1527 h 1842"/>
                <a:gd name="T34" fmla="*/ 1041 w 1988"/>
                <a:gd name="T35" fmla="*/ 1572 h 1842"/>
                <a:gd name="T36" fmla="*/ 1257 w 1988"/>
                <a:gd name="T37" fmla="*/ 1539 h 1842"/>
                <a:gd name="T38" fmla="*/ 1460 w 1988"/>
                <a:gd name="T39" fmla="*/ 1356 h 1842"/>
                <a:gd name="T40" fmla="*/ 1497 w 1988"/>
                <a:gd name="T41" fmla="*/ 1170 h 1842"/>
                <a:gd name="T42" fmla="*/ 1987 w 1988"/>
                <a:gd name="T43" fmla="*/ 1170 h 1842"/>
                <a:gd name="T44" fmla="*/ 1962 w 1988"/>
                <a:gd name="T45" fmla="*/ 1336 h 1842"/>
                <a:gd name="T46" fmla="*/ 1638 w 1988"/>
                <a:gd name="T47" fmla="*/ 1721 h 1842"/>
                <a:gd name="T48" fmla="*/ 1041 w 1988"/>
                <a:gd name="T49" fmla="*/ 1841 h 1842"/>
                <a:gd name="T50" fmla="*/ 568 w 1988"/>
                <a:gd name="T51" fmla="*/ 1771 h 1842"/>
                <a:gd name="T52" fmla="*/ 62 w 1988"/>
                <a:gd name="T53" fmla="*/ 1307 h 1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988" h="1842">
                  <a:moveTo>
                    <a:pt x="62" y="1307"/>
                  </a:moveTo>
                  <a:cubicBezTo>
                    <a:pt x="21" y="1191"/>
                    <a:pt x="0" y="1066"/>
                    <a:pt x="0" y="933"/>
                  </a:cubicBezTo>
                  <a:cubicBezTo>
                    <a:pt x="0" y="751"/>
                    <a:pt x="33" y="573"/>
                    <a:pt x="120" y="423"/>
                  </a:cubicBezTo>
                  <a:cubicBezTo>
                    <a:pt x="211" y="270"/>
                    <a:pt x="348" y="154"/>
                    <a:pt x="518" y="91"/>
                  </a:cubicBezTo>
                  <a:cubicBezTo>
                    <a:pt x="680" y="33"/>
                    <a:pt x="850" y="0"/>
                    <a:pt x="1033" y="0"/>
                  </a:cubicBezTo>
                  <a:cubicBezTo>
                    <a:pt x="1240" y="0"/>
                    <a:pt x="1439" y="46"/>
                    <a:pt x="1618" y="125"/>
                  </a:cubicBezTo>
                  <a:cubicBezTo>
                    <a:pt x="1784" y="195"/>
                    <a:pt x="1912" y="349"/>
                    <a:pt x="1950" y="531"/>
                  </a:cubicBezTo>
                  <a:cubicBezTo>
                    <a:pt x="1958" y="568"/>
                    <a:pt x="1962" y="606"/>
                    <a:pt x="1966" y="643"/>
                  </a:cubicBezTo>
                  <a:lnTo>
                    <a:pt x="1481" y="643"/>
                  </a:lnTo>
                  <a:cubicBezTo>
                    <a:pt x="1481" y="597"/>
                    <a:pt x="1472" y="552"/>
                    <a:pt x="1456" y="506"/>
                  </a:cubicBezTo>
                  <a:cubicBezTo>
                    <a:pt x="1419" y="411"/>
                    <a:pt x="1340" y="332"/>
                    <a:pt x="1240" y="303"/>
                  </a:cubicBezTo>
                  <a:cubicBezTo>
                    <a:pt x="1174" y="282"/>
                    <a:pt x="1107" y="274"/>
                    <a:pt x="1037" y="274"/>
                  </a:cubicBezTo>
                  <a:cubicBezTo>
                    <a:pt x="958" y="274"/>
                    <a:pt x="879" y="286"/>
                    <a:pt x="809" y="315"/>
                  </a:cubicBezTo>
                  <a:cubicBezTo>
                    <a:pt x="688" y="357"/>
                    <a:pt x="597" y="452"/>
                    <a:pt x="556" y="573"/>
                  </a:cubicBezTo>
                  <a:cubicBezTo>
                    <a:pt x="514" y="689"/>
                    <a:pt x="494" y="813"/>
                    <a:pt x="494" y="942"/>
                  </a:cubicBezTo>
                  <a:cubicBezTo>
                    <a:pt x="494" y="1050"/>
                    <a:pt x="510" y="1153"/>
                    <a:pt x="539" y="1249"/>
                  </a:cubicBezTo>
                  <a:cubicBezTo>
                    <a:pt x="572" y="1377"/>
                    <a:pt x="672" y="1481"/>
                    <a:pt x="792" y="1527"/>
                  </a:cubicBezTo>
                  <a:cubicBezTo>
                    <a:pt x="871" y="1556"/>
                    <a:pt x="954" y="1572"/>
                    <a:pt x="1041" y="1572"/>
                  </a:cubicBezTo>
                  <a:cubicBezTo>
                    <a:pt x="1116" y="1572"/>
                    <a:pt x="1186" y="1560"/>
                    <a:pt x="1257" y="1539"/>
                  </a:cubicBezTo>
                  <a:cubicBezTo>
                    <a:pt x="1348" y="1510"/>
                    <a:pt x="1423" y="1444"/>
                    <a:pt x="1460" y="1356"/>
                  </a:cubicBezTo>
                  <a:cubicBezTo>
                    <a:pt x="1485" y="1298"/>
                    <a:pt x="1497" y="1236"/>
                    <a:pt x="1497" y="1170"/>
                  </a:cubicBezTo>
                  <a:lnTo>
                    <a:pt x="1987" y="1170"/>
                  </a:lnTo>
                  <a:cubicBezTo>
                    <a:pt x="1983" y="1228"/>
                    <a:pt x="1974" y="1282"/>
                    <a:pt x="1962" y="1336"/>
                  </a:cubicBezTo>
                  <a:cubicBezTo>
                    <a:pt x="1920" y="1510"/>
                    <a:pt x="1800" y="1655"/>
                    <a:pt x="1638" y="1721"/>
                  </a:cubicBezTo>
                  <a:cubicBezTo>
                    <a:pt x="1456" y="1800"/>
                    <a:pt x="1253" y="1841"/>
                    <a:pt x="1041" y="1841"/>
                  </a:cubicBezTo>
                  <a:cubicBezTo>
                    <a:pt x="875" y="1841"/>
                    <a:pt x="718" y="1817"/>
                    <a:pt x="568" y="1771"/>
                  </a:cubicBezTo>
                  <a:cubicBezTo>
                    <a:pt x="336" y="1692"/>
                    <a:pt x="137" y="1527"/>
                    <a:pt x="62" y="1307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1E4F36FC-5229-474D-A767-FDC5532A65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1138" y="4083050"/>
              <a:ext cx="153987" cy="398463"/>
            </a:xfrm>
            <a:custGeom>
              <a:avLst/>
              <a:gdLst>
                <a:gd name="T0" fmla="*/ 415 w 428"/>
                <a:gd name="T1" fmla="*/ 0 h 1109"/>
                <a:gd name="T2" fmla="*/ 0 w 428"/>
                <a:gd name="T3" fmla="*/ 38 h 1109"/>
                <a:gd name="T4" fmla="*/ 0 w 428"/>
                <a:gd name="T5" fmla="*/ 100 h 1109"/>
                <a:gd name="T6" fmla="*/ 12 w 428"/>
                <a:gd name="T7" fmla="*/ 100 h 1109"/>
                <a:gd name="T8" fmla="*/ 178 w 428"/>
                <a:gd name="T9" fmla="*/ 241 h 1109"/>
                <a:gd name="T10" fmla="*/ 178 w 428"/>
                <a:gd name="T11" fmla="*/ 1108 h 1109"/>
                <a:gd name="T12" fmla="*/ 427 w 428"/>
                <a:gd name="T13" fmla="*/ 1108 h 1109"/>
                <a:gd name="T14" fmla="*/ 427 w 428"/>
                <a:gd name="T15" fmla="*/ 0 h 1109"/>
                <a:gd name="T16" fmla="*/ 415 w 428"/>
                <a:gd name="T17" fmla="*/ 0 h 1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8" h="1109">
                  <a:moveTo>
                    <a:pt x="415" y="0"/>
                  </a:moveTo>
                  <a:lnTo>
                    <a:pt x="0" y="38"/>
                  </a:lnTo>
                  <a:lnTo>
                    <a:pt x="0" y="100"/>
                  </a:lnTo>
                  <a:lnTo>
                    <a:pt x="12" y="100"/>
                  </a:lnTo>
                  <a:cubicBezTo>
                    <a:pt x="178" y="121"/>
                    <a:pt x="178" y="121"/>
                    <a:pt x="178" y="241"/>
                  </a:cubicBezTo>
                  <a:lnTo>
                    <a:pt x="178" y="1108"/>
                  </a:lnTo>
                  <a:lnTo>
                    <a:pt x="427" y="1108"/>
                  </a:lnTo>
                  <a:lnTo>
                    <a:pt x="427" y="0"/>
                  </a:lnTo>
                  <a:lnTo>
                    <a:pt x="41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BA860B57-E95B-4342-A506-9A42E1803E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6088" y="4198938"/>
              <a:ext cx="315912" cy="282575"/>
            </a:xfrm>
            <a:custGeom>
              <a:avLst/>
              <a:gdLst>
                <a:gd name="T0" fmla="*/ 643 w 876"/>
                <a:gd name="T1" fmla="*/ 4 h 785"/>
                <a:gd name="T2" fmla="*/ 353 w 876"/>
                <a:gd name="T3" fmla="*/ 170 h 785"/>
                <a:gd name="T4" fmla="*/ 353 w 876"/>
                <a:gd name="T5" fmla="*/ 0 h 785"/>
                <a:gd name="T6" fmla="*/ 336 w 876"/>
                <a:gd name="T7" fmla="*/ 4 h 785"/>
                <a:gd name="T8" fmla="*/ 0 w 876"/>
                <a:gd name="T9" fmla="*/ 58 h 785"/>
                <a:gd name="T10" fmla="*/ 0 w 876"/>
                <a:gd name="T11" fmla="*/ 116 h 785"/>
                <a:gd name="T12" fmla="*/ 17 w 876"/>
                <a:gd name="T13" fmla="*/ 116 h 785"/>
                <a:gd name="T14" fmla="*/ 145 w 876"/>
                <a:gd name="T15" fmla="*/ 240 h 785"/>
                <a:gd name="T16" fmla="*/ 145 w 876"/>
                <a:gd name="T17" fmla="*/ 784 h 785"/>
                <a:gd name="T18" fmla="*/ 353 w 876"/>
                <a:gd name="T19" fmla="*/ 784 h 785"/>
                <a:gd name="T20" fmla="*/ 353 w 876"/>
                <a:gd name="T21" fmla="*/ 386 h 785"/>
                <a:gd name="T22" fmla="*/ 560 w 876"/>
                <a:gd name="T23" fmla="*/ 141 h 785"/>
                <a:gd name="T24" fmla="*/ 664 w 876"/>
                <a:gd name="T25" fmla="*/ 361 h 785"/>
                <a:gd name="T26" fmla="*/ 664 w 876"/>
                <a:gd name="T27" fmla="*/ 784 h 785"/>
                <a:gd name="T28" fmla="*/ 871 w 876"/>
                <a:gd name="T29" fmla="*/ 784 h 785"/>
                <a:gd name="T30" fmla="*/ 871 w 876"/>
                <a:gd name="T31" fmla="*/ 240 h 785"/>
                <a:gd name="T32" fmla="*/ 643 w 876"/>
                <a:gd name="T33" fmla="*/ 4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6" h="785">
                  <a:moveTo>
                    <a:pt x="643" y="4"/>
                  </a:moveTo>
                  <a:cubicBezTo>
                    <a:pt x="490" y="4"/>
                    <a:pt x="398" y="108"/>
                    <a:pt x="353" y="170"/>
                  </a:cubicBezTo>
                  <a:cubicBezTo>
                    <a:pt x="353" y="112"/>
                    <a:pt x="353" y="0"/>
                    <a:pt x="353" y="0"/>
                  </a:cubicBezTo>
                  <a:lnTo>
                    <a:pt x="336" y="4"/>
                  </a:lnTo>
                  <a:lnTo>
                    <a:pt x="0" y="58"/>
                  </a:lnTo>
                  <a:lnTo>
                    <a:pt x="0" y="116"/>
                  </a:lnTo>
                  <a:lnTo>
                    <a:pt x="17" y="116"/>
                  </a:lnTo>
                  <a:cubicBezTo>
                    <a:pt x="124" y="120"/>
                    <a:pt x="145" y="141"/>
                    <a:pt x="145" y="240"/>
                  </a:cubicBezTo>
                  <a:lnTo>
                    <a:pt x="145" y="784"/>
                  </a:lnTo>
                  <a:lnTo>
                    <a:pt x="353" y="784"/>
                  </a:lnTo>
                  <a:lnTo>
                    <a:pt x="353" y="386"/>
                  </a:lnTo>
                  <a:cubicBezTo>
                    <a:pt x="353" y="278"/>
                    <a:pt x="452" y="141"/>
                    <a:pt x="560" y="141"/>
                  </a:cubicBezTo>
                  <a:cubicBezTo>
                    <a:pt x="660" y="141"/>
                    <a:pt x="664" y="224"/>
                    <a:pt x="664" y="361"/>
                  </a:cubicBezTo>
                  <a:lnTo>
                    <a:pt x="664" y="784"/>
                  </a:lnTo>
                  <a:lnTo>
                    <a:pt x="871" y="784"/>
                  </a:lnTo>
                  <a:lnTo>
                    <a:pt x="871" y="240"/>
                  </a:lnTo>
                  <a:cubicBezTo>
                    <a:pt x="875" y="87"/>
                    <a:pt x="792" y="4"/>
                    <a:pt x="643" y="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897D6BB8-A7EC-C84A-8F10-580F991CAD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6138" y="4200525"/>
              <a:ext cx="212725" cy="288925"/>
            </a:xfrm>
            <a:custGeom>
              <a:avLst/>
              <a:gdLst>
                <a:gd name="T0" fmla="*/ 348 w 590"/>
                <a:gd name="T1" fmla="*/ 303 h 802"/>
                <a:gd name="T2" fmla="*/ 195 w 590"/>
                <a:gd name="T3" fmla="*/ 170 h 802"/>
                <a:gd name="T4" fmla="*/ 307 w 590"/>
                <a:gd name="T5" fmla="*/ 100 h 802"/>
                <a:gd name="T6" fmla="*/ 502 w 590"/>
                <a:gd name="T7" fmla="*/ 166 h 802"/>
                <a:gd name="T8" fmla="*/ 535 w 590"/>
                <a:gd name="T9" fmla="*/ 187 h 802"/>
                <a:gd name="T10" fmla="*/ 535 w 590"/>
                <a:gd name="T11" fmla="*/ 162 h 802"/>
                <a:gd name="T12" fmla="*/ 535 w 590"/>
                <a:gd name="T13" fmla="*/ 33 h 802"/>
                <a:gd name="T14" fmla="*/ 506 w 590"/>
                <a:gd name="T15" fmla="*/ 25 h 802"/>
                <a:gd name="T16" fmla="*/ 315 w 590"/>
                <a:gd name="T17" fmla="*/ 0 h 802"/>
                <a:gd name="T18" fmla="*/ 0 w 590"/>
                <a:gd name="T19" fmla="*/ 224 h 802"/>
                <a:gd name="T20" fmla="*/ 228 w 590"/>
                <a:gd name="T21" fmla="*/ 465 h 802"/>
                <a:gd name="T22" fmla="*/ 390 w 590"/>
                <a:gd name="T23" fmla="*/ 606 h 802"/>
                <a:gd name="T24" fmla="*/ 249 w 590"/>
                <a:gd name="T25" fmla="*/ 697 h 802"/>
                <a:gd name="T26" fmla="*/ 20 w 590"/>
                <a:gd name="T27" fmla="*/ 618 h 802"/>
                <a:gd name="T28" fmla="*/ 0 w 590"/>
                <a:gd name="T29" fmla="*/ 606 h 802"/>
                <a:gd name="T30" fmla="*/ 0 w 590"/>
                <a:gd name="T31" fmla="*/ 767 h 802"/>
                <a:gd name="T32" fmla="*/ 16 w 590"/>
                <a:gd name="T33" fmla="*/ 771 h 802"/>
                <a:gd name="T34" fmla="*/ 244 w 590"/>
                <a:gd name="T35" fmla="*/ 801 h 802"/>
                <a:gd name="T36" fmla="*/ 580 w 590"/>
                <a:gd name="T37" fmla="*/ 568 h 802"/>
                <a:gd name="T38" fmla="*/ 348 w 590"/>
                <a:gd name="T39" fmla="*/ 303 h 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90" h="802">
                  <a:moveTo>
                    <a:pt x="348" y="303"/>
                  </a:moveTo>
                  <a:cubicBezTo>
                    <a:pt x="265" y="261"/>
                    <a:pt x="195" y="228"/>
                    <a:pt x="195" y="170"/>
                  </a:cubicBezTo>
                  <a:cubicBezTo>
                    <a:pt x="195" y="104"/>
                    <a:pt x="274" y="100"/>
                    <a:pt x="307" y="100"/>
                  </a:cubicBezTo>
                  <a:cubicBezTo>
                    <a:pt x="394" y="100"/>
                    <a:pt x="468" y="145"/>
                    <a:pt x="502" y="166"/>
                  </a:cubicBezTo>
                  <a:lnTo>
                    <a:pt x="535" y="187"/>
                  </a:lnTo>
                  <a:lnTo>
                    <a:pt x="535" y="162"/>
                  </a:lnTo>
                  <a:lnTo>
                    <a:pt x="535" y="33"/>
                  </a:lnTo>
                  <a:lnTo>
                    <a:pt x="506" y="25"/>
                  </a:lnTo>
                  <a:cubicBezTo>
                    <a:pt x="468" y="17"/>
                    <a:pt x="398" y="0"/>
                    <a:pt x="315" y="0"/>
                  </a:cubicBezTo>
                  <a:cubicBezTo>
                    <a:pt x="120" y="0"/>
                    <a:pt x="0" y="83"/>
                    <a:pt x="0" y="224"/>
                  </a:cubicBezTo>
                  <a:cubicBezTo>
                    <a:pt x="0" y="353"/>
                    <a:pt x="124" y="411"/>
                    <a:pt x="228" y="465"/>
                  </a:cubicBezTo>
                  <a:cubicBezTo>
                    <a:pt x="311" y="506"/>
                    <a:pt x="390" y="543"/>
                    <a:pt x="390" y="606"/>
                  </a:cubicBezTo>
                  <a:cubicBezTo>
                    <a:pt x="390" y="664"/>
                    <a:pt x="340" y="697"/>
                    <a:pt x="249" y="697"/>
                  </a:cubicBezTo>
                  <a:cubicBezTo>
                    <a:pt x="149" y="697"/>
                    <a:pt x="70" y="647"/>
                    <a:pt x="20" y="618"/>
                  </a:cubicBezTo>
                  <a:lnTo>
                    <a:pt x="0" y="606"/>
                  </a:lnTo>
                  <a:lnTo>
                    <a:pt x="0" y="767"/>
                  </a:lnTo>
                  <a:lnTo>
                    <a:pt x="16" y="771"/>
                  </a:lnTo>
                  <a:cubicBezTo>
                    <a:pt x="58" y="780"/>
                    <a:pt x="137" y="801"/>
                    <a:pt x="244" y="801"/>
                  </a:cubicBezTo>
                  <a:cubicBezTo>
                    <a:pt x="456" y="801"/>
                    <a:pt x="580" y="713"/>
                    <a:pt x="580" y="568"/>
                  </a:cubicBezTo>
                  <a:cubicBezTo>
                    <a:pt x="589" y="419"/>
                    <a:pt x="460" y="357"/>
                    <a:pt x="348" y="303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3253D0BF-D0CA-294A-87A8-6172CE8128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5375" y="4198938"/>
              <a:ext cx="325438" cy="396875"/>
            </a:xfrm>
            <a:custGeom>
              <a:avLst/>
              <a:gdLst>
                <a:gd name="T0" fmla="*/ 577 w 906"/>
                <a:gd name="T1" fmla="*/ 4 h 1104"/>
                <a:gd name="T2" fmla="*/ 357 w 906"/>
                <a:gd name="T3" fmla="*/ 112 h 1104"/>
                <a:gd name="T4" fmla="*/ 357 w 906"/>
                <a:gd name="T5" fmla="*/ 0 h 1104"/>
                <a:gd name="T6" fmla="*/ 336 w 906"/>
                <a:gd name="T7" fmla="*/ 4 h 1104"/>
                <a:gd name="T8" fmla="*/ 0 w 906"/>
                <a:gd name="T9" fmla="*/ 58 h 1104"/>
                <a:gd name="T10" fmla="*/ 0 w 906"/>
                <a:gd name="T11" fmla="*/ 116 h 1104"/>
                <a:gd name="T12" fmla="*/ 13 w 906"/>
                <a:gd name="T13" fmla="*/ 116 h 1104"/>
                <a:gd name="T14" fmla="*/ 137 w 906"/>
                <a:gd name="T15" fmla="*/ 240 h 1104"/>
                <a:gd name="T16" fmla="*/ 137 w 906"/>
                <a:gd name="T17" fmla="*/ 1103 h 1104"/>
                <a:gd name="T18" fmla="*/ 345 w 906"/>
                <a:gd name="T19" fmla="*/ 1103 h 1104"/>
                <a:gd name="T20" fmla="*/ 345 w 906"/>
                <a:gd name="T21" fmla="*/ 709 h 1104"/>
                <a:gd name="T22" fmla="*/ 560 w 906"/>
                <a:gd name="T23" fmla="*/ 800 h 1104"/>
                <a:gd name="T24" fmla="*/ 896 w 906"/>
                <a:gd name="T25" fmla="*/ 390 h 1104"/>
                <a:gd name="T26" fmla="*/ 577 w 906"/>
                <a:gd name="T27" fmla="*/ 4 h 1104"/>
                <a:gd name="T28" fmla="*/ 515 w 906"/>
                <a:gd name="T29" fmla="*/ 120 h 1104"/>
                <a:gd name="T30" fmla="*/ 672 w 906"/>
                <a:gd name="T31" fmla="*/ 394 h 1104"/>
                <a:gd name="T32" fmla="*/ 515 w 906"/>
                <a:gd name="T33" fmla="*/ 688 h 1104"/>
                <a:gd name="T34" fmla="*/ 349 w 906"/>
                <a:gd name="T35" fmla="*/ 456 h 1104"/>
                <a:gd name="T36" fmla="*/ 349 w 906"/>
                <a:gd name="T37" fmla="*/ 390 h 1104"/>
                <a:gd name="T38" fmla="*/ 515 w 906"/>
                <a:gd name="T39" fmla="*/ 120 h 1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06" h="1104">
                  <a:moveTo>
                    <a:pt x="577" y="4"/>
                  </a:moveTo>
                  <a:cubicBezTo>
                    <a:pt x="498" y="4"/>
                    <a:pt x="424" y="41"/>
                    <a:pt x="357" y="112"/>
                  </a:cubicBezTo>
                  <a:cubicBezTo>
                    <a:pt x="357" y="75"/>
                    <a:pt x="357" y="0"/>
                    <a:pt x="357" y="0"/>
                  </a:cubicBezTo>
                  <a:lnTo>
                    <a:pt x="336" y="4"/>
                  </a:lnTo>
                  <a:lnTo>
                    <a:pt x="0" y="58"/>
                  </a:lnTo>
                  <a:lnTo>
                    <a:pt x="0" y="116"/>
                  </a:lnTo>
                  <a:lnTo>
                    <a:pt x="13" y="116"/>
                  </a:lnTo>
                  <a:cubicBezTo>
                    <a:pt x="117" y="120"/>
                    <a:pt x="137" y="141"/>
                    <a:pt x="137" y="240"/>
                  </a:cubicBezTo>
                  <a:lnTo>
                    <a:pt x="137" y="1103"/>
                  </a:lnTo>
                  <a:lnTo>
                    <a:pt x="345" y="1103"/>
                  </a:lnTo>
                  <a:cubicBezTo>
                    <a:pt x="345" y="1103"/>
                    <a:pt x="345" y="775"/>
                    <a:pt x="345" y="709"/>
                  </a:cubicBezTo>
                  <a:cubicBezTo>
                    <a:pt x="382" y="755"/>
                    <a:pt x="444" y="800"/>
                    <a:pt x="560" y="800"/>
                  </a:cubicBezTo>
                  <a:cubicBezTo>
                    <a:pt x="780" y="800"/>
                    <a:pt x="896" y="659"/>
                    <a:pt x="896" y="390"/>
                  </a:cubicBezTo>
                  <a:cubicBezTo>
                    <a:pt x="905" y="145"/>
                    <a:pt x="784" y="4"/>
                    <a:pt x="577" y="4"/>
                  </a:cubicBezTo>
                  <a:close/>
                  <a:moveTo>
                    <a:pt x="515" y="120"/>
                  </a:moveTo>
                  <a:cubicBezTo>
                    <a:pt x="656" y="120"/>
                    <a:pt x="672" y="274"/>
                    <a:pt x="672" y="394"/>
                  </a:cubicBezTo>
                  <a:cubicBezTo>
                    <a:pt x="672" y="593"/>
                    <a:pt x="623" y="688"/>
                    <a:pt x="515" y="688"/>
                  </a:cubicBezTo>
                  <a:cubicBezTo>
                    <a:pt x="378" y="688"/>
                    <a:pt x="349" y="560"/>
                    <a:pt x="349" y="456"/>
                  </a:cubicBezTo>
                  <a:lnTo>
                    <a:pt x="349" y="390"/>
                  </a:lnTo>
                  <a:cubicBezTo>
                    <a:pt x="353" y="307"/>
                    <a:pt x="370" y="120"/>
                    <a:pt x="515" y="120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F9D6BD53-2FE1-CE44-92D5-50802875B2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3200" y="4198938"/>
              <a:ext cx="123825" cy="282575"/>
            </a:xfrm>
            <a:custGeom>
              <a:avLst/>
              <a:gdLst>
                <a:gd name="T0" fmla="*/ 0 w 345"/>
                <a:gd name="T1" fmla="*/ 58 h 785"/>
                <a:gd name="T2" fmla="*/ 0 w 345"/>
                <a:gd name="T3" fmla="*/ 116 h 785"/>
                <a:gd name="T4" fmla="*/ 12 w 345"/>
                <a:gd name="T5" fmla="*/ 116 h 785"/>
                <a:gd name="T6" fmla="*/ 137 w 345"/>
                <a:gd name="T7" fmla="*/ 240 h 785"/>
                <a:gd name="T8" fmla="*/ 137 w 345"/>
                <a:gd name="T9" fmla="*/ 784 h 785"/>
                <a:gd name="T10" fmla="*/ 344 w 345"/>
                <a:gd name="T11" fmla="*/ 784 h 785"/>
                <a:gd name="T12" fmla="*/ 344 w 345"/>
                <a:gd name="T13" fmla="*/ 0 h 785"/>
                <a:gd name="T14" fmla="*/ 328 w 345"/>
                <a:gd name="T15" fmla="*/ 4 h 785"/>
                <a:gd name="T16" fmla="*/ 0 w 345"/>
                <a:gd name="T17" fmla="*/ 58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5" h="785">
                  <a:moveTo>
                    <a:pt x="0" y="58"/>
                  </a:moveTo>
                  <a:lnTo>
                    <a:pt x="0" y="116"/>
                  </a:lnTo>
                  <a:lnTo>
                    <a:pt x="12" y="116"/>
                  </a:lnTo>
                  <a:cubicBezTo>
                    <a:pt x="116" y="120"/>
                    <a:pt x="137" y="141"/>
                    <a:pt x="137" y="240"/>
                  </a:cubicBezTo>
                  <a:lnTo>
                    <a:pt x="137" y="784"/>
                  </a:lnTo>
                  <a:lnTo>
                    <a:pt x="344" y="784"/>
                  </a:lnTo>
                  <a:lnTo>
                    <a:pt x="344" y="0"/>
                  </a:lnTo>
                  <a:lnTo>
                    <a:pt x="328" y="4"/>
                  </a:lnTo>
                  <a:lnTo>
                    <a:pt x="0" y="5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432EA4C5-D602-4148-99B5-0BF331DA5D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6063" y="4084638"/>
              <a:ext cx="93662" cy="82550"/>
            </a:xfrm>
            <a:custGeom>
              <a:avLst/>
              <a:gdLst>
                <a:gd name="T0" fmla="*/ 129 w 262"/>
                <a:gd name="T1" fmla="*/ 228 h 229"/>
                <a:gd name="T2" fmla="*/ 261 w 262"/>
                <a:gd name="T3" fmla="*/ 112 h 229"/>
                <a:gd name="T4" fmla="*/ 133 w 262"/>
                <a:gd name="T5" fmla="*/ 0 h 229"/>
                <a:gd name="T6" fmla="*/ 4 w 262"/>
                <a:gd name="T7" fmla="*/ 112 h 229"/>
                <a:gd name="T8" fmla="*/ 129 w 262"/>
                <a:gd name="T9" fmla="*/ 228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2" h="229">
                  <a:moveTo>
                    <a:pt x="129" y="228"/>
                  </a:moveTo>
                  <a:cubicBezTo>
                    <a:pt x="199" y="228"/>
                    <a:pt x="261" y="178"/>
                    <a:pt x="261" y="112"/>
                  </a:cubicBezTo>
                  <a:cubicBezTo>
                    <a:pt x="261" y="49"/>
                    <a:pt x="203" y="0"/>
                    <a:pt x="133" y="0"/>
                  </a:cubicBezTo>
                  <a:cubicBezTo>
                    <a:pt x="62" y="0"/>
                    <a:pt x="4" y="49"/>
                    <a:pt x="4" y="112"/>
                  </a:cubicBezTo>
                  <a:cubicBezTo>
                    <a:pt x="0" y="178"/>
                    <a:pt x="58" y="228"/>
                    <a:pt x="129" y="22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4FD60C1F-71C0-A243-9C31-2968452914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638" y="4200525"/>
              <a:ext cx="244475" cy="280988"/>
            </a:xfrm>
            <a:custGeom>
              <a:avLst/>
              <a:gdLst>
                <a:gd name="T0" fmla="*/ 676 w 677"/>
                <a:gd name="T1" fmla="*/ 174 h 781"/>
                <a:gd name="T2" fmla="*/ 676 w 677"/>
                <a:gd name="T3" fmla="*/ 12 h 781"/>
                <a:gd name="T4" fmla="*/ 663 w 677"/>
                <a:gd name="T5" fmla="*/ 12 h 781"/>
                <a:gd name="T6" fmla="*/ 564 w 677"/>
                <a:gd name="T7" fmla="*/ 4 h 781"/>
                <a:gd name="T8" fmla="*/ 348 w 677"/>
                <a:gd name="T9" fmla="*/ 158 h 781"/>
                <a:gd name="T10" fmla="*/ 348 w 677"/>
                <a:gd name="T11" fmla="*/ 0 h 781"/>
                <a:gd name="T12" fmla="*/ 331 w 677"/>
                <a:gd name="T13" fmla="*/ 0 h 781"/>
                <a:gd name="T14" fmla="*/ 0 w 677"/>
                <a:gd name="T15" fmla="*/ 54 h 781"/>
                <a:gd name="T16" fmla="*/ 0 w 677"/>
                <a:gd name="T17" fmla="*/ 112 h 781"/>
                <a:gd name="T18" fmla="*/ 12 w 677"/>
                <a:gd name="T19" fmla="*/ 112 h 781"/>
                <a:gd name="T20" fmla="*/ 141 w 677"/>
                <a:gd name="T21" fmla="*/ 236 h 781"/>
                <a:gd name="T22" fmla="*/ 141 w 677"/>
                <a:gd name="T23" fmla="*/ 780 h 781"/>
                <a:gd name="T24" fmla="*/ 348 w 677"/>
                <a:gd name="T25" fmla="*/ 780 h 781"/>
                <a:gd name="T26" fmla="*/ 348 w 677"/>
                <a:gd name="T27" fmla="*/ 390 h 781"/>
                <a:gd name="T28" fmla="*/ 568 w 677"/>
                <a:gd name="T29" fmla="*/ 170 h 781"/>
                <a:gd name="T30" fmla="*/ 643 w 677"/>
                <a:gd name="T31" fmla="*/ 183 h 781"/>
                <a:gd name="T32" fmla="*/ 676 w 677"/>
                <a:gd name="T33" fmla="*/ 191 h 781"/>
                <a:gd name="T34" fmla="*/ 676 w 677"/>
                <a:gd name="T35" fmla="*/ 174 h 7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77" h="781">
                  <a:moveTo>
                    <a:pt x="676" y="174"/>
                  </a:moveTo>
                  <a:lnTo>
                    <a:pt x="676" y="12"/>
                  </a:lnTo>
                  <a:lnTo>
                    <a:pt x="663" y="12"/>
                  </a:lnTo>
                  <a:cubicBezTo>
                    <a:pt x="630" y="8"/>
                    <a:pt x="593" y="4"/>
                    <a:pt x="564" y="4"/>
                  </a:cubicBezTo>
                  <a:cubicBezTo>
                    <a:pt x="443" y="4"/>
                    <a:pt x="381" y="91"/>
                    <a:pt x="348" y="158"/>
                  </a:cubicBezTo>
                  <a:cubicBezTo>
                    <a:pt x="348" y="95"/>
                    <a:pt x="348" y="0"/>
                    <a:pt x="348" y="0"/>
                  </a:cubicBezTo>
                  <a:lnTo>
                    <a:pt x="331" y="0"/>
                  </a:lnTo>
                  <a:lnTo>
                    <a:pt x="0" y="54"/>
                  </a:lnTo>
                  <a:lnTo>
                    <a:pt x="0" y="112"/>
                  </a:lnTo>
                  <a:lnTo>
                    <a:pt x="12" y="112"/>
                  </a:lnTo>
                  <a:cubicBezTo>
                    <a:pt x="116" y="116"/>
                    <a:pt x="141" y="137"/>
                    <a:pt x="141" y="236"/>
                  </a:cubicBezTo>
                  <a:lnTo>
                    <a:pt x="141" y="780"/>
                  </a:lnTo>
                  <a:lnTo>
                    <a:pt x="348" y="780"/>
                  </a:lnTo>
                  <a:lnTo>
                    <a:pt x="348" y="390"/>
                  </a:lnTo>
                  <a:cubicBezTo>
                    <a:pt x="348" y="324"/>
                    <a:pt x="369" y="170"/>
                    <a:pt x="568" y="170"/>
                  </a:cubicBezTo>
                  <a:cubicBezTo>
                    <a:pt x="593" y="170"/>
                    <a:pt x="618" y="178"/>
                    <a:pt x="643" y="183"/>
                  </a:cubicBezTo>
                  <a:lnTo>
                    <a:pt x="676" y="191"/>
                  </a:lnTo>
                  <a:lnTo>
                    <a:pt x="676" y="17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EB650860-5485-BF4E-9DAE-9C0BE14B49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275" y="4200525"/>
              <a:ext cx="266700" cy="287338"/>
            </a:xfrm>
            <a:custGeom>
              <a:avLst/>
              <a:gdLst>
                <a:gd name="T0" fmla="*/ 738 w 743"/>
                <a:gd name="T1" fmla="*/ 315 h 797"/>
                <a:gd name="T2" fmla="*/ 390 w 743"/>
                <a:gd name="T3" fmla="*/ 0 h 797"/>
                <a:gd name="T4" fmla="*/ 0 w 743"/>
                <a:gd name="T5" fmla="*/ 373 h 797"/>
                <a:gd name="T6" fmla="*/ 456 w 743"/>
                <a:gd name="T7" fmla="*/ 796 h 797"/>
                <a:gd name="T8" fmla="*/ 713 w 743"/>
                <a:gd name="T9" fmla="*/ 755 h 797"/>
                <a:gd name="T10" fmla="*/ 726 w 743"/>
                <a:gd name="T11" fmla="*/ 751 h 797"/>
                <a:gd name="T12" fmla="*/ 726 w 743"/>
                <a:gd name="T13" fmla="*/ 651 h 797"/>
                <a:gd name="T14" fmla="*/ 705 w 743"/>
                <a:gd name="T15" fmla="*/ 660 h 797"/>
                <a:gd name="T16" fmla="*/ 543 w 743"/>
                <a:gd name="T17" fmla="*/ 684 h 797"/>
                <a:gd name="T18" fmla="*/ 232 w 743"/>
                <a:gd name="T19" fmla="*/ 332 h 797"/>
                <a:gd name="T20" fmla="*/ 742 w 743"/>
                <a:gd name="T21" fmla="*/ 332 h 797"/>
                <a:gd name="T22" fmla="*/ 742 w 743"/>
                <a:gd name="T23" fmla="*/ 315 h 797"/>
                <a:gd name="T24" fmla="*/ 738 w 743"/>
                <a:gd name="T25" fmla="*/ 315 h 797"/>
                <a:gd name="T26" fmla="*/ 386 w 743"/>
                <a:gd name="T27" fmla="*/ 83 h 797"/>
                <a:gd name="T28" fmla="*/ 531 w 743"/>
                <a:gd name="T29" fmla="*/ 236 h 797"/>
                <a:gd name="T30" fmla="*/ 228 w 743"/>
                <a:gd name="T31" fmla="*/ 236 h 797"/>
                <a:gd name="T32" fmla="*/ 386 w 743"/>
                <a:gd name="T33" fmla="*/ 83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43" h="797">
                  <a:moveTo>
                    <a:pt x="738" y="315"/>
                  </a:moveTo>
                  <a:cubicBezTo>
                    <a:pt x="738" y="104"/>
                    <a:pt x="622" y="0"/>
                    <a:pt x="390" y="0"/>
                  </a:cubicBezTo>
                  <a:cubicBezTo>
                    <a:pt x="128" y="0"/>
                    <a:pt x="0" y="124"/>
                    <a:pt x="0" y="373"/>
                  </a:cubicBezTo>
                  <a:cubicBezTo>
                    <a:pt x="0" y="639"/>
                    <a:pt x="170" y="796"/>
                    <a:pt x="456" y="796"/>
                  </a:cubicBezTo>
                  <a:cubicBezTo>
                    <a:pt x="581" y="796"/>
                    <a:pt x="676" y="763"/>
                    <a:pt x="713" y="755"/>
                  </a:cubicBezTo>
                  <a:lnTo>
                    <a:pt x="726" y="751"/>
                  </a:lnTo>
                  <a:lnTo>
                    <a:pt x="726" y="651"/>
                  </a:lnTo>
                  <a:lnTo>
                    <a:pt x="705" y="660"/>
                  </a:lnTo>
                  <a:cubicBezTo>
                    <a:pt x="672" y="672"/>
                    <a:pt x="610" y="684"/>
                    <a:pt x="543" y="684"/>
                  </a:cubicBezTo>
                  <a:cubicBezTo>
                    <a:pt x="319" y="684"/>
                    <a:pt x="236" y="498"/>
                    <a:pt x="232" y="332"/>
                  </a:cubicBezTo>
                  <a:cubicBezTo>
                    <a:pt x="261" y="332"/>
                    <a:pt x="742" y="332"/>
                    <a:pt x="742" y="332"/>
                  </a:cubicBezTo>
                  <a:lnTo>
                    <a:pt x="742" y="315"/>
                  </a:lnTo>
                  <a:lnTo>
                    <a:pt x="738" y="315"/>
                  </a:lnTo>
                  <a:close/>
                  <a:moveTo>
                    <a:pt x="386" y="83"/>
                  </a:moveTo>
                  <a:cubicBezTo>
                    <a:pt x="498" y="83"/>
                    <a:pt x="527" y="166"/>
                    <a:pt x="531" y="236"/>
                  </a:cubicBezTo>
                  <a:cubicBezTo>
                    <a:pt x="506" y="236"/>
                    <a:pt x="257" y="236"/>
                    <a:pt x="228" y="236"/>
                  </a:cubicBezTo>
                  <a:cubicBezTo>
                    <a:pt x="232" y="183"/>
                    <a:pt x="269" y="83"/>
                    <a:pt x="386" y="8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3639B162-E315-9944-9634-88539E445D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0175" y="4071938"/>
              <a:ext cx="314325" cy="409575"/>
            </a:xfrm>
            <a:custGeom>
              <a:avLst/>
              <a:gdLst>
                <a:gd name="T0" fmla="*/ 634 w 872"/>
                <a:gd name="T1" fmla="*/ 357 h 1138"/>
                <a:gd name="T2" fmla="*/ 348 w 872"/>
                <a:gd name="T3" fmla="*/ 523 h 1138"/>
                <a:gd name="T4" fmla="*/ 348 w 872"/>
                <a:gd name="T5" fmla="*/ 0 h 1138"/>
                <a:gd name="T6" fmla="*/ 332 w 872"/>
                <a:gd name="T7" fmla="*/ 4 h 1138"/>
                <a:gd name="T8" fmla="*/ 0 w 872"/>
                <a:gd name="T9" fmla="*/ 46 h 1138"/>
                <a:gd name="T10" fmla="*/ 0 w 872"/>
                <a:gd name="T11" fmla="*/ 104 h 1138"/>
                <a:gd name="T12" fmla="*/ 16 w 872"/>
                <a:gd name="T13" fmla="*/ 104 h 1138"/>
                <a:gd name="T14" fmla="*/ 141 w 872"/>
                <a:gd name="T15" fmla="*/ 233 h 1138"/>
                <a:gd name="T16" fmla="*/ 141 w 872"/>
                <a:gd name="T17" fmla="*/ 1137 h 1138"/>
                <a:gd name="T18" fmla="*/ 348 w 872"/>
                <a:gd name="T19" fmla="*/ 1137 h 1138"/>
                <a:gd name="T20" fmla="*/ 348 w 872"/>
                <a:gd name="T21" fmla="*/ 747 h 1138"/>
                <a:gd name="T22" fmla="*/ 547 w 872"/>
                <a:gd name="T23" fmla="*/ 494 h 1138"/>
                <a:gd name="T24" fmla="*/ 663 w 872"/>
                <a:gd name="T25" fmla="*/ 660 h 1138"/>
                <a:gd name="T26" fmla="*/ 663 w 872"/>
                <a:gd name="T27" fmla="*/ 1137 h 1138"/>
                <a:gd name="T28" fmla="*/ 871 w 872"/>
                <a:gd name="T29" fmla="*/ 1137 h 1138"/>
                <a:gd name="T30" fmla="*/ 871 w 872"/>
                <a:gd name="T31" fmla="*/ 635 h 1138"/>
                <a:gd name="T32" fmla="*/ 634 w 872"/>
                <a:gd name="T33" fmla="*/ 357 h 1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2" h="1138">
                  <a:moveTo>
                    <a:pt x="634" y="357"/>
                  </a:moveTo>
                  <a:cubicBezTo>
                    <a:pt x="481" y="357"/>
                    <a:pt x="394" y="452"/>
                    <a:pt x="348" y="523"/>
                  </a:cubicBezTo>
                  <a:cubicBezTo>
                    <a:pt x="348" y="440"/>
                    <a:pt x="348" y="0"/>
                    <a:pt x="348" y="0"/>
                  </a:cubicBezTo>
                  <a:lnTo>
                    <a:pt x="332" y="4"/>
                  </a:lnTo>
                  <a:lnTo>
                    <a:pt x="0" y="46"/>
                  </a:lnTo>
                  <a:lnTo>
                    <a:pt x="0" y="104"/>
                  </a:lnTo>
                  <a:lnTo>
                    <a:pt x="16" y="104"/>
                  </a:lnTo>
                  <a:cubicBezTo>
                    <a:pt x="120" y="108"/>
                    <a:pt x="141" y="133"/>
                    <a:pt x="141" y="233"/>
                  </a:cubicBezTo>
                  <a:lnTo>
                    <a:pt x="141" y="1137"/>
                  </a:lnTo>
                  <a:lnTo>
                    <a:pt x="348" y="1137"/>
                  </a:lnTo>
                  <a:lnTo>
                    <a:pt x="348" y="747"/>
                  </a:lnTo>
                  <a:cubicBezTo>
                    <a:pt x="348" y="606"/>
                    <a:pt x="456" y="494"/>
                    <a:pt x="547" y="494"/>
                  </a:cubicBezTo>
                  <a:cubicBezTo>
                    <a:pt x="663" y="494"/>
                    <a:pt x="663" y="581"/>
                    <a:pt x="663" y="660"/>
                  </a:cubicBezTo>
                  <a:lnTo>
                    <a:pt x="663" y="1137"/>
                  </a:lnTo>
                  <a:lnTo>
                    <a:pt x="871" y="1137"/>
                  </a:lnTo>
                  <a:lnTo>
                    <a:pt x="871" y="635"/>
                  </a:lnTo>
                  <a:cubicBezTo>
                    <a:pt x="871" y="552"/>
                    <a:pt x="871" y="357"/>
                    <a:pt x="634" y="357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A01E662E-D4C5-DB43-8567-E5D9253BE7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4350" y="4200525"/>
              <a:ext cx="266700" cy="287338"/>
            </a:xfrm>
            <a:custGeom>
              <a:avLst/>
              <a:gdLst>
                <a:gd name="T0" fmla="*/ 742 w 743"/>
                <a:gd name="T1" fmla="*/ 315 h 797"/>
                <a:gd name="T2" fmla="*/ 394 w 743"/>
                <a:gd name="T3" fmla="*/ 0 h 797"/>
                <a:gd name="T4" fmla="*/ 0 w 743"/>
                <a:gd name="T5" fmla="*/ 373 h 797"/>
                <a:gd name="T6" fmla="*/ 456 w 743"/>
                <a:gd name="T7" fmla="*/ 796 h 797"/>
                <a:gd name="T8" fmla="*/ 713 w 743"/>
                <a:gd name="T9" fmla="*/ 755 h 797"/>
                <a:gd name="T10" fmla="*/ 726 w 743"/>
                <a:gd name="T11" fmla="*/ 751 h 797"/>
                <a:gd name="T12" fmla="*/ 726 w 743"/>
                <a:gd name="T13" fmla="*/ 651 h 797"/>
                <a:gd name="T14" fmla="*/ 705 w 743"/>
                <a:gd name="T15" fmla="*/ 660 h 797"/>
                <a:gd name="T16" fmla="*/ 543 w 743"/>
                <a:gd name="T17" fmla="*/ 684 h 797"/>
                <a:gd name="T18" fmla="*/ 232 w 743"/>
                <a:gd name="T19" fmla="*/ 332 h 797"/>
                <a:gd name="T20" fmla="*/ 742 w 743"/>
                <a:gd name="T21" fmla="*/ 332 h 797"/>
                <a:gd name="T22" fmla="*/ 742 w 743"/>
                <a:gd name="T23" fmla="*/ 315 h 797"/>
                <a:gd name="T24" fmla="*/ 386 w 743"/>
                <a:gd name="T25" fmla="*/ 83 h 797"/>
                <a:gd name="T26" fmla="*/ 531 w 743"/>
                <a:gd name="T27" fmla="*/ 236 h 797"/>
                <a:gd name="T28" fmla="*/ 228 w 743"/>
                <a:gd name="T29" fmla="*/ 236 h 797"/>
                <a:gd name="T30" fmla="*/ 386 w 743"/>
                <a:gd name="T31" fmla="*/ 83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43" h="797">
                  <a:moveTo>
                    <a:pt x="742" y="315"/>
                  </a:moveTo>
                  <a:cubicBezTo>
                    <a:pt x="742" y="104"/>
                    <a:pt x="626" y="0"/>
                    <a:pt x="394" y="0"/>
                  </a:cubicBezTo>
                  <a:cubicBezTo>
                    <a:pt x="133" y="0"/>
                    <a:pt x="0" y="124"/>
                    <a:pt x="0" y="373"/>
                  </a:cubicBezTo>
                  <a:cubicBezTo>
                    <a:pt x="0" y="639"/>
                    <a:pt x="170" y="796"/>
                    <a:pt x="456" y="796"/>
                  </a:cubicBezTo>
                  <a:cubicBezTo>
                    <a:pt x="581" y="796"/>
                    <a:pt x="676" y="763"/>
                    <a:pt x="713" y="755"/>
                  </a:cubicBezTo>
                  <a:lnTo>
                    <a:pt x="726" y="751"/>
                  </a:lnTo>
                  <a:lnTo>
                    <a:pt x="726" y="651"/>
                  </a:lnTo>
                  <a:lnTo>
                    <a:pt x="705" y="660"/>
                  </a:lnTo>
                  <a:cubicBezTo>
                    <a:pt x="672" y="672"/>
                    <a:pt x="610" y="684"/>
                    <a:pt x="543" y="684"/>
                  </a:cubicBezTo>
                  <a:cubicBezTo>
                    <a:pt x="319" y="684"/>
                    <a:pt x="236" y="498"/>
                    <a:pt x="232" y="332"/>
                  </a:cubicBezTo>
                  <a:cubicBezTo>
                    <a:pt x="261" y="332"/>
                    <a:pt x="742" y="332"/>
                    <a:pt x="742" y="332"/>
                  </a:cubicBezTo>
                  <a:lnTo>
                    <a:pt x="742" y="315"/>
                  </a:lnTo>
                  <a:close/>
                  <a:moveTo>
                    <a:pt x="386" y="83"/>
                  </a:moveTo>
                  <a:cubicBezTo>
                    <a:pt x="498" y="83"/>
                    <a:pt x="527" y="166"/>
                    <a:pt x="531" y="236"/>
                  </a:cubicBezTo>
                  <a:cubicBezTo>
                    <a:pt x="506" y="236"/>
                    <a:pt x="257" y="236"/>
                    <a:pt x="228" y="236"/>
                  </a:cubicBezTo>
                  <a:cubicBezTo>
                    <a:pt x="236" y="183"/>
                    <a:pt x="270" y="83"/>
                    <a:pt x="386" y="8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7679E9D1-6292-4845-9FEC-1DFBC6D8B0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4113" y="4121150"/>
              <a:ext cx="212725" cy="366713"/>
            </a:xfrm>
            <a:custGeom>
              <a:avLst/>
              <a:gdLst>
                <a:gd name="T0" fmla="*/ 141 w 589"/>
                <a:gd name="T1" fmla="*/ 237 h 1017"/>
                <a:gd name="T2" fmla="*/ 0 w 589"/>
                <a:gd name="T3" fmla="*/ 237 h 1017"/>
                <a:gd name="T4" fmla="*/ 0 w 589"/>
                <a:gd name="T5" fmla="*/ 328 h 1017"/>
                <a:gd name="T6" fmla="*/ 141 w 589"/>
                <a:gd name="T7" fmla="*/ 328 h 1017"/>
                <a:gd name="T8" fmla="*/ 141 w 589"/>
                <a:gd name="T9" fmla="*/ 797 h 1017"/>
                <a:gd name="T10" fmla="*/ 427 w 589"/>
                <a:gd name="T11" fmla="*/ 1016 h 1017"/>
                <a:gd name="T12" fmla="*/ 551 w 589"/>
                <a:gd name="T13" fmla="*/ 1004 h 1017"/>
                <a:gd name="T14" fmla="*/ 564 w 589"/>
                <a:gd name="T15" fmla="*/ 1004 h 1017"/>
                <a:gd name="T16" fmla="*/ 564 w 589"/>
                <a:gd name="T17" fmla="*/ 909 h 1017"/>
                <a:gd name="T18" fmla="*/ 547 w 589"/>
                <a:gd name="T19" fmla="*/ 913 h 1017"/>
                <a:gd name="T20" fmla="*/ 485 w 589"/>
                <a:gd name="T21" fmla="*/ 917 h 1017"/>
                <a:gd name="T22" fmla="*/ 352 w 589"/>
                <a:gd name="T23" fmla="*/ 772 h 1017"/>
                <a:gd name="T24" fmla="*/ 352 w 589"/>
                <a:gd name="T25" fmla="*/ 328 h 1017"/>
                <a:gd name="T26" fmla="*/ 588 w 589"/>
                <a:gd name="T27" fmla="*/ 328 h 1017"/>
                <a:gd name="T28" fmla="*/ 588 w 589"/>
                <a:gd name="T29" fmla="*/ 237 h 1017"/>
                <a:gd name="T30" fmla="*/ 352 w 589"/>
                <a:gd name="T31" fmla="*/ 237 h 1017"/>
                <a:gd name="T32" fmla="*/ 352 w 589"/>
                <a:gd name="T33" fmla="*/ 0 h 1017"/>
                <a:gd name="T34" fmla="*/ 141 w 589"/>
                <a:gd name="T35" fmla="*/ 0 h 1017"/>
                <a:gd name="T36" fmla="*/ 141 w 589"/>
                <a:gd name="T37" fmla="*/ 237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89" h="1017">
                  <a:moveTo>
                    <a:pt x="141" y="237"/>
                  </a:moveTo>
                  <a:lnTo>
                    <a:pt x="0" y="237"/>
                  </a:lnTo>
                  <a:lnTo>
                    <a:pt x="0" y="328"/>
                  </a:lnTo>
                  <a:lnTo>
                    <a:pt x="141" y="328"/>
                  </a:lnTo>
                  <a:lnTo>
                    <a:pt x="141" y="797"/>
                  </a:lnTo>
                  <a:cubicBezTo>
                    <a:pt x="141" y="1000"/>
                    <a:pt x="270" y="1016"/>
                    <a:pt x="427" y="1016"/>
                  </a:cubicBezTo>
                  <a:cubicBezTo>
                    <a:pt x="464" y="1016"/>
                    <a:pt x="505" y="1012"/>
                    <a:pt x="551" y="1004"/>
                  </a:cubicBezTo>
                  <a:lnTo>
                    <a:pt x="564" y="1004"/>
                  </a:lnTo>
                  <a:lnTo>
                    <a:pt x="564" y="909"/>
                  </a:lnTo>
                  <a:lnTo>
                    <a:pt x="547" y="913"/>
                  </a:lnTo>
                  <a:cubicBezTo>
                    <a:pt x="530" y="917"/>
                    <a:pt x="510" y="917"/>
                    <a:pt x="485" y="917"/>
                  </a:cubicBezTo>
                  <a:cubicBezTo>
                    <a:pt x="360" y="917"/>
                    <a:pt x="352" y="880"/>
                    <a:pt x="352" y="772"/>
                  </a:cubicBezTo>
                  <a:lnTo>
                    <a:pt x="352" y="328"/>
                  </a:lnTo>
                  <a:lnTo>
                    <a:pt x="588" y="328"/>
                  </a:lnTo>
                  <a:lnTo>
                    <a:pt x="588" y="237"/>
                  </a:lnTo>
                  <a:lnTo>
                    <a:pt x="352" y="237"/>
                  </a:lnTo>
                  <a:lnTo>
                    <a:pt x="352" y="0"/>
                  </a:lnTo>
                  <a:lnTo>
                    <a:pt x="141" y="0"/>
                  </a:lnTo>
                  <a:lnTo>
                    <a:pt x="141" y="237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FECDD6A7-9B36-3B40-8AF1-FD48E9C806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49963" y="4087813"/>
              <a:ext cx="450850" cy="395287"/>
            </a:xfrm>
            <a:custGeom>
              <a:avLst/>
              <a:gdLst>
                <a:gd name="T0" fmla="*/ 1245 w 1254"/>
                <a:gd name="T1" fmla="*/ 0 h 1096"/>
                <a:gd name="T2" fmla="*/ 1033 w 1254"/>
                <a:gd name="T3" fmla="*/ 0 h 1096"/>
                <a:gd name="T4" fmla="*/ 1033 w 1254"/>
                <a:gd name="T5" fmla="*/ 829 h 1096"/>
                <a:gd name="T6" fmla="*/ 485 w 1254"/>
                <a:gd name="T7" fmla="*/ 0 h 1096"/>
                <a:gd name="T8" fmla="*/ 0 w 1254"/>
                <a:gd name="T9" fmla="*/ 0 h 1096"/>
                <a:gd name="T10" fmla="*/ 0 w 1254"/>
                <a:gd name="T11" fmla="*/ 62 h 1096"/>
                <a:gd name="T12" fmla="*/ 42 w 1254"/>
                <a:gd name="T13" fmla="*/ 70 h 1096"/>
                <a:gd name="T14" fmla="*/ 178 w 1254"/>
                <a:gd name="T15" fmla="*/ 220 h 1096"/>
                <a:gd name="T16" fmla="*/ 178 w 1254"/>
                <a:gd name="T17" fmla="*/ 1095 h 1096"/>
                <a:gd name="T18" fmla="*/ 403 w 1254"/>
                <a:gd name="T19" fmla="*/ 1095 h 1096"/>
                <a:gd name="T20" fmla="*/ 403 w 1254"/>
                <a:gd name="T21" fmla="*/ 228 h 1096"/>
                <a:gd name="T22" fmla="*/ 975 w 1254"/>
                <a:gd name="T23" fmla="*/ 1095 h 1096"/>
                <a:gd name="T24" fmla="*/ 1253 w 1254"/>
                <a:gd name="T25" fmla="*/ 1095 h 1096"/>
                <a:gd name="T26" fmla="*/ 1253 w 1254"/>
                <a:gd name="T27" fmla="*/ 0 h 1096"/>
                <a:gd name="T28" fmla="*/ 1245 w 1254"/>
                <a:gd name="T29" fmla="*/ 0 h 10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54" h="1096">
                  <a:moveTo>
                    <a:pt x="1245" y="0"/>
                  </a:moveTo>
                  <a:lnTo>
                    <a:pt x="1033" y="0"/>
                  </a:lnTo>
                  <a:cubicBezTo>
                    <a:pt x="1033" y="0"/>
                    <a:pt x="1033" y="751"/>
                    <a:pt x="1033" y="829"/>
                  </a:cubicBezTo>
                  <a:cubicBezTo>
                    <a:pt x="992" y="763"/>
                    <a:pt x="485" y="0"/>
                    <a:pt x="485" y="0"/>
                  </a:cubicBezTo>
                  <a:lnTo>
                    <a:pt x="0" y="0"/>
                  </a:lnTo>
                  <a:lnTo>
                    <a:pt x="0" y="62"/>
                  </a:lnTo>
                  <a:lnTo>
                    <a:pt x="42" y="70"/>
                  </a:lnTo>
                  <a:cubicBezTo>
                    <a:pt x="170" y="91"/>
                    <a:pt x="178" y="95"/>
                    <a:pt x="178" y="220"/>
                  </a:cubicBezTo>
                  <a:lnTo>
                    <a:pt x="178" y="1095"/>
                  </a:lnTo>
                  <a:lnTo>
                    <a:pt x="403" y="1095"/>
                  </a:lnTo>
                  <a:cubicBezTo>
                    <a:pt x="403" y="1095"/>
                    <a:pt x="403" y="307"/>
                    <a:pt x="403" y="228"/>
                  </a:cubicBezTo>
                  <a:cubicBezTo>
                    <a:pt x="448" y="294"/>
                    <a:pt x="975" y="1095"/>
                    <a:pt x="975" y="1095"/>
                  </a:cubicBezTo>
                  <a:lnTo>
                    <a:pt x="1253" y="1095"/>
                  </a:lnTo>
                  <a:lnTo>
                    <a:pt x="1253" y="0"/>
                  </a:lnTo>
                  <a:lnTo>
                    <a:pt x="124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B3C96E36-B987-2349-8F1E-998EBC6160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73838" y="4200525"/>
              <a:ext cx="266700" cy="287338"/>
            </a:xfrm>
            <a:custGeom>
              <a:avLst/>
              <a:gdLst>
                <a:gd name="T0" fmla="*/ 390 w 740"/>
                <a:gd name="T1" fmla="*/ 0 h 797"/>
                <a:gd name="T2" fmla="*/ 0 w 740"/>
                <a:gd name="T3" fmla="*/ 373 h 797"/>
                <a:gd name="T4" fmla="*/ 456 w 740"/>
                <a:gd name="T5" fmla="*/ 796 h 797"/>
                <a:gd name="T6" fmla="*/ 714 w 740"/>
                <a:gd name="T7" fmla="*/ 755 h 797"/>
                <a:gd name="T8" fmla="*/ 726 w 740"/>
                <a:gd name="T9" fmla="*/ 751 h 797"/>
                <a:gd name="T10" fmla="*/ 726 w 740"/>
                <a:gd name="T11" fmla="*/ 651 h 797"/>
                <a:gd name="T12" fmla="*/ 705 w 740"/>
                <a:gd name="T13" fmla="*/ 660 h 797"/>
                <a:gd name="T14" fmla="*/ 539 w 740"/>
                <a:gd name="T15" fmla="*/ 684 h 797"/>
                <a:gd name="T16" fmla="*/ 228 w 740"/>
                <a:gd name="T17" fmla="*/ 332 h 797"/>
                <a:gd name="T18" fmla="*/ 739 w 740"/>
                <a:gd name="T19" fmla="*/ 332 h 797"/>
                <a:gd name="T20" fmla="*/ 739 w 740"/>
                <a:gd name="T21" fmla="*/ 315 h 797"/>
                <a:gd name="T22" fmla="*/ 390 w 740"/>
                <a:gd name="T23" fmla="*/ 0 h 797"/>
                <a:gd name="T24" fmla="*/ 386 w 740"/>
                <a:gd name="T25" fmla="*/ 83 h 797"/>
                <a:gd name="T26" fmla="*/ 531 w 740"/>
                <a:gd name="T27" fmla="*/ 236 h 797"/>
                <a:gd name="T28" fmla="*/ 228 w 740"/>
                <a:gd name="T29" fmla="*/ 236 h 797"/>
                <a:gd name="T30" fmla="*/ 386 w 740"/>
                <a:gd name="T31" fmla="*/ 83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40" h="797">
                  <a:moveTo>
                    <a:pt x="390" y="0"/>
                  </a:moveTo>
                  <a:cubicBezTo>
                    <a:pt x="129" y="0"/>
                    <a:pt x="0" y="124"/>
                    <a:pt x="0" y="373"/>
                  </a:cubicBezTo>
                  <a:cubicBezTo>
                    <a:pt x="0" y="639"/>
                    <a:pt x="170" y="796"/>
                    <a:pt x="456" y="796"/>
                  </a:cubicBezTo>
                  <a:cubicBezTo>
                    <a:pt x="581" y="796"/>
                    <a:pt x="676" y="767"/>
                    <a:pt x="714" y="755"/>
                  </a:cubicBezTo>
                  <a:lnTo>
                    <a:pt x="726" y="751"/>
                  </a:lnTo>
                  <a:lnTo>
                    <a:pt x="726" y="651"/>
                  </a:lnTo>
                  <a:lnTo>
                    <a:pt x="705" y="660"/>
                  </a:lnTo>
                  <a:cubicBezTo>
                    <a:pt x="672" y="672"/>
                    <a:pt x="610" y="684"/>
                    <a:pt x="539" y="684"/>
                  </a:cubicBezTo>
                  <a:cubicBezTo>
                    <a:pt x="315" y="684"/>
                    <a:pt x="232" y="498"/>
                    <a:pt x="228" y="332"/>
                  </a:cubicBezTo>
                  <a:lnTo>
                    <a:pt x="739" y="332"/>
                  </a:lnTo>
                  <a:lnTo>
                    <a:pt x="739" y="315"/>
                  </a:lnTo>
                  <a:cubicBezTo>
                    <a:pt x="739" y="104"/>
                    <a:pt x="622" y="0"/>
                    <a:pt x="390" y="0"/>
                  </a:cubicBezTo>
                  <a:close/>
                  <a:moveTo>
                    <a:pt x="386" y="83"/>
                  </a:moveTo>
                  <a:cubicBezTo>
                    <a:pt x="498" y="83"/>
                    <a:pt x="527" y="162"/>
                    <a:pt x="531" y="236"/>
                  </a:cubicBezTo>
                  <a:lnTo>
                    <a:pt x="228" y="236"/>
                  </a:lnTo>
                  <a:cubicBezTo>
                    <a:pt x="232" y="187"/>
                    <a:pt x="270" y="83"/>
                    <a:pt x="386" y="8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FF7B3013-28D9-A64B-A060-6708D5DA4F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4075" y="4121150"/>
              <a:ext cx="212725" cy="366713"/>
            </a:xfrm>
            <a:custGeom>
              <a:avLst/>
              <a:gdLst>
                <a:gd name="T0" fmla="*/ 141 w 590"/>
                <a:gd name="T1" fmla="*/ 237 h 1017"/>
                <a:gd name="T2" fmla="*/ 0 w 590"/>
                <a:gd name="T3" fmla="*/ 237 h 1017"/>
                <a:gd name="T4" fmla="*/ 0 w 590"/>
                <a:gd name="T5" fmla="*/ 328 h 1017"/>
                <a:gd name="T6" fmla="*/ 141 w 590"/>
                <a:gd name="T7" fmla="*/ 328 h 1017"/>
                <a:gd name="T8" fmla="*/ 141 w 590"/>
                <a:gd name="T9" fmla="*/ 797 h 1017"/>
                <a:gd name="T10" fmla="*/ 427 w 590"/>
                <a:gd name="T11" fmla="*/ 1016 h 1017"/>
                <a:gd name="T12" fmla="*/ 551 w 590"/>
                <a:gd name="T13" fmla="*/ 1004 h 1017"/>
                <a:gd name="T14" fmla="*/ 564 w 590"/>
                <a:gd name="T15" fmla="*/ 1004 h 1017"/>
                <a:gd name="T16" fmla="*/ 564 w 590"/>
                <a:gd name="T17" fmla="*/ 909 h 1017"/>
                <a:gd name="T18" fmla="*/ 547 w 590"/>
                <a:gd name="T19" fmla="*/ 913 h 1017"/>
                <a:gd name="T20" fmla="*/ 485 w 590"/>
                <a:gd name="T21" fmla="*/ 917 h 1017"/>
                <a:gd name="T22" fmla="*/ 352 w 590"/>
                <a:gd name="T23" fmla="*/ 772 h 1017"/>
                <a:gd name="T24" fmla="*/ 352 w 590"/>
                <a:gd name="T25" fmla="*/ 328 h 1017"/>
                <a:gd name="T26" fmla="*/ 589 w 590"/>
                <a:gd name="T27" fmla="*/ 328 h 1017"/>
                <a:gd name="T28" fmla="*/ 589 w 590"/>
                <a:gd name="T29" fmla="*/ 237 h 1017"/>
                <a:gd name="T30" fmla="*/ 352 w 590"/>
                <a:gd name="T31" fmla="*/ 237 h 1017"/>
                <a:gd name="T32" fmla="*/ 352 w 590"/>
                <a:gd name="T33" fmla="*/ 0 h 1017"/>
                <a:gd name="T34" fmla="*/ 141 w 590"/>
                <a:gd name="T35" fmla="*/ 0 h 1017"/>
                <a:gd name="T36" fmla="*/ 141 w 590"/>
                <a:gd name="T37" fmla="*/ 237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0" h="1017">
                  <a:moveTo>
                    <a:pt x="141" y="237"/>
                  </a:moveTo>
                  <a:lnTo>
                    <a:pt x="0" y="237"/>
                  </a:lnTo>
                  <a:lnTo>
                    <a:pt x="0" y="328"/>
                  </a:lnTo>
                  <a:lnTo>
                    <a:pt x="141" y="328"/>
                  </a:lnTo>
                  <a:lnTo>
                    <a:pt x="141" y="797"/>
                  </a:lnTo>
                  <a:cubicBezTo>
                    <a:pt x="141" y="1000"/>
                    <a:pt x="269" y="1016"/>
                    <a:pt x="427" y="1016"/>
                  </a:cubicBezTo>
                  <a:cubicBezTo>
                    <a:pt x="464" y="1016"/>
                    <a:pt x="506" y="1012"/>
                    <a:pt x="551" y="1004"/>
                  </a:cubicBezTo>
                  <a:lnTo>
                    <a:pt x="564" y="1004"/>
                  </a:lnTo>
                  <a:lnTo>
                    <a:pt x="564" y="909"/>
                  </a:lnTo>
                  <a:lnTo>
                    <a:pt x="547" y="913"/>
                  </a:lnTo>
                  <a:cubicBezTo>
                    <a:pt x="531" y="917"/>
                    <a:pt x="510" y="917"/>
                    <a:pt x="485" y="917"/>
                  </a:cubicBezTo>
                  <a:cubicBezTo>
                    <a:pt x="361" y="917"/>
                    <a:pt x="352" y="880"/>
                    <a:pt x="352" y="772"/>
                  </a:cubicBezTo>
                  <a:lnTo>
                    <a:pt x="352" y="328"/>
                  </a:lnTo>
                  <a:lnTo>
                    <a:pt x="589" y="328"/>
                  </a:lnTo>
                  <a:lnTo>
                    <a:pt x="589" y="237"/>
                  </a:lnTo>
                  <a:lnTo>
                    <a:pt x="352" y="237"/>
                  </a:lnTo>
                  <a:lnTo>
                    <a:pt x="352" y="0"/>
                  </a:lnTo>
                  <a:lnTo>
                    <a:pt x="141" y="0"/>
                  </a:lnTo>
                  <a:lnTo>
                    <a:pt x="141" y="237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FC0A6B0C-2650-EE46-903A-3A00341DB0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0063" y="4206875"/>
              <a:ext cx="331787" cy="274638"/>
            </a:xfrm>
            <a:custGeom>
              <a:avLst/>
              <a:gdLst>
                <a:gd name="T0" fmla="*/ 705 w 921"/>
                <a:gd name="T1" fmla="*/ 248 h 764"/>
                <a:gd name="T2" fmla="*/ 920 w 921"/>
                <a:gd name="T3" fmla="*/ 0 h 764"/>
                <a:gd name="T4" fmla="*/ 701 w 921"/>
                <a:gd name="T5" fmla="*/ 0 h 764"/>
                <a:gd name="T6" fmla="*/ 497 w 921"/>
                <a:gd name="T7" fmla="*/ 236 h 764"/>
                <a:gd name="T8" fmla="*/ 319 w 921"/>
                <a:gd name="T9" fmla="*/ 0 h 764"/>
                <a:gd name="T10" fmla="*/ 0 w 921"/>
                <a:gd name="T11" fmla="*/ 0 h 764"/>
                <a:gd name="T12" fmla="*/ 0 w 921"/>
                <a:gd name="T13" fmla="*/ 62 h 764"/>
                <a:gd name="T14" fmla="*/ 12 w 921"/>
                <a:gd name="T15" fmla="*/ 62 h 764"/>
                <a:gd name="T16" fmla="*/ 211 w 921"/>
                <a:gd name="T17" fmla="*/ 178 h 764"/>
                <a:gd name="T18" fmla="*/ 344 w 921"/>
                <a:gd name="T19" fmla="*/ 352 h 764"/>
                <a:gd name="T20" fmla="*/ 128 w 921"/>
                <a:gd name="T21" fmla="*/ 601 h 764"/>
                <a:gd name="T22" fmla="*/ 348 w 921"/>
                <a:gd name="T23" fmla="*/ 601 h 764"/>
                <a:gd name="T24" fmla="*/ 443 w 921"/>
                <a:gd name="T25" fmla="*/ 489 h 764"/>
                <a:gd name="T26" fmla="*/ 651 w 921"/>
                <a:gd name="T27" fmla="*/ 763 h 764"/>
                <a:gd name="T28" fmla="*/ 900 w 921"/>
                <a:gd name="T29" fmla="*/ 763 h 764"/>
                <a:gd name="T30" fmla="*/ 506 w 921"/>
                <a:gd name="T31" fmla="*/ 248 h 764"/>
                <a:gd name="T32" fmla="*/ 705 w 921"/>
                <a:gd name="T33" fmla="*/ 248 h 7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21" h="764">
                  <a:moveTo>
                    <a:pt x="705" y="248"/>
                  </a:moveTo>
                  <a:lnTo>
                    <a:pt x="920" y="0"/>
                  </a:lnTo>
                  <a:lnTo>
                    <a:pt x="701" y="0"/>
                  </a:lnTo>
                  <a:lnTo>
                    <a:pt x="497" y="236"/>
                  </a:lnTo>
                  <a:lnTo>
                    <a:pt x="319" y="0"/>
                  </a:lnTo>
                  <a:lnTo>
                    <a:pt x="0" y="0"/>
                  </a:lnTo>
                  <a:lnTo>
                    <a:pt x="0" y="62"/>
                  </a:lnTo>
                  <a:lnTo>
                    <a:pt x="12" y="62"/>
                  </a:lnTo>
                  <a:cubicBezTo>
                    <a:pt x="120" y="70"/>
                    <a:pt x="145" y="87"/>
                    <a:pt x="211" y="178"/>
                  </a:cubicBezTo>
                  <a:lnTo>
                    <a:pt x="344" y="352"/>
                  </a:lnTo>
                  <a:lnTo>
                    <a:pt x="128" y="601"/>
                  </a:lnTo>
                  <a:lnTo>
                    <a:pt x="348" y="601"/>
                  </a:lnTo>
                  <a:lnTo>
                    <a:pt x="443" y="489"/>
                  </a:lnTo>
                  <a:lnTo>
                    <a:pt x="651" y="763"/>
                  </a:lnTo>
                  <a:lnTo>
                    <a:pt x="900" y="763"/>
                  </a:lnTo>
                  <a:lnTo>
                    <a:pt x="506" y="248"/>
                  </a:lnTo>
                  <a:lnTo>
                    <a:pt x="705" y="24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B20E0327-FDB7-B64E-AC54-0011F59D99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5500" y="4010025"/>
              <a:ext cx="176213" cy="111125"/>
            </a:xfrm>
            <a:custGeom>
              <a:avLst/>
              <a:gdLst>
                <a:gd name="T0" fmla="*/ 224 w 490"/>
                <a:gd name="T1" fmla="*/ 307 h 308"/>
                <a:gd name="T2" fmla="*/ 0 w 490"/>
                <a:gd name="T3" fmla="*/ 307 h 308"/>
                <a:gd name="T4" fmla="*/ 269 w 490"/>
                <a:gd name="T5" fmla="*/ 0 h 308"/>
                <a:gd name="T6" fmla="*/ 489 w 490"/>
                <a:gd name="T7" fmla="*/ 0 h 308"/>
                <a:gd name="T8" fmla="*/ 224 w 490"/>
                <a:gd name="T9" fmla="*/ 307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0" h="308">
                  <a:moveTo>
                    <a:pt x="224" y="307"/>
                  </a:moveTo>
                  <a:lnTo>
                    <a:pt x="0" y="307"/>
                  </a:lnTo>
                  <a:lnTo>
                    <a:pt x="269" y="0"/>
                  </a:lnTo>
                  <a:lnTo>
                    <a:pt x="489" y="0"/>
                  </a:lnTo>
                  <a:lnTo>
                    <a:pt x="224" y="307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90709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グループ化 59"/>
          <p:cNvGrpSpPr/>
          <p:nvPr/>
        </p:nvGrpSpPr>
        <p:grpSpPr>
          <a:xfrm>
            <a:off x="-4" y="818837"/>
            <a:ext cx="9145616" cy="57656"/>
            <a:chOff x="-4" y="739775"/>
            <a:chExt cx="9145616" cy="76874"/>
          </a:xfrm>
        </p:grpSpPr>
        <p:sp>
          <p:nvSpPr>
            <p:cNvPr id="44" name="正方形/長方形 11"/>
            <p:cNvSpPr>
              <a:spLocks noChangeArrowheads="1"/>
            </p:cNvSpPr>
            <p:nvPr/>
          </p:nvSpPr>
          <p:spPr bwMode="auto">
            <a:xfrm>
              <a:off x="1481331" y="739775"/>
              <a:ext cx="7664281" cy="76874"/>
            </a:xfrm>
            <a:prstGeom prst="rect">
              <a:avLst/>
            </a:prstGeom>
            <a:solidFill>
              <a:srgbClr val="73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ja-JP" altLang="en-US"/>
            </a:p>
          </p:txBody>
        </p:sp>
        <p:grpSp>
          <p:nvGrpSpPr>
            <p:cNvPr id="60" name="グループ化 62"/>
            <p:cNvGrpSpPr/>
            <p:nvPr/>
          </p:nvGrpSpPr>
          <p:grpSpPr>
            <a:xfrm>
              <a:off x="-4" y="740968"/>
              <a:ext cx="1481335" cy="74492"/>
              <a:chOff x="312738" y="2749710"/>
              <a:chExt cx="1970086" cy="109547"/>
            </a:xfrm>
          </p:grpSpPr>
          <p:sp>
            <p:nvSpPr>
              <p:cNvPr id="61" name="正方形/長方形 62"/>
              <p:cNvSpPr/>
              <p:nvPr/>
            </p:nvSpPr>
            <p:spPr bwMode="auto">
              <a:xfrm>
                <a:off x="1298574" y="2749710"/>
                <a:ext cx="984250" cy="109537"/>
              </a:xfrm>
              <a:prstGeom prst="rect">
                <a:avLst/>
              </a:prstGeom>
              <a:solidFill>
                <a:srgbClr val="CC00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ja-JP" altLang="en-US" sz="1800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2" name="正方形/長方形 63"/>
              <p:cNvSpPr/>
              <p:nvPr/>
            </p:nvSpPr>
            <p:spPr bwMode="auto">
              <a:xfrm>
                <a:off x="312738" y="2749720"/>
                <a:ext cx="985838" cy="109537"/>
              </a:xfrm>
              <a:prstGeom prst="rect">
                <a:avLst/>
              </a:prstGeom>
              <a:solidFill>
                <a:srgbClr val="B3B3B3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ja-JP" altLang="en-US" sz="1800" kern="0">
                  <a:solidFill>
                    <a:sysClr val="windowText" lastClr="000000"/>
                  </a:solidFill>
                </a:endParaRPr>
              </a:p>
            </p:txBody>
          </p:sp>
        </p:grpSp>
      </p:grpSp>
      <p:sp>
        <p:nvSpPr>
          <p:cNvPr id="37" name="TextBox 36"/>
          <p:cNvSpPr txBox="1"/>
          <p:nvPr/>
        </p:nvSpPr>
        <p:spPr>
          <a:xfrm>
            <a:off x="1611" y="4915450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fld id="{111F478C-84AE-4601-9BE4-60468A3A6C06}" type="slidenum">
              <a:rPr lang="en-US" sz="800" smtClean="0">
                <a:solidFill>
                  <a:schemeClr val="tx1">
                    <a:alpha val="50000"/>
                  </a:schemeClr>
                </a:solidFill>
                <a:latin typeface="+mj-lt"/>
              </a:rPr>
              <a:pPr algn="l"/>
              <a:t>‹#›</a:t>
            </a:fld>
            <a:endParaRPr lang="en-US" sz="800" dirty="0">
              <a:solidFill>
                <a:schemeClr val="tx1">
                  <a:alpha val="50000"/>
                </a:schemeClr>
              </a:solidFill>
              <a:latin typeface="+mj-lt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641794" y="4911221"/>
            <a:ext cx="24625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solidFill>
                  <a:schemeClr val="tx1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rPr>
              <a:t>© Hitachi Vantara LLC 2021. All Rights Reserved.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E3120D6-2EB7-784D-9A43-8B08507CE207}"/>
              </a:ext>
            </a:extLst>
          </p:cNvPr>
          <p:cNvSpPr/>
          <p:nvPr/>
        </p:nvSpPr>
        <p:spPr>
          <a:xfrm>
            <a:off x="0" y="793050"/>
            <a:ext cx="9144004" cy="1689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13" name="Text Placeholder 53"/>
          <p:cNvSpPr>
            <a:spLocks noGrp="1"/>
          </p:cNvSpPr>
          <p:nvPr>
            <p:ph type="body" idx="1"/>
          </p:nvPr>
        </p:nvSpPr>
        <p:spPr>
          <a:xfrm>
            <a:off x="264160" y="893235"/>
            <a:ext cx="8584006" cy="143936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6" name="Title Placeholder 1"/>
          <p:cNvSpPr>
            <a:spLocks noGrp="1"/>
          </p:cNvSpPr>
          <p:nvPr>
            <p:ph type="title"/>
          </p:nvPr>
        </p:nvSpPr>
        <p:spPr>
          <a:xfrm>
            <a:off x="264160" y="53113"/>
            <a:ext cx="7051040" cy="732441"/>
          </a:xfrm>
          <a:prstGeom prst="rect">
            <a:avLst/>
          </a:prstGeom>
        </p:spPr>
        <p:txBody>
          <a:bodyPr vert="horz" lIns="91440" tIns="0" rIns="91440" bIns="0" rtlCol="0" anchor="ctr">
            <a:normAutofit/>
          </a:bodyPr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1FC9FE6-7211-2D4D-BBC5-2CA2AED63B97}"/>
              </a:ext>
            </a:extLst>
          </p:cNvPr>
          <p:cNvGrpSpPr/>
          <p:nvPr userDrawn="1"/>
        </p:nvGrpSpPr>
        <p:grpSpPr>
          <a:xfrm>
            <a:off x="7684916" y="225821"/>
            <a:ext cx="1247901" cy="356665"/>
            <a:chOff x="2751138" y="3262313"/>
            <a:chExt cx="4665662" cy="1333500"/>
          </a:xfrm>
          <a:solidFill>
            <a:schemeClr val="tx2"/>
          </a:solidFill>
        </p:grpSpPr>
        <p:sp>
          <p:nvSpPr>
            <p:cNvPr id="40" name="Freeform 1">
              <a:extLst>
                <a:ext uri="{FF2B5EF4-FFF2-40B4-BE49-F238E27FC236}">
                  <a16:creationId xmlns:a16="http://schemas.microsoft.com/office/drawing/2014/main" id="{2202F2C4-E626-9C44-8BD5-A0A142984A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0138" y="3275013"/>
              <a:ext cx="673100" cy="631825"/>
            </a:xfrm>
            <a:custGeom>
              <a:avLst/>
              <a:gdLst>
                <a:gd name="T0" fmla="*/ 465 w 1868"/>
                <a:gd name="T1" fmla="*/ 0 h 1755"/>
                <a:gd name="T2" fmla="*/ 465 w 1868"/>
                <a:gd name="T3" fmla="*/ 700 h 1755"/>
                <a:gd name="T4" fmla="*/ 1402 w 1868"/>
                <a:gd name="T5" fmla="*/ 700 h 1755"/>
                <a:gd name="T6" fmla="*/ 1402 w 1868"/>
                <a:gd name="T7" fmla="*/ 0 h 1755"/>
                <a:gd name="T8" fmla="*/ 1867 w 1868"/>
                <a:gd name="T9" fmla="*/ 0 h 1755"/>
                <a:gd name="T10" fmla="*/ 1867 w 1868"/>
                <a:gd name="T11" fmla="*/ 1754 h 1755"/>
                <a:gd name="T12" fmla="*/ 1402 w 1868"/>
                <a:gd name="T13" fmla="*/ 1754 h 1755"/>
                <a:gd name="T14" fmla="*/ 1402 w 1868"/>
                <a:gd name="T15" fmla="*/ 983 h 1755"/>
                <a:gd name="T16" fmla="*/ 465 w 1868"/>
                <a:gd name="T17" fmla="*/ 983 h 1755"/>
                <a:gd name="T18" fmla="*/ 465 w 1868"/>
                <a:gd name="T19" fmla="*/ 1754 h 1755"/>
                <a:gd name="T20" fmla="*/ 0 w 1868"/>
                <a:gd name="T21" fmla="*/ 1754 h 1755"/>
                <a:gd name="T22" fmla="*/ 0 w 1868"/>
                <a:gd name="T23" fmla="*/ 0 h 1755"/>
                <a:gd name="T24" fmla="*/ 465 w 1868"/>
                <a:gd name="T25" fmla="*/ 0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68" h="1755">
                  <a:moveTo>
                    <a:pt x="465" y="0"/>
                  </a:moveTo>
                  <a:cubicBezTo>
                    <a:pt x="465" y="0"/>
                    <a:pt x="465" y="705"/>
                    <a:pt x="465" y="700"/>
                  </a:cubicBezTo>
                  <a:lnTo>
                    <a:pt x="1402" y="700"/>
                  </a:lnTo>
                  <a:cubicBezTo>
                    <a:pt x="1402" y="705"/>
                    <a:pt x="1402" y="0"/>
                    <a:pt x="1402" y="0"/>
                  </a:cubicBezTo>
                  <a:cubicBezTo>
                    <a:pt x="1402" y="0"/>
                    <a:pt x="1863" y="0"/>
                    <a:pt x="1867" y="0"/>
                  </a:cubicBezTo>
                  <a:cubicBezTo>
                    <a:pt x="1867" y="0"/>
                    <a:pt x="1867" y="1750"/>
                    <a:pt x="1867" y="1754"/>
                  </a:cubicBezTo>
                  <a:lnTo>
                    <a:pt x="1402" y="1754"/>
                  </a:lnTo>
                  <a:cubicBezTo>
                    <a:pt x="1402" y="1754"/>
                    <a:pt x="1402" y="987"/>
                    <a:pt x="1402" y="983"/>
                  </a:cubicBezTo>
                  <a:cubicBezTo>
                    <a:pt x="1402" y="987"/>
                    <a:pt x="465" y="983"/>
                    <a:pt x="465" y="983"/>
                  </a:cubicBezTo>
                  <a:cubicBezTo>
                    <a:pt x="465" y="987"/>
                    <a:pt x="465" y="1754"/>
                    <a:pt x="465" y="1754"/>
                  </a:cubicBezTo>
                  <a:lnTo>
                    <a:pt x="0" y="1754"/>
                  </a:lnTo>
                  <a:cubicBezTo>
                    <a:pt x="0" y="1754"/>
                    <a:pt x="4" y="0"/>
                    <a:pt x="0" y="0"/>
                  </a:cubicBezTo>
                  <a:lnTo>
                    <a:pt x="46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41" name="Freeform 2">
              <a:extLst>
                <a:ext uri="{FF2B5EF4-FFF2-40B4-BE49-F238E27FC236}">
                  <a16:creationId xmlns:a16="http://schemas.microsoft.com/office/drawing/2014/main" id="{48E235B8-0EFE-1D4E-B536-D584422BD2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3050" y="3275013"/>
              <a:ext cx="677863" cy="631825"/>
            </a:xfrm>
            <a:custGeom>
              <a:avLst/>
              <a:gdLst>
                <a:gd name="T0" fmla="*/ 1883 w 1884"/>
                <a:gd name="T1" fmla="*/ 0 h 1755"/>
                <a:gd name="T2" fmla="*/ 1883 w 1884"/>
                <a:gd name="T3" fmla="*/ 298 h 1755"/>
                <a:gd name="T4" fmla="*/ 1174 w 1884"/>
                <a:gd name="T5" fmla="*/ 298 h 1755"/>
                <a:gd name="T6" fmla="*/ 1174 w 1884"/>
                <a:gd name="T7" fmla="*/ 1754 h 1755"/>
                <a:gd name="T8" fmla="*/ 709 w 1884"/>
                <a:gd name="T9" fmla="*/ 1754 h 1755"/>
                <a:gd name="T10" fmla="*/ 709 w 1884"/>
                <a:gd name="T11" fmla="*/ 298 h 1755"/>
                <a:gd name="T12" fmla="*/ 0 w 1884"/>
                <a:gd name="T13" fmla="*/ 298 h 1755"/>
                <a:gd name="T14" fmla="*/ 0 w 1884"/>
                <a:gd name="T15" fmla="*/ 0 h 1755"/>
                <a:gd name="T16" fmla="*/ 1883 w 1884"/>
                <a:gd name="T17" fmla="*/ 0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84" h="1755">
                  <a:moveTo>
                    <a:pt x="1883" y="0"/>
                  </a:moveTo>
                  <a:cubicBezTo>
                    <a:pt x="1883" y="4"/>
                    <a:pt x="1883" y="298"/>
                    <a:pt x="1883" y="298"/>
                  </a:cubicBezTo>
                  <a:lnTo>
                    <a:pt x="1174" y="298"/>
                  </a:lnTo>
                  <a:lnTo>
                    <a:pt x="1174" y="1754"/>
                  </a:lnTo>
                  <a:lnTo>
                    <a:pt x="709" y="1754"/>
                  </a:lnTo>
                  <a:lnTo>
                    <a:pt x="709" y="298"/>
                  </a:lnTo>
                  <a:lnTo>
                    <a:pt x="0" y="298"/>
                  </a:lnTo>
                  <a:lnTo>
                    <a:pt x="0" y="0"/>
                  </a:lnTo>
                  <a:lnTo>
                    <a:pt x="1883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42" name="Freeform 3">
              <a:extLst>
                <a:ext uri="{FF2B5EF4-FFF2-40B4-BE49-F238E27FC236}">
                  <a16:creationId xmlns:a16="http://schemas.microsoft.com/office/drawing/2014/main" id="{59CBC9C9-352E-C44D-898B-B56EA1F51B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4863" y="3275013"/>
              <a:ext cx="796925" cy="631825"/>
            </a:xfrm>
            <a:custGeom>
              <a:avLst/>
              <a:gdLst>
                <a:gd name="T0" fmla="*/ 2214 w 2215"/>
                <a:gd name="T1" fmla="*/ 1754 h 1755"/>
                <a:gd name="T2" fmla="*/ 1695 w 2215"/>
                <a:gd name="T3" fmla="*/ 1754 h 1755"/>
                <a:gd name="T4" fmla="*/ 1542 w 2215"/>
                <a:gd name="T5" fmla="*/ 1377 h 1755"/>
                <a:gd name="T6" fmla="*/ 672 w 2215"/>
                <a:gd name="T7" fmla="*/ 1377 h 1755"/>
                <a:gd name="T8" fmla="*/ 518 w 2215"/>
                <a:gd name="T9" fmla="*/ 1754 h 1755"/>
                <a:gd name="T10" fmla="*/ 0 w 2215"/>
                <a:gd name="T11" fmla="*/ 1754 h 1755"/>
                <a:gd name="T12" fmla="*/ 825 w 2215"/>
                <a:gd name="T13" fmla="*/ 0 h 1755"/>
                <a:gd name="T14" fmla="*/ 1392 w 2215"/>
                <a:gd name="T15" fmla="*/ 0 h 1755"/>
                <a:gd name="T16" fmla="*/ 2214 w 2215"/>
                <a:gd name="T17" fmla="*/ 1754 h 1755"/>
                <a:gd name="T18" fmla="*/ 788 w 2215"/>
                <a:gd name="T19" fmla="*/ 1095 h 1755"/>
                <a:gd name="T20" fmla="*/ 1434 w 2215"/>
                <a:gd name="T21" fmla="*/ 1095 h 1755"/>
                <a:gd name="T22" fmla="*/ 1107 w 2215"/>
                <a:gd name="T23" fmla="*/ 298 h 1755"/>
                <a:gd name="T24" fmla="*/ 788 w 2215"/>
                <a:gd name="T25" fmla="*/ 1095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15" h="1755">
                  <a:moveTo>
                    <a:pt x="2214" y="1754"/>
                  </a:moveTo>
                  <a:cubicBezTo>
                    <a:pt x="2214" y="1754"/>
                    <a:pt x="1691" y="1754"/>
                    <a:pt x="1695" y="1754"/>
                  </a:cubicBezTo>
                  <a:lnTo>
                    <a:pt x="1542" y="1377"/>
                  </a:lnTo>
                  <a:lnTo>
                    <a:pt x="672" y="1377"/>
                  </a:lnTo>
                  <a:cubicBezTo>
                    <a:pt x="672" y="1377"/>
                    <a:pt x="522" y="1754"/>
                    <a:pt x="518" y="1754"/>
                  </a:cubicBezTo>
                  <a:lnTo>
                    <a:pt x="0" y="1754"/>
                  </a:lnTo>
                  <a:lnTo>
                    <a:pt x="825" y="0"/>
                  </a:lnTo>
                  <a:lnTo>
                    <a:pt x="1392" y="0"/>
                  </a:lnTo>
                  <a:lnTo>
                    <a:pt x="2214" y="1754"/>
                  </a:lnTo>
                  <a:close/>
                  <a:moveTo>
                    <a:pt x="788" y="1095"/>
                  </a:moveTo>
                  <a:lnTo>
                    <a:pt x="1434" y="1095"/>
                  </a:lnTo>
                  <a:lnTo>
                    <a:pt x="1107" y="298"/>
                  </a:lnTo>
                  <a:lnTo>
                    <a:pt x="788" y="1095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45" name="Freeform 4">
              <a:extLst>
                <a:ext uri="{FF2B5EF4-FFF2-40B4-BE49-F238E27FC236}">
                  <a16:creationId xmlns:a16="http://schemas.microsoft.com/office/drawing/2014/main" id="{489722E2-4F5C-474B-BE14-489471BD06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85000" y="3275013"/>
              <a:ext cx="166688" cy="631825"/>
            </a:xfrm>
            <a:custGeom>
              <a:avLst/>
              <a:gdLst>
                <a:gd name="T0" fmla="*/ 232 w 465"/>
                <a:gd name="T1" fmla="*/ 1754 h 1755"/>
                <a:gd name="T2" fmla="*/ 0 w 465"/>
                <a:gd name="T3" fmla="*/ 1754 h 1755"/>
                <a:gd name="T4" fmla="*/ 0 w 465"/>
                <a:gd name="T5" fmla="*/ 0 h 1755"/>
                <a:gd name="T6" fmla="*/ 464 w 465"/>
                <a:gd name="T7" fmla="*/ 0 h 1755"/>
                <a:gd name="T8" fmla="*/ 464 w 465"/>
                <a:gd name="T9" fmla="*/ 1754 h 1755"/>
                <a:gd name="T10" fmla="*/ 232 w 465"/>
                <a:gd name="T11" fmla="*/ 1754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5" h="1755">
                  <a:moveTo>
                    <a:pt x="232" y="1754"/>
                  </a:moveTo>
                  <a:lnTo>
                    <a:pt x="0" y="1754"/>
                  </a:lnTo>
                  <a:lnTo>
                    <a:pt x="0" y="0"/>
                  </a:lnTo>
                  <a:lnTo>
                    <a:pt x="464" y="0"/>
                  </a:lnTo>
                  <a:lnTo>
                    <a:pt x="464" y="1754"/>
                  </a:lnTo>
                  <a:lnTo>
                    <a:pt x="232" y="175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46" name="Freeform 5">
              <a:extLst>
                <a:ext uri="{FF2B5EF4-FFF2-40B4-BE49-F238E27FC236}">
                  <a16:creationId xmlns:a16="http://schemas.microsoft.com/office/drawing/2014/main" id="{AAA478F0-93B4-D947-BED8-D23BF131CB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9588" y="3275013"/>
              <a:ext cx="673100" cy="631825"/>
            </a:xfrm>
            <a:custGeom>
              <a:avLst/>
              <a:gdLst>
                <a:gd name="T0" fmla="*/ 465 w 1868"/>
                <a:gd name="T1" fmla="*/ 0 h 1755"/>
                <a:gd name="T2" fmla="*/ 465 w 1868"/>
                <a:gd name="T3" fmla="*/ 700 h 1755"/>
                <a:gd name="T4" fmla="*/ 1402 w 1868"/>
                <a:gd name="T5" fmla="*/ 700 h 1755"/>
                <a:gd name="T6" fmla="*/ 1402 w 1868"/>
                <a:gd name="T7" fmla="*/ 0 h 1755"/>
                <a:gd name="T8" fmla="*/ 1867 w 1868"/>
                <a:gd name="T9" fmla="*/ 0 h 1755"/>
                <a:gd name="T10" fmla="*/ 1867 w 1868"/>
                <a:gd name="T11" fmla="*/ 1754 h 1755"/>
                <a:gd name="T12" fmla="*/ 1402 w 1868"/>
                <a:gd name="T13" fmla="*/ 1754 h 1755"/>
                <a:gd name="T14" fmla="*/ 1402 w 1868"/>
                <a:gd name="T15" fmla="*/ 983 h 1755"/>
                <a:gd name="T16" fmla="*/ 465 w 1868"/>
                <a:gd name="T17" fmla="*/ 983 h 1755"/>
                <a:gd name="T18" fmla="*/ 465 w 1868"/>
                <a:gd name="T19" fmla="*/ 1754 h 1755"/>
                <a:gd name="T20" fmla="*/ 0 w 1868"/>
                <a:gd name="T21" fmla="*/ 1754 h 1755"/>
                <a:gd name="T22" fmla="*/ 0 w 1868"/>
                <a:gd name="T23" fmla="*/ 0 h 1755"/>
                <a:gd name="T24" fmla="*/ 465 w 1868"/>
                <a:gd name="T25" fmla="*/ 0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68" h="1755">
                  <a:moveTo>
                    <a:pt x="465" y="0"/>
                  </a:moveTo>
                  <a:cubicBezTo>
                    <a:pt x="465" y="0"/>
                    <a:pt x="465" y="705"/>
                    <a:pt x="465" y="700"/>
                  </a:cubicBezTo>
                  <a:lnTo>
                    <a:pt x="1402" y="700"/>
                  </a:lnTo>
                  <a:cubicBezTo>
                    <a:pt x="1402" y="705"/>
                    <a:pt x="1402" y="0"/>
                    <a:pt x="1402" y="0"/>
                  </a:cubicBezTo>
                  <a:cubicBezTo>
                    <a:pt x="1402" y="0"/>
                    <a:pt x="1863" y="0"/>
                    <a:pt x="1867" y="0"/>
                  </a:cubicBezTo>
                  <a:cubicBezTo>
                    <a:pt x="1867" y="0"/>
                    <a:pt x="1867" y="1750"/>
                    <a:pt x="1867" y="1754"/>
                  </a:cubicBezTo>
                  <a:lnTo>
                    <a:pt x="1402" y="1754"/>
                  </a:lnTo>
                  <a:cubicBezTo>
                    <a:pt x="1402" y="1754"/>
                    <a:pt x="1402" y="987"/>
                    <a:pt x="1402" y="983"/>
                  </a:cubicBezTo>
                  <a:cubicBezTo>
                    <a:pt x="1402" y="987"/>
                    <a:pt x="465" y="983"/>
                    <a:pt x="465" y="983"/>
                  </a:cubicBezTo>
                  <a:cubicBezTo>
                    <a:pt x="465" y="987"/>
                    <a:pt x="465" y="1754"/>
                    <a:pt x="465" y="1754"/>
                  </a:cubicBezTo>
                  <a:lnTo>
                    <a:pt x="0" y="1754"/>
                  </a:lnTo>
                  <a:cubicBezTo>
                    <a:pt x="0" y="1754"/>
                    <a:pt x="5" y="0"/>
                    <a:pt x="0" y="0"/>
                  </a:cubicBezTo>
                  <a:lnTo>
                    <a:pt x="46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47" name="Freeform 6">
              <a:extLst>
                <a:ext uri="{FF2B5EF4-FFF2-40B4-BE49-F238E27FC236}">
                  <a16:creationId xmlns:a16="http://schemas.microsoft.com/office/drawing/2014/main" id="{A57E6D6C-A5DC-FD42-8986-EE47E59952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4450" y="3275013"/>
              <a:ext cx="168275" cy="631825"/>
            </a:xfrm>
            <a:custGeom>
              <a:avLst/>
              <a:gdLst>
                <a:gd name="T0" fmla="*/ 233 w 466"/>
                <a:gd name="T1" fmla="*/ 1754 h 1755"/>
                <a:gd name="T2" fmla="*/ 0 w 466"/>
                <a:gd name="T3" fmla="*/ 1754 h 1755"/>
                <a:gd name="T4" fmla="*/ 0 w 466"/>
                <a:gd name="T5" fmla="*/ 0 h 1755"/>
                <a:gd name="T6" fmla="*/ 465 w 466"/>
                <a:gd name="T7" fmla="*/ 0 h 1755"/>
                <a:gd name="T8" fmla="*/ 465 w 466"/>
                <a:gd name="T9" fmla="*/ 1754 h 1755"/>
                <a:gd name="T10" fmla="*/ 233 w 466"/>
                <a:gd name="T11" fmla="*/ 1754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6" h="1755">
                  <a:moveTo>
                    <a:pt x="233" y="1754"/>
                  </a:moveTo>
                  <a:lnTo>
                    <a:pt x="0" y="1754"/>
                  </a:lnTo>
                  <a:lnTo>
                    <a:pt x="0" y="0"/>
                  </a:lnTo>
                  <a:lnTo>
                    <a:pt x="465" y="0"/>
                  </a:lnTo>
                  <a:lnTo>
                    <a:pt x="465" y="1754"/>
                  </a:lnTo>
                  <a:lnTo>
                    <a:pt x="233" y="175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48" name="Freeform 7">
              <a:extLst>
                <a:ext uri="{FF2B5EF4-FFF2-40B4-BE49-F238E27FC236}">
                  <a16:creationId xmlns:a16="http://schemas.microsoft.com/office/drawing/2014/main" id="{AE32BA5C-C3A9-184E-AFD3-4E15B09FF3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3213" y="3262313"/>
              <a:ext cx="715962" cy="663575"/>
            </a:xfrm>
            <a:custGeom>
              <a:avLst/>
              <a:gdLst>
                <a:gd name="T0" fmla="*/ 62 w 1988"/>
                <a:gd name="T1" fmla="*/ 1307 h 1842"/>
                <a:gd name="T2" fmla="*/ 0 w 1988"/>
                <a:gd name="T3" fmla="*/ 933 h 1842"/>
                <a:gd name="T4" fmla="*/ 120 w 1988"/>
                <a:gd name="T5" fmla="*/ 423 h 1842"/>
                <a:gd name="T6" fmla="*/ 518 w 1988"/>
                <a:gd name="T7" fmla="*/ 91 h 1842"/>
                <a:gd name="T8" fmla="*/ 1033 w 1988"/>
                <a:gd name="T9" fmla="*/ 0 h 1842"/>
                <a:gd name="T10" fmla="*/ 1618 w 1988"/>
                <a:gd name="T11" fmla="*/ 125 h 1842"/>
                <a:gd name="T12" fmla="*/ 1950 w 1988"/>
                <a:gd name="T13" fmla="*/ 531 h 1842"/>
                <a:gd name="T14" fmla="*/ 1966 w 1988"/>
                <a:gd name="T15" fmla="*/ 643 h 1842"/>
                <a:gd name="T16" fmla="*/ 1481 w 1988"/>
                <a:gd name="T17" fmla="*/ 643 h 1842"/>
                <a:gd name="T18" fmla="*/ 1456 w 1988"/>
                <a:gd name="T19" fmla="*/ 506 h 1842"/>
                <a:gd name="T20" fmla="*/ 1240 w 1988"/>
                <a:gd name="T21" fmla="*/ 303 h 1842"/>
                <a:gd name="T22" fmla="*/ 1037 w 1988"/>
                <a:gd name="T23" fmla="*/ 274 h 1842"/>
                <a:gd name="T24" fmla="*/ 809 w 1988"/>
                <a:gd name="T25" fmla="*/ 315 h 1842"/>
                <a:gd name="T26" fmla="*/ 556 w 1988"/>
                <a:gd name="T27" fmla="*/ 573 h 1842"/>
                <a:gd name="T28" fmla="*/ 494 w 1988"/>
                <a:gd name="T29" fmla="*/ 942 h 1842"/>
                <a:gd name="T30" fmla="*/ 539 w 1988"/>
                <a:gd name="T31" fmla="*/ 1249 h 1842"/>
                <a:gd name="T32" fmla="*/ 792 w 1988"/>
                <a:gd name="T33" fmla="*/ 1527 h 1842"/>
                <a:gd name="T34" fmla="*/ 1041 w 1988"/>
                <a:gd name="T35" fmla="*/ 1572 h 1842"/>
                <a:gd name="T36" fmla="*/ 1257 w 1988"/>
                <a:gd name="T37" fmla="*/ 1539 h 1842"/>
                <a:gd name="T38" fmla="*/ 1460 w 1988"/>
                <a:gd name="T39" fmla="*/ 1356 h 1842"/>
                <a:gd name="T40" fmla="*/ 1497 w 1988"/>
                <a:gd name="T41" fmla="*/ 1170 h 1842"/>
                <a:gd name="T42" fmla="*/ 1987 w 1988"/>
                <a:gd name="T43" fmla="*/ 1170 h 1842"/>
                <a:gd name="T44" fmla="*/ 1962 w 1988"/>
                <a:gd name="T45" fmla="*/ 1336 h 1842"/>
                <a:gd name="T46" fmla="*/ 1638 w 1988"/>
                <a:gd name="T47" fmla="*/ 1721 h 1842"/>
                <a:gd name="T48" fmla="*/ 1041 w 1988"/>
                <a:gd name="T49" fmla="*/ 1841 h 1842"/>
                <a:gd name="T50" fmla="*/ 568 w 1988"/>
                <a:gd name="T51" fmla="*/ 1771 h 1842"/>
                <a:gd name="T52" fmla="*/ 62 w 1988"/>
                <a:gd name="T53" fmla="*/ 1307 h 1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988" h="1842">
                  <a:moveTo>
                    <a:pt x="62" y="1307"/>
                  </a:moveTo>
                  <a:cubicBezTo>
                    <a:pt x="21" y="1191"/>
                    <a:pt x="0" y="1066"/>
                    <a:pt x="0" y="933"/>
                  </a:cubicBezTo>
                  <a:cubicBezTo>
                    <a:pt x="0" y="751"/>
                    <a:pt x="33" y="573"/>
                    <a:pt x="120" y="423"/>
                  </a:cubicBezTo>
                  <a:cubicBezTo>
                    <a:pt x="211" y="270"/>
                    <a:pt x="348" y="154"/>
                    <a:pt x="518" y="91"/>
                  </a:cubicBezTo>
                  <a:cubicBezTo>
                    <a:pt x="680" y="33"/>
                    <a:pt x="850" y="0"/>
                    <a:pt x="1033" y="0"/>
                  </a:cubicBezTo>
                  <a:cubicBezTo>
                    <a:pt x="1240" y="0"/>
                    <a:pt x="1439" y="46"/>
                    <a:pt x="1618" y="125"/>
                  </a:cubicBezTo>
                  <a:cubicBezTo>
                    <a:pt x="1784" y="195"/>
                    <a:pt x="1912" y="349"/>
                    <a:pt x="1950" y="531"/>
                  </a:cubicBezTo>
                  <a:cubicBezTo>
                    <a:pt x="1958" y="568"/>
                    <a:pt x="1962" y="606"/>
                    <a:pt x="1966" y="643"/>
                  </a:cubicBezTo>
                  <a:lnTo>
                    <a:pt x="1481" y="643"/>
                  </a:lnTo>
                  <a:cubicBezTo>
                    <a:pt x="1481" y="597"/>
                    <a:pt x="1472" y="552"/>
                    <a:pt x="1456" y="506"/>
                  </a:cubicBezTo>
                  <a:cubicBezTo>
                    <a:pt x="1419" y="411"/>
                    <a:pt x="1340" y="332"/>
                    <a:pt x="1240" y="303"/>
                  </a:cubicBezTo>
                  <a:cubicBezTo>
                    <a:pt x="1174" y="282"/>
                    <a:pt x="1107" y="274"/>
                    <a:pt x="1037" y="274"/>
                  </a:cubicBezTo>
                  <a:cubicBezTo>
                    <a:pt x="958" y="274"/>
                    <a:pt x="879" y="286"/>
                    <a:pt x="809" y="315"/>
                  </a:cubicBezTo>
                  <a:cubicBezTo>
                    <a:pt x="688" y="357"/>
                    <a:pt x="597" y="452"/>
                    <a:pt x="556" y="573"/>
                  </a:cubicBezTo>
                  <a:cubicBezTo>
                    <a:pt x="514" y="689"/>
                    <a:pt x="494" y="813"/>
                    <a:pt x="494" y="942"/>
                  </a:cubicBezTo>
                  <a:cubicBezTo>
                    <a:pt x="494" y="1050"/>
                    <a:pt x="510" y="1153"/>
                    <a:pt x="539" y="1249"/>
                  </a:cubicBezTo>
                  <a:cubicBezTo>
                    <a:pt x="572" y="1377"/>
                    <a:pt x="672" y="1481"/>
                    <a:pt x="792" y="1527"/>
                  </a:cubicBezTo>
                  <a:cubicBezTo>
                    <a:pt x="871" y="1556"/>
                    <a:pt x="954" y="1572"/>
                    <a:pt x="1041" y="1572"/>
                  </a:cubicBezTo>
                  <a:cubicBezTo>
                    <a:pt x="1116" y="1572"/>
                    <a:pt x="1186" y="1560"/>
                    <a:pt x="1257" y="1539"/>
                  </a:cubicBezTo>
                  <a:cubicBezTo>
                    <a:pt x="1348" y="1510"/>
                    <a:pt x="1423" y="1444"/>
                    <a:pt x="1460" y="1356"/>
                  </a:cubicBezTo>
                  <a:cubicBezTo>
                    <a:pt x="1485" y="1298"/>
                    <a:pt x="1497" y="1236"/>
                    <a:pt x="1497" y="1170"/>
                  </a:cubicBezTo>
                  <a:lnTo>
                    <a:pt x="1987" y="1170"/>
                  </a:lnTo>
                  <a:cubicBezTo>
                    <a:pt x="1983" y="1228"/>
                    <a:pt x="1974" y="1282"/>
                    <a:pt x="1962" y="1336"/>
                  </a:cubicBezTo>
                  <a:cubicBezTo>
                    <a:pt x="1920" y="1510"/>
                    <a:pt x="1800" y="1655"/>
                    <a:pt x="1638" y="1721"/>
                  </a:cubicBezTo>
                  <a:cubicBezTo>
                    <a:pt x="1456" y="1800"/>
                    <a:pt x="1253" y="1841"/>
                    <a:pt x="1041" y="1841"/>
                  </a:cubicBezTo>
                  <a:cubicBezTo>
                    <a:pt x="875" y="1841"/>
                    <a:pt x="718" y="1817"/>
                    <a:pt x="568" y="1771"/>
                  </a:cubicBezTo>
                  <a:cubicBezTo>
                    <a:pt x="336" y="1692"/>
                    <a:pt x="137" y="1527"/>
                    <a:pt x="62" y="1307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49" name="Freeform 8">
              <a:extLst>
                <a:ext uri="{FF2B5EF4-FFF2-40B4-BE49-F238E27FC236}">
                  <a16:creationId xmlns:a16="http://schemas.microsoft.com/office/drawing/2014/main" id="{8A0DB868-FC5A-BD44-9EA8-45E6496045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1138" y="4083050"/>
              <a:ext cx="153987" cy="398463"/>
            </a:xfrm>
            <a:custGeom>
              <a:avLst/>
              <a:gdLst>
                <a:gd name="T0" fmla="*/ 415 w 428"/>
                <a:gd name="T1" fmla="*/ 0 h 1109"/>
                <a:gd name="T2" fmla="*/ 0 w 428"/>
                <a:gd name="T3" fmla="*/ 38 h 1109"/>
                <a:gd name="T4" fmla="*/ 0 w 428"/>
                <a:gd name="T5" fmla="*/ 100 h 1109"/>
                <a:gd name="T6" fmla="*/ 12 w 428"/>
                <a:gd name="T7" fmla="*/ 100 h 1109"/>
                <a:gd name="T8" fmla="*/ 178 w 428"/>
                <a:gd name="T9" fmla="*/ 241 h 1109"/>
                <a:gd name="T10" fmla="*/ 178 w 428"/>
                <a:gd name="T11" fmla="*/ 1108 h 1109"/>
                <a:gd name="T12" fmla="*/ 427 w 428"/>
                <a:gd name="T13" fmla="*/ 1108 h 1109"/>
                <a:gd name="T14" fmla="*/ 427 w 428"/>
                <a:gd name="T15" fmla="*/ 0 h 1109"/>
                <a:gd name="T16" fmla="*/ 415 w 428"/>
                <a:gd name="T17" fmla="*/ 0 h 1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8" h="1109">
                  <a:moveTo>
                    <a:pt x="415" y="0"/>
                  </a:moveTo>
                  <a:lnTo>
                    <a:pt x="0" y="38"/>
                  </a:lnTo>
                  <a:lnTo>
                    <a:pt x="0" y="100"/>
                  </a:lnTo>
                  <a:lnTo>
                    <a:pt x="12" y="100"/>
                  </a:lnTo>
                  <a:cubicBezTo>
                    <a:pt x="178" y="121"/>
                    <a:pt x="178" y="121"/>
                    <a:pt x="178" y="241"/>
                  </a:cubicBezTo>
                  <a:lnTo>
                    <a:pt x="178" y="1108"/>
                  </a:lnTo>
                  <a:lnTo>
                    <a:pt x="427" y="1108"/>
                  </a:lnTo>
                  <a:lnTo>
                    <a:pt x="427" y="0"/>
                  </a:lnTo>
                  <a:lnTo>
                    <a:pt x="41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50" name="Freeform 9">
              <a:extLst>
                <a:ext uri="{FF2B5EF4-FFF2-40B4-BE49-F238E27FC236}">
                  <a16:creationId xmlns:a16="http://schemas.microsoft.com/office/drawing/2014/main" id="{BFCB2AFF-A2AD-624A-8B85-9A1C9FB5DA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6088" y="4198938"/>
              <a:ext cx="315912" cy="282575"/>
            </a:xfrm>
            <a:custGeom>
              <a:avLst/>
              <a:gdLst>
                <a:gd name="T0" fmla="*/ 643 w 876"/>
                <a:gd name="T1" fmla="*/ 4 h 785"/>
                <a:gd name="T2" fmla="*/ 353 w 876"/>
                <a:gd name="T3" fmla="*/ 170 h 785"/>
                <a:gd name="T4" fmla="*/ 353 w 876"/>
                <a:gd name="T5" fmla="*/ 0 h 785"/>
                <a:gd name="T6" fmla="*/ 336 w 876"/>
                <a:gd name="T7" fmla="*/ 4 h 785"/>
                <a:gd name="T8" fmla="*/ 0 w 876"/>
                <a:gd name="T9" fmla="*/ 58 h 785"/>
                <a:gd name="T10" fmla="*/ 0 w 876"/>
                <a:gd name="T11" fmla="*/ 116 h 785"/>
                <a:gd name="T12" fmla="*/ 17 w 876"/>
                <a:gd name="T13" fmla="*/ 116 h 785"/>
                <a:gd name="T14" fmla="*/ 145 w 876"/>
                <a:gd name="T15" fmla="*/ 240 h 785"/>
                <a:gd name="T16" fmla="*/ 145 w 876"/>
                <a:gd name="T17" fmla="*/ 784 h 785"/>
                <a:gd name="T18" fmla="*/ 353 w 876"/>
                <a:gd name="T19" fmla="*/ 784 h 785"/>
                <a:gd name="T20" fmla="*/ 353 w 876"/>
                <a:gd name="T21" fmla="*/ 386 h 785"/>
                <a:gd name="T22" fmla="*/ 560 w 876"/>
                <a:gd name="T23" fmla="*/ 141 h 785"/>
                <a:gd name="T24" fmla="*/ 664 w 876"/>
                <a:gd name="T25" fmla="*/ 361 h 785"/>
                <a:gd name="T26" fmla="*/ 664 w 876"/>
                <a:gd name="T27" fmla="*/ 784 h 785"/>
                <a:gd name="T28" fmla="*/ 871 w 876"/>
                <a:gd name="T29" fmla="*/ 784 h 785"/>
                <a:gd name="T30" fmla="*/ 871 w 876"/>
                <a:gd name="T31" fmla="*/ 240 h 785"/>
                <a:gd name="T32" fmla="*/ 643 w 876"/>
                <a:gd name="T33" fmla="*/ 4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6" h="785">
                  <a:moveTo>
                    <a:pt x="643" y="4"/>
                  </a:moveTo>
                  <a:cubicBezTo>
                    <a:pt x="490" y="4"/>
                    <a:pt x="398" y="108"/>
                    <a:pt x="353" y="170"/>
                  </a:cubicBezTo>
                  <a:cubicBezTo>
                    <a:pt x="353" y="112"/>
                    <a:pt x="353" y="0"/>
                    <a:pt x="353" y="0"/>
                  </a:cubicBezTo>
                  <a:lnTo>
                    <a:pt x="336" y="4"/>
                  </a:lnTo>
                  <a:lnTo>
                    <a:pt x="0" y="58"/>
                  </a:lnTo>
                  <a:lnTo>
                    <a:pt x="0" y="116"/>
                  </a:lnTo>
                  <a:lnTo>
                    <a:pt x="17" y="116"/>
                  </a:lnTo>
                  <a:cubicBezTo>
                    <a:pt x="124" y="120"/>
                    <a:pt x="145" y="141"/>
                    <a:pt x="145" y="240"/>
                  </a:cubicBezTo>
                  <a:lnTo>
                    <a:pt x="145" y="784"/>
                  </a:lnTo>
                  <a:lnTo>
                    <a:pt x="353" y="784"/>
                  </a:lnTo>
                  <a:lnTo>
                    <a:pt x="353" y="386"/>
                  </a:lnTo>
                  <a:cubicBezTo>
                    <a:pt x="353" y="278"/>
                    <a:pt x="452" y="141"/>
                    <a:pt x="560" y="141"/>
                  </a:cubicBezTo>
                  <a:cubicBezTo>
                    <a:pt x="660" y="141"/>
                    <a:pt x="664" y="224"/>
                    <a:pt x="664" y="361"/>
                  </a:cubicBezTo>
                  <a:lnTo>
                    <a:pt x="664" y="784"/>
                  </a:lnTo>
                  <a:lnTo>
                    <a:pt x="871" y="784"/>
                  </a:lnTo>
                  <a:lnTo>
                    <a:pt x="871" y="240"/>
                  </a:lnTo>
                  <a:cubicBezTo>
                    <a:pt x="875" y="87"/>
                    <a:pt x="792" y="4"/>
                    <a:pt x="643" y="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51" name="Freeform 10">
              <a:extLst>
                <a:ext uri="{FF2B5EF4-FFF2-40B4-BE49-F238E27FC236}">
                  <a16:creationId xmlns:a16="http://schemas.microsoft.com/office/drawing/2014/main" id="{01095FC3-BDC5-A549-A563-41D39503D1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6138" y="4200525"/>
              <a:ext cx="212725" cy="288925"/>
            </a:xfrm>
            <a:custGeom>
              <a:avLst/>
              <a:gdLst>
                <a:gd name="T0" fmla="*/ 348 w 590"/>
                <a:gd name="T1" fmla="*/ 303 h 802"/>
                <a:gd name="T2" fmla="*/ 195 w 590"/>
                <a:gd name="T3" fmla="*/ 170 h 802"/>
                <a:gd name="T4" fmla="*/ 307 w 590"/>
                <a:gd name="T5" fmla="*/ 100 h 802"/>
                <a:gd name="T6" fmla="*/ 502 w 590"/>
                <a:gd name="T7" fmla="*/ 166 h 802"/>
                <a:gd name="T8" fmla="*/ 535 w 590"/>
                <a:gd name="T9" fmla="*/ 187 h 802"/>
                <a:gd name="T10" fmla="*/ 535 w 590"/>
                <a:gd name="T11" fmla="*/ 162 h 802"/>
                <a:gd name="T12" fmla="*/ 535 w 590"/>
                <a:gd name="T13" fmla="*/ 33 h 802"/>
                <a:gd name="T14" fmla="*/ 506 w 590"/>
                <a:gd name="T15" fmla="*/ 25 h 802"/>
                <a:gd name="T16" fmla="*/ 315 w 590"/>
                <a:gd name="T17" fmla="*/ 0 h 802"/>
                <a:gd name="T18" fmla="*/ 0 w 590"/>
                <a:gd name="T19" fmla="*/ 224 h 802"/>
                <a:gd name="T20" fmla="*/ 228 w 590"/>
                <a:gd name="T21" fmla="*/ 465 h 802"/>
                <a:gd name="T22" fmla="*/ 390 w 590"/>
                <a:gd name="T23" fmla="*/ 606 h 802"/>
                <a:gd name="T24" fmla="*/ 249 w 590"/>
                <a:gd name="T25" fmla="*/ 697 h 802"/>
                <a:gd name="T26" fmla="*/ 20 w 590"/>
                <a:gd name="T27" fmla="*/ 618 h 802"/>
                <a:gd name="T28" fmla="*/ 0 w 590"/>
                <a:gd name="T29" fmla="*/ 606 h 802"/>
                <a:gd name="T30" fmla="*/ 0 w 590"/>
                <a:gd name="T31" fmla="*/ 767 h 802"/>
                <a:gd name="T32" fmla="*/ 16 w 590"/>
                <a:gd name="T33" fmla="*/ 771 h 802"/>
                <a:gd name="T34" fmla="*/ 244 w 590"/>
                <a:gd name="T35" fmla="*/ 801 h 802"/>
                <a:gd name="T36" fmla="*/ 580 w 590"/>
                <a:gd name="T37" fmla="*/ 568 h 802"/>
                <a:gd name="T38" fmla="*/ 348 w 590"/>
                <a:gd name="T39" fmla="*/ 303 h 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90" h="802">
                  <a:moveTo>
                    <a:pt x="348" y="303"/>
                  </a:moveTo>
                  <a:cubicBezTo>
                    <a:pt x="265" y="261"/>
                    <a:pt x="195" y="228"/>
                    <a:pt x="195" y="170"/>
                  </a:cubicBezTo>
                  <a:cubicBezTo>
                    <a:pt x="195" y="104"/>
                    <a:pt x="274" y="100"/>
                    <a:pt x="307" y="100"/>
                  </a:cubicBezTo>
                  <a:cubicBezTo>
                    <a:pt x="394" y="100"/>
                    <a:pt x="468" y="145"/>
                    <a:pt x="502" y="166"/>
                  </a:cubicBezTo>
                  <a:lnTo>
                    <a:pt x="535" y="187"/>
                  </a:lnTo>
                  <a:lnTo>
                    <a:pt x="535" y="162"/>
                  </a:lnTo>
                  <a:lnTo>
                    <a:pt x="535" y="33"/>
                  </a:lnTo>
                  <a:lnTo>
                    <a:pt x="506" y="25"/>
                  </a:lnTo>
                  <a:cubicBezTo>
                    <a:pt x="468" y="17"/>
                    <a:pt x="398" y="0"/>
                    <a:pt x="315" y="0"/>
                  </a:cubicBezTo>
                  <a:cubicBezTo>
                    <a:pt x="120" y="0"/>
                    <a:pt x="0" y="83"/>
                    <a:pt x="0" y="224"/>
                  </a:cubicBezTo>
                  <a:cubicBezTo>
                    <a:pt x="0" y="353"/>
                    <a:pt x="124" y="411"/>
                    <a:pt x="228" y="465"/>
                  </a:cubicBezTo>
                  <a:cubicBezTo>
                    <a:pt x="311" y="506"/>
                    <a:pt x="390" y="543"/>
                    <a:pt x="390" y="606"/>
                  </a:cubicBezTo>
                  <a:cubicBezTo>
                    <a:pt x="390" y="664"/>
                    <a:pt x="340" y="697"/>
                    <a:pt x="249" y="697"/>
                  </a:cubicBezTo>
                  <a:cubicBezTo>
                    <a:pt x="149" y="697"/>
                    <a:pt x="70" y="647"/>
                    <a:pt x="20" y="618"/>
                  </a:cubicBezTo>
                  <a:lnTo>
                    <a:pt x="0" y="606"/>
                  </a:lnTo>
                  <a:lnTo>
                    <a:pt x="0" y="767"/>
                  </a:lnTo>
                  <a:lnTo>
                    <a:pt x="16" y="771"/>
                  </a:lnTo>
                  <a:cubicBezTo>
                    <a:pt x="58" y="780"/>
                    <a:pt x="137" y="801"/>
                    <a:pt x="244" y="801"/>
                  </a:cubicBezTo>
                  <a:cubicBezTo>
                    <a:pt x="456" y="801"/>
                    <a:pt x="580" y="713"/>
                    <a:pt x="580" y="568"/>
                  </a:cubicBezTo>
                  <a:cubicBezTo>
                    <a:pt x="589" y="419"/>
                    <a:pt x="460" y="357"/>
                    <a:pt x="348" y="303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52" name="Freeform 11">
              <a:extLst>
                <a:ext uri="{FF2B5EF4-FFF2-40B4-BE49-F238E27FC236}">
                  <a16:creationId xmlns:a16="http://schemas.microsoft.com/office/drawing/2014/main" id="{67332802-95F1-BD4E-A57B-E2DBDF38E3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5375" y="4198938"/>
              <a:ext cx="325438" cy="396875"/>
            </a:xfrm>
            <a:custGeom>
              <a:avLst/>
              <a:gdLst>
                <a:gd name="T0" fmla="*/ 577 w 906"/>
                <a:gd name="T1" fmla="*/ 4 h 1104"/>
                <a:gd name="T2" fmla="*/ 357 w 906"/>
                <a:gd name="T3" fmla="*/ 112 h 1104"/>
                <a:gd name="T4" fmla="*/ 357 w 906"/>
                <a:gd name="T5" fmla="*/ 0 h 1104"/>
                <a:gd name="T6" fmla="*/ 336 w 906"/>
                <a:gd name="T7" fmla="*/ 4 h 1104"/>
                <a:gd name="T8" fmla="*/ 0 w 906"/>
                <a:gd name="T9" fmla="*/ 58 h 1104"/>
                <a:gd name="T10" fmla="*/ 0 w 906"/>
                <a:gd name="T11" fmla="*/ 116 h 1104"/>
                <a:gd name="T12" fmla="*/ 13 w 906"/>
                <a:gd name="T13" fmla="*/ 116 h 1104"/>
                <a:gd name="T14" fmla="*/ 137 w 906"/>
                <a:gd name="T15" fmla="*/ 240 h 1104"/>
                <a:gd name="T16" fmla="*/ 137 w 906"/>
                <a:gd name="T17" fmla="*/ 1103 h 1104"/>
                <a:gd name="T18" fmla="*/ 345 w 906"/>
                <a:gd name="T19" fmla="*/ 1103 h 1104"/>
                <a:gd name="T20" fmla="*/ 345 w 906"/>
                <a:gd name="T21" fmla="*/ 709 h 1104"/>
                <a:gd name="T22" fmla="*/ 560 w 906"/>
                <a:gd name="T23" fmla="*/ 800 h 1104"/>
                <a:gd name="T24" fmla="*/ 896 w 906"/>
                <a:gd name="T25" fmla="*/ 390 h 1104"/>
                <a:gd name="T26" fmla="*/ 577 w 906"/>
                <a:gd name="T27" fmla="*/ 4 h 1104"/>
                <a:gd name="T28" fmla="*/ 515 w 906"/>
                <a:gd name="T29" fmla="*/ 120 h 1104"/>
                <a:gd name="T30" fmla="*/ 672 w 906"/>
                <a:gd name="T31" fmla="*/ 394 h 1104"/>
                <a:gd name="T32" fmla="*/ 515 w 906"/>
                <a:gd name="T33" fmla="*/ 688 h 1104"/>
                <a:gd name="T34" fmla="*/ 349 w 906"/>
                <a:gd name="T35" fmla="*/ 456 h 1104"/>
                <a:gd name="T36" fmla="*/ 349 w 906"/>
                <a:gd name="T37" fmla="*/ 390 h 1104"/>
                <a:gd name="T38" fmla="*/ 515 w 906"/>
                <a:gd name="T39" fmla="*/ 120 h 1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06" h="1104">
                  <a:moveTo>
                    <a:pt x="577" y="4"/>
                  </a:moveTo>
                  <a:cubicBezTo>
                    <a:pt x="498" y="4"/>
                    <a:pt x="424" y="41"/>
                    <a:pt x="357" y="112"/>
                  </a:cubicBezTo>
                  <a:cubicBezTo>
                    <a:pt x="357" y="75"/>
                    <a:pt x="357" y="0"/>
                    <a:pt x="357" y="0"/>
                  </a:cubicBezTo>
                  <a:lnTo>
                    <a:pt x="336" y="4"/>
                  </a:lnTo>
                  <a:lnTo>
                    <a:pt x="0" y="58"/>
                  </a:lnTo>
                  <a:lnTo>
                    <a:pt x="0" y="116"/>
                  </a:lnTo>
                  <a:lnTo>
                    <a:pt x="13" y="116"/>
                  </a:lnTo>
                  <a:cubicBezTo>
                    <a:pt x="117" y="120"/>
                    <a:pt x="137" y="141"/>
                    <a:pt x="137" y="240"/>
                  </a:cubicBezTo>
                  <a:lnTo>
                    <a:pt x="137" y="1103"/>
                  </a:lnTo>
                  <a:lnTo>
                    <a:pt x="345" y="1103"/>
                  </a:lnTo>
                  <a:cubicBezTo>
                    <a:pt x="345" y="1103"/>
                    <a:pt x="345" y="775"/>
                    <a:pt x="345" y="709"/>
                  </a:cubicBezTo>
                  <a:cubicBezTo>
                    <a:pt x="382" y="755"/>
                    <a:pt x="444" y="800"/>
                    <a:pt x="560" y="800"/>
                  </a:cubicBezTo>
                  <a:cubicBezTo>
                    <a:pt x="780" y="800"/>
                    <a:pt x="896" y="659"/>
                    <a:pt x="896" y="390"/>
                  </a:cubicBezTo>
                  <a:cubicBezTo>
                    <a:pt x="905" y="145"/>
                    <a:pt x="784" y="4"/>
                    <a:pt x="577" y="4"/>
                  </a:cubicBezTo>
                  <a:close/>
                  <a:moveTo>
                    <a:pt x="515" y="120"/>
                  </a:moveTo>
                  <a:cubicBezTo>
                    <a:pt x="656" y="120"/>
                    <a:pt x="672" y="274"/>
                    <a:pt x="672" y="394"/>
                  </a:cubicBezTo>
                  <a:cubicBezTo>
                    <a:pt x="672" y="593"/>
                    <a:pt x="623" y="688"/>
                    <a:pt x="515" y="688"/>
                  </a:cubicBezTo>
                  <a:cubicBezTo>
                    <a:pt x="378" y="688"/>
                    <a:pt x="349" y="560"/>
                    <a:pt x="349" y="456"/>
                  </a:cubicBezTo>
                  <a:lnTo>
                    <a:pt x="349" y="390"/>
                  </a:lnTo>
                  <a:cubicBezTo>
                    <a:pt x="353" y="307"/>
                    <a:pt x="370" y="120"/>
                    <a:pt x="515" y="120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53" name="Freeform 12">
              <a:extLst>
                <a:ext uri="{FF2B5EF4-FFF2-40B4-BE49-F238E27FC236}">
                  <a16:creationId xmlns:a16="http://schemas.microsoft.com/office/drawing/2014/main" id="{1620EBC1-91A3-0747-8FF2-60CECD8980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3200" y="4198938"/>
              <a:ext cx="123825" cy="282575"/>
            </a:xfrm>
            <a:custGeom>
              <a:avLst/>
              <a:gdLst>
                <a:gd name="T0" fmla="*/ 0 w 345"/>
                <a:gd name="T1" fmla="*/ 58 h 785"/>
                <a:gd name="T2" fmla="*/ 0 w 345"/>
                <a:gd name="T3" fmla="*/ 116 h 785"/>
                <a:gd name="T4" fmla="*/ 12 w 345"/>
                <a:gd name="T5" fmla="*/ 116 h 785"/>
                <a:gd name="T6" fmla="*/ 137 w 345"/>
                <a:gd name="T7" fmla="*/ 240 h 785"/>
                <a:gd name="T8" fmla="*/ 137 w 345"/>
                <a:gd name="T9" fmla="*/ 784 h 785"/>
                <a:gd name="T10" fmla="*/ 344 w 345"/>
                <a:gd name="T11" fmla="*/ 784 h 785"/>
                <a:gd name="T12" fmla="*/ 344 w 345"/>
                <a:gd name="T13" fmla="*/ 0 h 785"/>
                <a:gd name="T14" fmla="*/ 328 w 345"/>
                <a:gd name="T15" fmla="*/ 4 h 785"/>
                <a:gd name="T16" fmla="*/ 0 w 345"/>
                <a:gd name="T17" fmla="*/ 58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5" h="785">
                  <a:moveTo>
                    <a:pt x="0" y="58"/>
                  </a:moveTo>
                  <a:lnTo>
                    <a:pt x="0" y="116"/>
                  </a:lnTo>
                  <a:lnTo>
                    <a:pt x="12" y="116"/>
                  </a:lnTo>
                  <a:cubicBezTo>
                    <a:pt x="116" y="120"/>
                    <a:pt x="137" y="141"/>
                    <a:pt x="137" y="240"/>
                  </a:cubicBezTo>
                  <a:lnTo>
                    <a:pt x="137" y="784"/>
                  </a:lnTo>
                  <a:lnTo>
                    <a:pt x="344" y="784"/>
                  </a:lnTo>
                  <a:lnTo>
                    <a:pt x="344" y="0"/>
                  </a:lnTo>
                  <a:lnTo>
                    <a:pt x="328" y="4"/>
                  </a:lnTo>
                  <a:lnTo>
                    <a:pt x="0" y="5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54" name="Freeform 13">
              <a:extLst>
                <a:ext uri="{FF2B5EF4-FFF2-40B4-BE49-F238E27FC236}">
                  <a16:creationId xmlns:a16="http://schemas.microsoft.com/office/drawing/2014/main" id="{9AE043B0-CB1B-9E46-BB0B-62488F1C0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6063" y="4084638"/>
              <a:ext cx="93662" cy="82550"/>
            </a:xfrm>
            <a:custGeom>
              <a:avLst/>
              <a:gdLst>
                <a:gd name="T0" fmla="*/ 129 w 262"/>
                <a:gd name="T1" fmla="*/ 228 h 229"/>
                <a:gd name="T2" fmla="*/ 261 w 262"/>
                <a:gd name="T3" fmla="*/ 112 h 229"/>
                <a:gd name="T4" fmla="*/ 133 w 262"/>
                <a:gd name="T5" fmla="*/ 0 h 229"/>
                <a:gd name="T6" fmla="*/ 4 w 262"/>
                <a:gd name="T7" fmla="*/ 112 h 229"/>
                <a:gd name="T8" fmla="*/ 129 w 262"/>
                <a:gd name="T9" fmla="*/ 228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2" h="229">
                  <a:moveTo>
                    <a:pt x="129" y="228"/>
                  </a:moveTo>
                  <a:cubicBezTo>
                    <a:pt x="199" y="228"/>
                    <a:pt x="261" y="178"/>
                    <a:pt x="261" y="112"/>
                  </a:cubicBezTo>
                  <a:cubicBezTo>
                    <a:pt x="261" y="49"/>
                    <a:pt x="203" y="0"/>
                    <a:pt x="133" y="0"/>
                  </a:cubicBezTo>
                  <a:cubicBezTo>
                    <a:pt x="62" y="0"/>
                    <a:pt x="4" y="49"/>
                    <a:pt x="4" y="112"/>
                  </a:cubicBezTo>
                  <a:cubicBezTo>
                    <a:pt x="0" y="178"/>
                    <a:pt x="58" y="228"/>
                    <a:pt x="129" y="22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55" name="Freeform 14">
              <a:extLst>
                <a:ext uri="{FF2B5EF4-FFF2-40B4-BE49-F238E27FC236}">
                  <a16:creationId xmlns:a16="http://schemas.microsoft.com/office/drawing/2014/main" id="{BC547CDB-3E2C-4B44-A4C8-090E4FE2F8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638" y="4200525"/>
              <a:ext cx="244475" cy="280988"/>
            </a:xfrm>
            <a:custGeom>
              <a:avLst/>
              <a:gdLst>
                <a:gd name="T0" fmla="*/ 676 w 677"/>
                <a:gd name="T1" fmla="*/ 174 h 781"/>
                <a:gd name="T2" fmla="*/ 676 w 677"/>
                <a:gd name="T3" fmla="*/ 12 h 781"/>
                <a:gd name="T4" fmla="*/ 663 w 677"/>
                <a:gd name="T5" fmla="*/ 12 h 781"/>
                <a:gd name="T6" fmla="*/ 564 w 677"/>
                <a:gd name="T7" fmla="*/ 4 h 781"/>
                <a:gd name="T8" fmla="*/ 348 w 677"/>
                <a:gd name="T9" fmla="*/ 158 h 781"/>
                <a:gd name="T10" fmla="*/ 348 w 677"/>
                <a:gd name="T11" fmla="*/ 0 h 781"/>
                <a:gd name="T12" fmla="*/ 331 w 677"/>
                <a:gd name="T13" fmla="*/ 0 h 781"/>
                <a:gd name="T14" fmla="*/ 0 w 677"/>
                <a:gd name="T15" fmla="*/ 54 h 781"/>
                <a:gd name="T16" fmla="*/ 0 w 677"/>
                <a:gd name="T17" fmla="*/ 112 h 781"/>
                <a:gd name="T18" fmla="*/ 12 w 677"/>
                <a:gd name="T19" fmla="*/ 112 h 781"/>
                <a:gd name="T20" fmla="*/ 141 w 677"/>
                <a:gd name="T21" fmla="*/ 236 h 781"/>
                <a:gd name="T22" fmla="*/ 141 w 677"/>
                <a:gd name="T23" fmla="*/ 780 h 781"/>
                <a:gd name="T24" fmla="*/ 348 w 677"/>
                <a:gd name="T25" fmla="*/ 780 h 781"/>
                <a:gd name="T26" fmla="*/ 348 w 677"/>
                <a:gd name="T27" fmla="*/ 390 h 781"/>
                <a:gd name="T28" fmla="*/ 568 w 677"/>
                <a:gd name="T29" fmla="*/ 170 h 781"/>
                <a:gd name="T30" fmla="*/ 643 w 677"/>
                <a:gd name="T31" fmla="*/ 183 h 781"/>
                <a:gd name="T32" fmla="*/ 676 w 677"/>
                <a:gd name="T33" fmla="*/ 191 h 781"/>
                <a:gd name="T34" fmla="*/ 676 w 677"/>
                <a:gd name="T35" fmla="*/ 174 h 7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77" h="781">
                  <a:moveTo>
                    <a:pt x="676" y="174"/>
                  </a:moveTo>
                  <a:lnTo>
                    <a:pt x="676" y="12"/>
                  </a:lnTo>
                  <a:lnTo>
                    <a:pt x="663" y="12"/>
                  </a:lnTo>
                  <a:cubicBezTo>
                    <a:pt x="630" y="8"/>
                    <a:pt x="593" y="4"/>
                    <a:pt x="564" y="4"/>
                  </a:cubicBezTo>
                  <a:cubicBezTo>
                    <a:pt x="443" y="4"/>
                    <a:pt x="381" y="91"/>
                    <a:pt x="348" y="158"/>
                  </a:cubicBezTo>
                  <a:cubicBezTo>
                    <a:pt x="348" y="95"/>
                    <a:pt x="348" y="0"/>
                    <a:pt x="348" y="0"/>
                  </a:cubicBezTo>
                  <a:lnTo>
                    <a:pt x="331" y="0"/>
                  </a:lnTo>
                  <a:lnTo>
                    <a:pt x="0" y="54"/>
                  </a:lnTo>
                  <a:lnTo>
                    <a:pt x="0" y="112"/>
                  </a:lnTo>
                  <a:lnTo>
                    <a:pt x="12" y="112"/>
                  </a:lnTo>
                  <a:cubicBezTo>
                    <a:pt x="116" y="116"/>
                    <a:pt x="141" y="137"/>
                    <a:pt x="141" y="236"/>
                  </a:cubicBezTo>
                  <a:lnTo>
                    <a:pt x="141" y="780"/>
                  </a:lnTo>
                  <a:lnTo>
                    <a:pt x="348" y="780"/>
                  </a:lnTo>
                  <a:lnTo>
                    <a:pt x="348" y="390"/>
                  </a:lnTo>
                  <a:cubicBezTo>
                    <a:pt x="348" y="324"/>
                    <a:pt x="369" y="170"/>
                    <a:pt x="568" y="170"/>
                  </a:cubicBezTo>
                  <a:cubicBezTo>
                    <a:pt x="593" y="170"/>
                    <a:pt x="618" y="178"/>
                    <a:pt x="643" y="183"/>
                  </a:cubicBezTo>
                  <a:lnTo>
                    <a:pt x="676" y="191"/>
                  </a:lnTo>
                  <a:lnTo>
                    <a:pt x="676" y="17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56" name="Freeform 15">
              <a:extLst>
                <a:ext uri="{FF2B5EF4-FFF2-40B4-BE49-F238E27FC236}">
                  <a16:creationId xmlns:a16="http://schemas.microsoft.com/office/drawing/2014/main" id="{75E6D7FF-FE3E-1940-9EDE-F48BB8E267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275" y="4200525"/>
              <a:ext cx="266700" cy="287338"/>
            </a:xfrm>
            <a:custGeom>
              <a:avLst/>
              <a:gdLst>
                <a:gd name="T0" fmla="*/ 738 w 743"/>
                <a:gd name="T1" fmla="*/ 315 h 797"/>
                <a:gd name="T2" fmla="*/ 390 w 743"/>
                <a:gd name="T3" fmla="*/ 0 h 797"/>
                <a:gd name="T4" fmla="*/ 0 w 743"/>
                <a:gd name="T5" fmla="*/ 373 h 797"/>
                <a:gd name="T6" fmla="*/ 456 w 743"/>
                <a:gd name="T7" fmla="*/ 796 h 797"/>
                <a:gd name="T8" fmla="*/ 713 w 743"/>
                <a:gd name="T9" fmla="*/ 755 h 797"/>
                <a:gd name="T10" fmla="*/ 726 w 743"/>
                <a:gd name="T11" fmla="*/ 751 h 797"/>
                <a:gd name="T12" fmla="*/ 726 w 743"/>
                <a:gd name="T13" fmla="*/ 651 h 797"/>
                <a:gd name="T14" fmla="*/ 705 w 743"/>
                <a:gd name="T15" fmla="*/ 660 h 797"/>
                <a:gd name="T16" fmla="*/ 543 w 743"/>
                <a:gd name="T17" fmla="*/ 684 h 797"/>
                <a:gd name="T18" fmla="*/ 232 w 743"/>
                <a:gd name="T19" fmla="*/ 332 h 797"/>
                <a:gd name="T20" fmla="*/ 742 w 743"/>
                <a:gd name="T21" fmla="*/ 332 h 797"/>
                <a:gd name="T22" fmla="*/ 742 w 743"/>
                <a:gd name="T23" fmla="*/ 315 h 797"/>
                <a:gd name="T24" fmla="*/ 738 w 743"/>
                <a:gd name="T25" fmla="*/ 315 h 797"/>
                <a:gd name="T26" fmla="*/ 386 w 743"/>
                <a:gd name="T27" fmla="*/ 83 h 797"/>
                <a:gd name="T28" fmla="*/ 531 w 743"/>
                <a:gd name="T29" fmla="*/ 236 h 797"/>
                <a:gd name="T30" fmla="*/ 228 w 743"/>
                <a:gd name="T31" fmla="*/ 236 h 797"/>
                <a:gd name="T32" fmla="*/ 386 w 743"/>
                <a:gd name="T33" fmla="*/ 83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43" h="797">
                  <a:moveTo>
                    <a:pt x="738" y="315"/>
                  </a:moveTo>
                  <a:cubicBezTo>
                    <a:pt x="738" y="104"/>
                    <a:pt x="622" y="0"/>
                    <a:pt x="390" y="0"/>
                  </a:cubicBezTo>
                  <a:cubicBezTo>
                    <a:pt x="128" y="0"/>
                    <a:pt x="0" y="124"/>
                    <a:pt x="0" y="373"/>
                  </a:cubicBezTo>
                  <a:cubicBezTo>
                    <a:pt x="0" y="639"/>
                    <a:pt x="170" y="796"/>
                    <a:pt x="456" y="796"/>
                  </a:cubicBezTo>
                  <a:cubicBezTo>
                    <a:pt x="581" y="796"/>
                    <a:pt x="676" y="763"/>
                    <a:pt x="713" y="755"/>
                  </a:cubicBezTo>
                  <a:lnTo>
                    <a:pt x="726" y="751"/>
                  </a:lnTo>
                  <a:lnTo>
                    <a:pt x="726" y="651"/>
                  </a:lnTo>
                  <a:lnTo>
                    <a:pt x="705" y="660"/>
                  </a:lnTo>
                  <a:cubicBezTo>
                    <a:pt x="672" y="672"/>
                    <a:pt x="610" y="684"/>
                    <a:pt x="543" y="684"/>
                  </a:cubicBezTo>
                  <a:cubicBezTo>
                    <a:pt x="319" y="684"/>
                    <a:pt x="236" y="498"/>
                    <a:pt x="232" y="332"/>
                  </a:cubicBezTo>
                  <a:cubicBezTo>
                    <a:pt x="261" y="332"/>
                    <a:pt x="742" y="332"/>
                    <a:pt x="742" y="332"/>
                  </a:cubicBezTo>
                  <a:lnTo>
                    <a:pt x="742" y="315"/>
                  </a:lnTo>
                  <a:lnTo>
                    <a:pt x="738" y="315"/>
                  </a:lnTo>
                  <a:close/>
                  <a:moveTo>
                    <a:pt x="386" y="83"/>
                  </a:moveTo>
                  <a:cubicBezTo>
                    <a:pt x="498" y="83"/>
                    <a:pt x="527" y="166"/>
                    <a:pt x="531" y="236"/>
                  </a:cubicBezTo>
                  <a:cubicBezTo>
                    <a:pt x="506" y="236"/>
                    <a:pt x="257" y="236"/>
                    <a:pt x="228" y="236"/>
                  </a:cubicBezTo>
                  <a:cubicBezTo>
                    <a:pt x="232" y="183"/>
                    <a:pt x="269" y="83"/>
                    <a:pt x="386" y="8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57" name="Freeform 16">
              <a:extLst>
                <a:ext uri="{FF2B5EF4-FFF2-40B4-BE49-F238E27FC236}">
                  <a16:creationId xmlns:a16="http://schemas.microsoft.com/office/drawing/2014/main" id="{722805C6-4484-1C44-87E2-ECE83F45E6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0175" y="4071938"/>
              <a:ext cx="314325" cy="409575"/>
            </a:xfrm>
            <a:custGeom>
              <a:avLst/>
              <a:gdLst>
                <a:gd name="T0" fmla="*/ 634 w 872"/>
                <a:gd name="T1" fmla="*/ 357 h 1138"/>
                <a:gd name="T2" fmla="*/ 348 w 872"/>
                <a:gd name="T3" fmla="*/ 523 h 1138"/>
                <a:gd name="T4" fmla="*/ 348 w 872"/>
                <a:gd name="T5" fmla="*/ 0 h 1138"/>
                <a:gd name="T6" fmla="*/ 332 w 872"/>
                <a:gd name="T7" fmla="*/ 4 h 1138"/>
                <a:gd name="T8" fmla="*/ 0 w 872"/>
                <a:gd name="T9" fmla="*/ 46 h 1138"/>
                <a:gd name="T10" fmla="*/ 0 w 872"/>
                <a:gd name="T11" fmla="*/ 104 h 1138"/>
                <a:gd name="T12" fmla="*/ 16 w 872"/>
                <a:gd name="T13" fmla="*/ 104 h 1138"/>
                <a:gd name="T14" fmla="*/ 141 w 872"/>
                <a:gd name="T15" fmla="*/ 233 h 1138"/>
                <a:gd name="T16" fmla="*/ 141 w 872"/>
                <a:gd name="T17" fmla="*/ 1137 h 1138"/>
                <a:gd name="T18" fmla="*/ 348 w 872"/>
                <a:gd name="T19" fmla="*/ 1137 h 1138"/>
                <a:gd name="T20" fmla="*/ 348 w 872"/>
                <a:gd name="T21" fmla="*/ 747 h 1138"/>
                <a:gd name="T22" fmla="*/ 547 w 872"/>
                <a:gd name="T23" fmla="*/ 494 h 1138"/>
                <a:gd name="T24" fmla="*/ 663 w 872"/>
                <a:gd name="T25" fmla="*/ 660 h 1138"/>
                <a:gd name="T26" fmla="*/ 663 w 872"/>
                <a:gd name="T27" fmla="*/ 1137 h 1138"/>
                <a:gd name="T28" fmla="*/ 871 w 872"/>
                <a:gd name="T29" fmla="*/ 1137 h 1138"/>
                <a:gd name="T30" fmla="*/ 871 w 872"/>
                <a:gd name="T31" fmla="*/ 635 h 1138"/>
                <a:gd name="T32" fmla="*/ 634 w 872"/>
                <a:gd name="T33" fmla="*/ 357 h 1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2" h="1138">
                  <a:moveTo>
                    <a:pt x="634" y="357"/>
                  </a:moveTo>
                  <a:cubicBezTo>
                    <a:pt x="481" y="357"/>
                    <a:pt x="394" y="452"/>
                    <a:pt x="348" y="523"/>
                  </a:cubicBezTo>
                  <a:cubicBezTo>
                    <a:pt x="348" y="440"/>
                    <a:pt x="348" y="0"/>
                    <a:pt x="348" y="0"/>
                  </a:cubicBezTo>
                  <a:lnTo>
                    <a:pt x="332" y="4"/>
                  </a:lnTo>
                  <a:lnTo>
                    <a:pt x="0" y="46"/>
                  </a:lnTo>
                  <a:lnTo>
                    <a:pt x="0" y="104"/>
                  </a:lnTo>
                  <a:lnTo>
                    <a:pt x="16" y="104"/>
                  </a:lnTo>
                  <a:cubicBezTo>
                    <a:pt x="120" y="108"/>
                    <a:pt x="141" y="133"/>
                    <a:pt x="141" y="233"/>
                  </a:cubicBezTo>
                  <a:lnTo>
                    <a:pt x="141" y="1137"/>
                  </a:lnTo>
                  <a:lnTo>
                    <a:pt x="348" y="1137"/>
                  </a:lnTo>
                  <a:lnTo>
                    <a:pt x="348" y="747"/>
                  </a:lnTo>
                  <a:cubicBezTo>
                    <a:pt x="348" y="606"/>
                    <a:pt x="456" y="494"/>
                    <a:pt x="547" y="494"/>
                  </a:cubicBezTo>
                  <a:cubicBezTo>
                    <a:pt x="663" y="494"/>
                    <a:pt x="663" y="581"/>
                    <a:pt x="663" y="660"/>
                  </a:cubicBezTo>
                  <a:lnTo>
                    <a:pt x="663" y="1137"/>
                  </a:lnTo>
                  <a:lnTo>
                    <a:pt x="871" y="1137"/>
                  </a:lnTo>
                  <a:lnTo>
                    <a:pt x="871" y="635"/>
                  </a:lnTo>
                  <a:cubicBezTo>
                    <a:pt x="871" y="552"/>
                    <a:pt x="871" y="357"/>
                    <a:pt x="634" y="357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58" name="Freeform 17">
              <a:extLst>
                <a:ext uri="{FF2B5EF4-FFF2-40B4-BE49-F238E27FC236}">
                  <a16:creationId xmlns:a16="http://schemas.microsoft.com/office/drawing/2014/main" id="{C77A8482-89B5-A34E-AA34-7608500CD9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4350" y="4200525"/>
              <a:ext cx="266700" cy="287338"/>
            </a:xfrm>
            <a:custGeom>
              <a:avLst/>
              <a:gdLst>
                <a:gd name="T0" fmla="*/ 742 w 743"/>
                <a:gd name="T1" fmla="*/ 315 h 797"/>
                <a:gd name="T2" fmla="*/ 394 w 743"/>
                <a:gd name="T3" fmla="*/ 0 h 797"/>
                <a:gd name="T4" fmla="*/ 0 w 743"/>
                <a:gd name="T5" fmla="*/ 373 h 797"/>
                <a:gd name="T6" fmla="*/ 456 w 743"/>
                <a:gd name="T7" fmla="*/ 796 h 797"/>
                <a:gd name="T8" fmla="*/ 713 w 743"/>
                <a:gd name="T9" fmla="*/ 755 h 797"/>
                <a:gd name="T10" fmla="*/ 726 w 743"/>
                <a:gd name="T11" fmla="*/ 751 h 797"/>
                <a:gd name="T12" fmla="*/ 726 w 743"/>
                <a:gd name="T13" fmla="*/ 651 h 797"/>
                <a:gd name="T14" fmla="*/ 705 w 743"/>
                <a:gd name="T15" fmla="*/ 660 h 797"/>
                <a:gd name="T16" fmla="*/ 543 w 743"/>
                <a:gd name="T17" fmla="*/ 684 h 797"/>
                <a:gd name="T18" fmla="*/ 232 w 743"/>
                <a:gd name="T19" fmla="*/ 332 h 797"/>
                <a:gd name="T20" fmla="*/ 742 w 743"/>
                <a:gd name="T21" fmla="*/ 332 h 797"/>
                <a:gd name="T22" fmla="*/ 742 w 743"/>
                <a:gd name="T23" fmla="*/ 315 h 797"/>
                <a:gd name="T24" fmla="*/ 386 w 743"/>
                <a:gd name="T25" fmla="*/ 83 h 797"/>
                <a:gd name="T26" fmla="*/ 531 w 743"/>
                <a:gd name="T27" fmla="*/ 236 h 797"/>
                <a:gd name="T28" fmla="*/ 228 w 743"/>
                <a:gd name="T29" fmla="*/ 236 h 797"/>
                <a:gd name="T30" fmla="*/ 386 w 743"/>
                <a:gd name="T31" fmla="*/ 83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43" h="797">
                  <a:moveTo>
                    <a:pt x="742" y="315"/>
                  </a:moveTo>
                  <a:cubicBezTo>
                    <a:pt x="742" y="104"/>
                    <a:pt x="626" y="0"/>
                    <a:pt x="394" y="0"/>
                  </a:cubicBezTo>
                  <a:cubicBezTo>
                    <a:pt x="133" y="0"/>
                    <a:pt x="0" y="124"/>
                    <a:pt x="0" y="373"/>
                  </a:cubicBezTo>
                  <a:cubicBezTo>
                    <a:pt x="0" y="639"/>
                    <a:pt x="170" y="796"/>
                    <a:pt x="456" y="796"/>
                  </a:cubicBezTo>
                  <a:cubicBezTo>
                    <a:pt x="581" y="796"/>
                    <a:pt x="676" y="763"/>
                    <a:pt x="713" y="755"/>
                  </a:cubicBezTo>
                  <a:lnTo>
                    <a:pt x="726" y="751"/>
                  </a:lnTo>
                  <a:lnTo>
                    <a:pt x="726" y="651"/>
                  </a:lnTo>
                  <a:lnTo>
                    <a:pt x="705" y="660"/>
                  </a:lnTo>
                  <a:cubicBezTo>
                    <a:pt x="672" y="672"/>
                    <a:pt x="610" y="684"/>
                    <a:pt x="543" y="684"/>
                  </a:cubicBezTo>
                  <a:cubicBezTo>
                    <a:pt x="319" y="684"/>
                    <a:pt x="236" y="498"/>
                    <a:pt x="232" y="332"/>
                  </a:cubicBezTo>
                  <a:cubicBezTo>
                    <a:pt x="261" y="332"/>
                    <a:pt x="742" y="332"/>
                    <a:pt x="742" y="332"/>
                  </a:cubicBezTo>
                  <a:lnTo>
                    <a:pt x="742" y="315"/>
                  </a:lnTo>
                  <a:close/>
                  <a:moveTo>
                    <a:pt x="386" y="83"/>
                  </a:moveTo>
                  <a:cubicBezTo>
                    <a:pt x="498" y="83"/>
                    <a:pt x="527" y="166"/>
                    <a:pt x="531" y="236"/>
                  </a:cubicBezTo>
                  <a:cubicBezTo>
                    <a:pt x="506" y="236"/>
                    <a:pt x="257" y="236"/>
                    <a:pt x="228" y="236"/>
                  </a:cubicBezTo>
                  <a:cubicBezTo>
                    <a:pt x="236" y="183"/>
                    <a:pt x="270" y="83"/>
                    <a:pt x="386" y="8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59" name="Freeform 18">
              <a:extLst>
                <a:ext uri="{FF2B5EF4-FFF2-40B4-BE49-F238E27FC236}">
                  <a16:creationId xmlns:a16="http://schemas.microsoft.com/office/drawing/2014/main" id="{A5C8F1E5-0B3B-3D41-AA0C-BEDAF6EAB7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4113" y="4121150"/>
              <a:ext cx="212725" cy="366713"/>
            </a:xfrm>
            <a:custGeom>
              <a:avLst/>
              <a:gdLst>
                <a:gd name="T0" fmla="*/ 141 w 589"/>
                <a:gd name="T1" fmla="*/ 237 h 1017"/>
                <a:gd name="T2" fmla="*/ 0 w 589"/>
                <a:gd name="T3" fmla="*/ 237 h 1017"/>
                <a:gd name="T4" fmla="*/ 0 w 589"/>
                <a:gd name="T5" fmla="*/ 328 h 1017"/>
                <a:gd name="T6" fmla="*/ 141 w 589"/>
                <a:gd name="T7" fmla="*/ 328 h 1017"/>
                <a:gd name="T8" fmla="*/ 141 w 589"/>
                <a:gd name="T9" fmla="*/ 797 h 1017"/>
                <a:gd name="T10" fmla="*/ 427 w 589"/>
                <a:gd name="T11" fmla="*/ 1016 h 1017"/>
                <a:gd name="T12" fmla="*/ 551 w 589"/>
                <a:gd name="T13" fmla="*/ 1004 h 1017"/>
                <a:gd name="T14" fmla="*/ 564 w 589"/>
                <a:gd name="T15" fmla="*/ 1004 h 1017"/>
                <a:gd name="T16" fmla="*/ 564 w 589"/>
                <a:gd name="T17" fmla="*/ 909 h 1017"/>
                <a:gd name="T18" fmla="*/ 547 w 589"/>
                <a:gd name="T19" fmla="*/ 913 h 1017"/>
                <a:gd name="T20" fmla="*/ 485 w 589"/>
                <a:gd name="T21" fmla="*/ 917 h 1017"/>
                <a:gd name="T22" fmla="*/ 352 w 589"/>
                <a:gd name="T23" fmla="*/ 772 h 1017"/>
                <a:gd name="T24" fmla="*/ 352 w 589"/>
                <a:gd name="T25" fmla="*/ 328 h 1017"/>
                <a:gd name="T26" fmla="*/ 588 w 589"/>
                <a:gd name="T27" fmla="*/ 328 h 1017"/>
                <a:gd name="T28" fmla="*/ 588 w 589"/>
                <a:gd name="T29" fmla="*/ 237 h 1017"/>
                <a:gd name="T30" fmla="*/ 352 w 589"/>
                <a:gd name="T31" fmla="*/ 237 h 1017"/>
                <a:gd name="T32" fmla="*/ 352 w 589"/>
                <a:gd name="T33" fmla="*/ 0 h 1017"/>
                <a:gd name="T34" fmla="*/ 141 w 589"/>
                <a:gd name="T35" fmla="*/ 0 h 1017"/>
                <a:gd name="T36" fmla="*/ 141 w 589"/>
                <a:gd name="T37" fmla="*/ 237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89" h="1017">
                  <a:moveTo>
                    <a:pt x="141" y="237"/>
                  </a:moveTo>
                  <a:lnTo>
                    <a:pt x="0" y="237"/>
                  </a:lnTo>
                  <a:lnTo>
                    <a:pt x="0" y="328"/>
                  </a:lnTo>
                  <a:lnTo>
                    <a:pt x="141" y="328"/>
                  </a:lnTo>
                  <a:lnTo>
                    <a:pt x="141" y="797"/>
                  </a:lnTo>
                  <a:cubicBezTo>
                    <a:pt x="141" y="1000"/>
                    <a:pt x="270" y="1016"/>
                    <a:pt x="427" y="1016"/>
                  </a:cubicBezTo>
                  <a:cubicBezTo>
                    <a:pt x="464" y="1016"/>
                    <a:pt x="505" y="1012"/>
                    <a:pt x="551" y="1004"/>
                  </a:cubicBezTo>
                  <a:lnTo>
                    <a:pt x="564" y="1004"/>
                  </a:lnTo>
                  <a:lnTo>
                    <a:pt x="564" y="909"/>
                  </a:lnTo>
                  <a:lnTo>
                    <a:pt x="547" y="913"/>
                  </a:lnTo>
                  <a:cubicBezTo>
                    <a:pt x="530" y="917"/>
                    <a:pt x="510" y="917"/>
                    <a:pt x="485" y="917"/>
                  </a:cubicBezTo>
                  <a:cubicBezTo>
                    <a:pt x="360" y="917"/>
                    <a:pt x="352" y="880"/>
                    <a:pt x="352" y="772"/>
                  </a:cubicBezTo>
                  <a:lnTo>
                    <a:pt x="352" y="328"/>
                  </a:lnTo>
                  <a:lnTo>
                    <a:pt x="588" y="328"/>
                  </a:lnTo>
                  <a:lnTo>
                    <a:pt x="588" y="237"/>
                  </a:lnTo>
                  <a:lnTo>
                    <a:pt x="352" y="237"/>
                  </a:lnTo>
                  <a:lnTo>
                    <a:pt x="352" y="0"/>
                  </a:lnTo>
                  <a:lnTo>
                    <a:pt x="141" y="0"/>
                  </a:lnTo>
                  <a:lnTo>
                    <a:pt x="141" y="237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3" name="Freeform 19">
              <a:extLst>
                <a:ext uri="{FF2B5EF4-FFF2-40B4-BE49-F238E27FC236}">
                  <a16:creationId xmlns:a16="http://schemas.microsoft.com/office/drawing/2014/main" id="{384F3AF3-9A9D-6749-BA1F-3C4CDBAF59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49963" y="4087813"/>
              <a:ext cx="450850" cy="395287"/>
            </a:xfrm>
            <a:custGeom>
              <a:avLst/>
              <a:gdLst>
                <a:gd name="T0" fmla="*/ 1245 w 1254"/>
                <a:gd name="T1" fmla="*/ 0 h 1096"/>
                <a:gd name="T2" fmla="*/ 1033 w 1254"/>
                <a:gd name="T3" fmla="*/ 0 h 1096"/>
                <a:gd name="T4" fmla="*/ 1033 w 1254"/>
                <a:gd name="T5" fmla="*/ 829 h 1096"/>
                <a:gd name="T6" fmla="*/ 485 w 1254"/>
                <a:gd name="T7" fmla="*/ 0 h 1096"/>
                <a:gd name="T8" fmla="*/ 0 w 1254"/>
                <a:gd name="T9" fmla="*/ 0 h 1096"/>
                <a:gd name="T10" fmla="*/ 0 w 1254"/>
                <a:gd name="T11" fmla="*/ 62 h 1096"/>
                <a:gd name="T12" fmla="*/ 42 w 1254"/>
                <a:gd name="T13" fmla="*/ 70 h 1096"/>
                <a:gd name="T14" fmla="*/ 178 w 1254"/>
                <a:gd name="T15" fmla="*/ 220 h 1096"/>
                <a:gd name="T16" fmla="*/ 178 w 1254"/>
                <a:gd name="T17" fmla="*/ 1095 h 1096"/>
                <a:gd name="T18" fmla="*/ 403 w 1254"/>
                <a:gd name="T19" fmla="*/ 1095 h 1096"/>
                <a:gd name="T20" fmla="*/ 403 w 1254"/>
                <a:gd name="T21" fmla="*/ 228 h 1096"/>
                <a:gd name="T22" fmla="*/ 975 w 1254"/>
                <a:gd name="T23" fmla="*/ 1095 h 1096"/>
                <a:gd name="T24" fmla="*/ 1253 w 1254"/>
                <a:gd name="T25" fmla="*/ 1095 h 1096"/>
                <a:gd name="T26" fmla="*/ 1253 w 1254"/>
                <a:gd name="T27" fmla="*/ 0 h 1096"/>
                <a:gd name="T28" fmla="*/ 1245 w 1254"/>
                <a:gd name="T29" fmla="*/ 0 h 10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54" h="1096">
                  <a:moveTo>
                    <a:pt x="1245" y="0"/>
                  </a:moveTo>
                  <a:lnTo>
                    <a:pt x="1033" y="0"/>
                  </a:lnTo>
                  <a:cubicBezTo>
                    <a:pt x="1033" y="0"/>
                    <a:pt x="1033" y="751"/>
                    <a:pt x="1033" y="829"/>
                  </a:cubicBezTo>
                  <a:cubicBezTo>
                    <a:pt x="992" y="763"/>
                    <a:pt x="485" y="0"/>
                    <a:pt x="485" y="0"/>
                  </a:cubicBezTo>
                  <a:lnTo>
                    <a:pt x="0" y="0"/>
                  </a:lnTo>
                  <a:lnTo>
                    <a:pt x="0" y="62"/>
                  </a:lnTo>
                  <a:lnTo>
                    <a:pt x="42" y="70"/>
                  </a:lnTo>
                  <a:cubicBezTo>
                    <a:pt x="170" y="91"/>
                    <a:pt x="178" y="95"/>
                    <a:pt x="178" y="220"/>
                  </a:cubicBezTo>
                  <a:lnTo>
                    <a:pt x="178" y="1095"/>
                  </a:lnTo>
                  <a:lnTo>
                    <a:pt x="403" y="1095"/>
                  </a:lnTo>
                  <a:cubicBezTo>
                    <a:pt x="403" y="1095"/>
                    <a:pt x="403" y="307"/>
                    <a:pt x="403" y="228"/>
                  </a:cubicBezTo>
                  <a:cubicBezTo>
                    <a:pt x="448" y="294"/>
                    <a:pt x="975" y="1095"/>
                    <a:pt x="975" y="1095"/>
                  </a:cubicBezTo>
                  <a:lnTo>
                    <a:pt x="1253" y="1095"/>
                  </a:lnTo>
                  <a:lnTo>
                    <a:pt x="1253" y="0"/>
                  </a:lnTo>
                  <a:lnTo>
                    <a:pt x="124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4" name="Freeform 20">
              <a:extLst>
                <a:ext uri="{FF2B5EF4-FFF2-40B4-BE49-F238E27FC236}">
                  <a16:creationId xmlns:a16="http://schemas.microsoft.com/office/drawing/2014/main" id="{F99D0FF1-431B-6C43-A98F-D450EE81DD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73838" y="4200525"/>
              <a:ext cx="266700" cy="287338"/>
            </a:xfrm>
            <a:custGeom>
              <a:avLst/>
              <a:gdLst>
                <a:gd name="T0" fmla="*/ 390 w 740"/>
                <a:gd name="T1" fmla="*/ 0 h 797"/>
                <a:gd name="T2" fmla="*/ 0 w 740"/>
                <a:gd name="T3" fmla="*/ 373 h 797"/>
                <a:gd name="T4" fmla="*/ 456 w 740"/>
                <a:gd name="T5" fmla="*/ 796 h 797"/>
                <a:gd name="T6" fmla="*/ 714 w 740"/>
                <a:gd name="T7" fmla="*/ 755 h 797"/>
                <a:gd name="T8" fmla="*/ 726 w 740"/>
                <a:gd name="T9" fmla="*/ 751 h 797"/>
                <a:gd name="T10" fmla="*/ 726 w 740"/>
                <a:gd name="T11" fmla="*/ 651 h 797"/>
                <a:gd name="T12" fmla="*/ 705 w 740"/>
                <a:gd name="T13" fmla="*/ 660 h 797"/>
                <a:gd name="T14" fmla="*/ 539 w 740"/>
                <a:gd name="T15" fmla="*/ 684 h 797"/>
                <a:gd name="T16" fmla="*/ 228 w 740"/>
                <a:gd name="T17" fmla="*/ 332 h 797"/>
                <a:gd name="T18" fmla="*/ 739 w 740"/>
                <a:gd name="T19" fmla="*/ 332 h 797"/>
                <a:gd name="T20" fmla="*/ 739 w 740"/>
                <a:gd name="T21" fmla="*/ 315 h 797"/>
                <a:gd name="T22" fmla="*/ 390 w 740"/>
                <a:gd name="T23" fmla="*/ 0 h 797"/>
                <a:gd name="T24" fmla="*/ 386 w 740"/>
                <a:gd name="T25" fmla="*/ 83 h 797"/>
                <a:gd name="T26" fmla="*/ 531 w 740"/>
                <a:gd name="T27" fmla="*/ 236 h 797"/>
                <a:gd name="T28" fmla="*/ 228 w 740"/>
                <a:gd name="T29" fmla="*/ 236 h 797"/>
                <a:gd name="T30" fmla="*/ 386 w 740"/>
                <a:gd name="T31" fmla="*/ 83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40" h="797">
                  <a:moveTo>
                    <a:pt x="390" y="0"/>
                  </a:moveTo>
                  <a:cubicBezTo>
                    <a:pt x="129" y="0"/>
                    <a:pt x="0" y="124"/>
                    <a:pt x="0" y="373"/>
                  </a:cubicBezTo>
                  <a:cubicBezTo>
                    <a:pt x="0" y="639"/>
                    <a:pt x="170" y="796"/>
                    <a:pt x="456" y="796"/>
                  </a:cubicBezTo>
                  <a:cubicBezTo>
                    <a:pt x="581" y="796"/>
                    <a:pt x="676" y="767"/>
                    <a:pt x="714" y="755"/>
                  </a:cubicBezTo>
                  <a:lnTo>
                    <a:pt x="726" y="751"/>
                  </a:lnTo>
                  <a:lnTo>
                    <a:pt x="726" y="651"/>
                  </a:lnTo>
                  <a:lnTo>
                    <a:pt x="705" y="660"/>
                  </a:lnTo>
                  <a:cubicBezTo>
                    <a:pt x="672" y="672"/>
                    <a:pt x="610" y="684"/>
                    <a:pt x="539" y="684"/>
                  </a:cubicBezTo>
                  <a:cubicBezTo>
                    <a:pt x="315" y="684"/>
                    <a:pt x="232" y="498"/>
                    <a:pt x="228" y="332"/>
                  </a:cubicBezTo>
                  <a:lnTo>
                    <a:pt x="739" y="332"/>
                  </a:lnTo>
                  <a:lnTo>
                    <a:pt x="739" y="315"/>
                  </a:lnTo>
                  <a:cubicBezTo>
                    <a:pt x="739" y="104"/>
                    <a:pt x="622" y="0"/>
                    <a:pt x="390" y="0"/>
                  </a:cubicBezTo>
                  <a:close/>
                  <a:moveTo>
                    <a:pt x="386" y="83"/>
                  </a:moveTo>
                  <a:cubicBezTo>
                    <a:pt x="498" y="83"/>
                    <a:pt x="527" y="162"/>
                    <a:pt x="531" y="236"/>
                  </a:cubicBezTo>
                  <a:lnTo>
                    <a:pt x="228" y="236"/>
                  </a:lnTo>
                  <a:cubicBezTo>
                    <a:pt x="232" y="187"/>
                    <a:pt x="270" y="83"/>
                    <a:pt x="386" y="8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5" name="Freeform 21">
              <a:extLst>
                <a:ext uri="{FF2B5EF4-FFF2-40B4-BE49-F238E27FC236}">
                  <a16:creationId xmlns:a16="http://schemas.microsoft.com/office/drawing/2014/main" id="{DFFDE76A-9014-3145-B23E-7C62166035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4075" y="4121150"/>
              <a:ext cx="212725" cy="366713"/>
            </a:xfrm>
            <a:custGeom>
              <a:avLst/>
              <a:gdLst>
                <a:gd name="T0" fmla="*/ 141 w 590"/>
                <a:gd name="T1" fmla="*/ 237 h 1017"/>
                <a:gd name="T2" fmla="*/ 0 w 590"/>
                <a:gd name="T3" fmla="*/ 237 h 1017"/>
                <a:gd name="T4" fmla="*/ 0 w 590"/>
                <a:gd name="T5" fmla="*/ 328 h 1017"/>
                <a:gd name="T6" fmla="*/ 141 w 590"/>
                <a:gd name="T7" fmla="*/ 328 h 1017"/>
                <a:gd name="T8" fmla="*/ 141 w 590"/>
                <a:gd name="T9" fmla="*/ 797 h 1017"/>
                <a:gd name="T10" fmla="*/ 427 w 590"/>
                <a:gd name="T11" fmla="*/ 1016 h 1017"/>
                <a:gd name="T12" fmla="*/ 551 w 590"/>
                <a:gd name="T13" fmla="*/ 1004 h 1017"/>
                <a:gd name="T14" fmla="*/ 564 w 590"/>
                <a:gd name="T15" fmla="*/ 1004 h 1017"/>
                <a:gd name="T16" fmla="*/ 564 w 590"/>
                <a:gd name="T17" fmla="*/ 909 h 1017"/>
                <a:gd name="T18" fmla="*/ 547 w 590"/>
                <a:gd name="T19" fmla="*/ 913 h 1017"/>
                <a:gd name="T20" fmla="*/ 485 w 590"/>
                <a:gd name="T21" fmla="*/ 917 h 1017"/>
                <a:gd name="T22" fmla="*/ 352 w 590"/>
                <a:gd name="T23" fmla="*/ 772 h 1017"/>
                <a:gd name="T24" fmla="*/ 352 w 590"/>
                <a:gd name="T25" fmla="*/ 328 h 1017"/>
                <a:gd name="T26" fmla="*/ 589 w 590"/>
                <a:gd name="T27" fmla="*/ 328 h 1017"/>
                <a:gd name="T28" fmla="*/ 589 w 590"/>
                <a:gd name="T29" fmla="*/ 237 h 1017"/>
                <a:gd name="T30" fmla="*/ 352 w 590"/>
                <a:gd name="T31" fmla="*/ 237 h 1017"/>
                <a:gd name="T32" fmla="*/ 352 w 590"/>
                <a:gd name="T33" fmla="*/ 0 h 1017"/>
                <a:gd name="T34" fmla="*/ 141 w 590"/>
                <a:gd name="T35" fmla="*/ 0 h 1017"/>
                <a:gd name="T36" fmla="*/ 141 w 590"/>
                <a:gd name="T37" fmla="*/ 237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0" h="1017">
                  <a:moveTo>
                    <a:pt x="141" y="237"/>
                  </a:moveTo>
                  <a:lnTo>
                    <a:pt x="0" y="237"/>
                  </a:lnTo>
                  <a:lnTo>
                    <a:pt x="0" y="328"/>
                  </a:lnTo>
                  <a:lnTo>
                    <a:pt x="141" y="328"/>
                  </a:lnTo>
                  <a:lnTo>
                    <a:pt x="141" y="797"/>
                  </a:lnTo>
                  <a:cubicBezTo>
                    <a:pt x="141" y="1000"/>
                    <a:pt x="269" y="1016"/>
                    <a:pt x="427" y="1016"/>
                  </a:cubicBezTo>
                  <a:cubicBezTo>
                    <a:pt x="464" y="1016"/>
                    <a:pt x="506" y="1012"/>
                    <a:pt x="551" y="1004"/>
                  </a:cubicBezTo>
                  <a:lnTo>
                    <a:pt x="564" y="1004"/>
                  </a:lnTo>
                  <a:lnTo>
                    <a:pt x="564" y="909"/>
                  </a:lnTo>
                  <a:lnTo>
                    <a:pt x="547" y="913"/>
                  </a:lnTo>
                  <a:cubicBezTo>
                    <a:pt x="531" y="917"/>
                    <a:pt x="510" y="917"/>
                    <a:pt x="485" y="917"/>
                  </a:cubicBezTo>
                  <a:cubicBezTo>
                    <a:pt x="361" y="917"/>
                    <a:pt x="352" y="880"/>
                    <a:pt x="352" y="772"/>
                  </a:cubicBezTo>
                  <a:lnTo>
                    <a:pt x="352" y="328"/>
                  </a:lnTo>
                  <a:lnTo>
                    <a:pt x="589" y="328"/>
                  </a:lnTo>
                  <a:lnTo>
                    <a:pt x="589" y="237"/>
                  </a:lnTo>
                  <a:lnTo>
                    <a:pt x="352" y="237"/>
                  </a:lnTo>
                  <a:lnTo>
                    <a:pt x="352" y="0"/>
                  </a:lnTo>
                  <a:lnTo>
                    <a:pt x="141" y="0"/>
                  </a:lnTo>
                  <a:lnTo>
                    <a:pt x="141" y="237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6" name="Freeform 22">
              <a:extLst>
                <a:ext uri="{FF2B5EF4-FFF2-40B4-BE49-F238E27FC236}">
                  <a16:creationId xmlns:a16="http://schemas.microsoft.com/office/drawing/2014/main" id="{87DC48FF-3F70-F940-9EB2-8196B0F9EF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0063" y="4206875"/>
              <a:ext cx="331787" cy="274638"/>
            </a:xfrm>
            <a:custGeom>
              <a:avLst/>
              <a:gdLst>
                <a:gd name="T0" fmla="*/ 705 w 921"/>
                <a:gd name="T1" fmla="*/ 248 h 764"/>
                <a:gd name="T2" fmla="*/ 920 w 921"/>
                <a:gd name="T3" fmla="*/ 0 h 764"/>
                <a:gd name="T4" fmla="*/ 701 w 921"/>
                <a:gd name="T5" fmla="*/ 0 h 764"/>
                <a:gd name="T6" fmla="*/ 497 w 921"/>
                <a:gd name="T7" fmla="*/ 236 h 764"/>
                <a:gd name="T8" fmla="*/ 319 w 921"/>
                <a:gd name="T9" fmla="*/ 0 h 764"/>
                <a:gd name="T10" fmla="*/ 0 w 921"/>
                <a:gd name="T11" fmla="*/ 0 h 764"/>
                <a:gd name="T12" fmla="*/ 0 w 921"/>
                <a:gd name="T13" fmla="*/ 62 h 764"/>
                <a:gd name="T14" fmla="*/ 12 w 921"/>
                <a:gd name="T15" fmla="*/ 62 h 764"/>
                <a:gd name="T16" fmla="*/ 211 w 921"/>
                <a:gd name="T17" fmla="*/ 178 h 764"/>
                <a:gd name="T18" fmla="*/ 344 w 921"/>
                <a:gd name="T19" fmla="*/ 352 h 764"/>
                <a:gd name="T20" fmla="*/ 128 w 921"/>
                <a:gd name="T21" fmla="*/ 601 h 764"/>
                <a:gd name="T22" fmla="*/ 348 w 921"/>
                <a:gd name="T23" fmla="*/ 601 h 764"/>
                <a:gd name="T24" fmla="*/ 443 w 921"/>
                <a:gd name="T25" fmla="*/ 489 h 764"/>
                <a:gd name="T26" fmla="*/ 651 w 921"/>
                <a:gd name="T27" fmla="*/ 763 h 764"/>
                <a:gd name="T28" fmla="*/ 900 w 921"/>
                <a:gd name="T29" fmla="*/ 763 h 764"/>
                <a:gd name="T30" fmla="*/ 506 w 921"/>
                <a:gd name="T31" fmla="*/ 248 h 764"/>
                <a:gd name="T32" fmla="*/ 705 w 921"/>
                <a:gd name="T33" fmla="*/ 248 h 7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21" h="764">
                  <a:moveTo>
                    <a:pt x="705" y="248"/>
                  </a:moveTo>
                  <a:lnTo>
                    <a:pt x="920" y="0"/>
                  </a:lnTo>
                  <a:lnTo>
                    <a:pt x="701" y="0"/>
                  </a:lnTo>
                  <a:lnTo>
                    <a:pt x="497" y="236"/>
                  </a:lnTo>
                  <a:lnTo>
                    <a:pt x="319" y="0"/>
                  </a:lnTo>
                  <a:lnTo>
                    <a:pt x="0" y="0"/>
                  </a:lnTo>
                  <a:lnTo>
                    <a:pt x="0" y="62"/>
                  </a:lnTo>
                  <a:lnTo>
                    <a:pt x="12" y="62"/>
                  </a:lnTo>
                  <a:cubicBezTo>
                    <a:pt x="120" y="70"/>
                    <a:pt x="145" y="87"/>
                    <a:pt x="211" y="178"/>
                  </a:cubicBezTo>
                  <a:lnTo>
                    <a:pt x="344" y="352"/>
                  </a:lnTo>
                  <a:lnTo>
                    <a:pt x="128" y="601"/>
                  </a:lnTo>
                  <a:lnTo>
                    <a:pt x="348" y="601"/>
                  </a:lnTo>
                  <a:lnTo>
                    <a:pt x="443" y="489"/>
                  </a:lnTo>
                  <a:lnTo>
                    <a:pt x="651" y="763"/>
                  </a:lnTo>
                  <a:lnTo>
                    <a:pt x="900" y="763"/>
                  </a:lnTo>
                  <a:lnTo>
                    <a:pt x="506" y="248"/>
                  </a:lnTo>
                  <a:lnTo>
                    <a:pt x="705" y="24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7" name="Freeform 23">
              <a:extLst>
                <a:ext uri="{FF2B5EF4-FFF2-40B4-BE49-F238E27FC236}">
                  <a16:creationId xmlns:a16="http://schemas.microsoft.com/office/drawing/2014/main" id="{D419EB28-F506-EA4B-9DF6-C19B407104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5500" y="4010025"/>
              <a:ext cx="176213" cy="111125"/>
            </a:xfrm>
            <a:custGeom>
              <a:avLst/>
              <a:gdLst>
                <a:gd name="T0" fmla="*/ 224 w 490"/>
                <a:gd name="T1" fmla="*/ 307 h 308"/>
                <a:gd name="T2" fmla="*/ 0 w 490"/>
                <a:gd name="T3" fmla="*/ 307 h 308"/>
                <a:gd name="T4" fmla="*/ 269 w 490"/>
                <a:gd name="T5" fmla="*/ 0 h 308"/>
                <a:gd name="T6" fmla="*/ 489 w 490"/>
                <a:gd name="T7" fmla="*/ 0 h 308"/>
                <a:gd name="T8" fmla="*/ 224 w 490"/>
                <a:gd name="T9" fmla="*/ 307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0" h="308">
                  <a:moveTo>
                    <a:pt x="224" y="307"/>
                  </a:moveTo>
                  <a:lnTo>
                    <a:pt x="0" y="307"/>
                  </a:lnTo>
                  <a:lnTo>
                    <a:pt x="269" y="0"/>
                  </a:lnTo>
                  <a:lnTo>
                    <a:pt x="489" y="0"/>
                  </a:lnTo>
                  <a:lnTo>
                    <a:pt x="224" y="307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414141"/>
                </a:solidFill>
                <a:latin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1590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902" r:id="rId4"/>
    <p:sldLayoutId id="2147483903" r:id="rId5"/>
    <p:sldLayoutId id="2147483904" r:id="rId6"/>
    <p:sldLayoutId id="2147483877" r:id="rId7"/>
    <p:sldLayoutId id="2147483878" r:id="rId8"/>
    <p:sldLayoutId id="2147483879" r:id="rId9"/>
    <p:sldLayoutId id="2147483899" r:id="rId10"/>
    <p:sldLayoutId id="2147483900" r:id="rId11"/>
    <p:sldLayoutId id="2147483901" r:id="rId12"/>
    <p:sldLayoutId id="2147483839" r:id="rId13"/>
    <p:sldLayoutId id="2147483840" r:id="rId14"/>
    <p:sldLayoutId id="2147483833" r:id="rId15"/>
    <p:sldLayoutId id="2147483863" r:id="rId16"/>
    <p:sldLayoutId id="2147483887" r:id="rId17"/>
    <p:sldLayoutId id="2147483875" r:id="rId18"/>
    <p:sldLayoutId id="2147483876" r:id="rId19"/>
    <p:sldLayoutId id="2147483867" r:id="rId2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lang="en-US" sz="2400" b="1" kern="1200" cap="none" dirty="0" smtClean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0988" indent="-280988" algn="l" defTabSz="9144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Clr>
          <a:schemeClr val="accent2"/>
        </a:buClr>
        <a:buFont typeface="Arial" panose="020B0604020202020204" pitchFamily="34" charset="0"/>
        <a:buChar char="•"/>
        <a:defRPr lang="en-US" sz="2000" kern="120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574675" indent="-293688" algn="l" defTabSz="914400" rtl="0" eaLnBrk="1" latinLnBrk="0" hangingPunct="1">
        <a:lnSpc>
          <a:spcPct val="95000"/>
        </a:lnSpc>
        <a:spcBef>
          <a:spcPct val="20000"/>
        </a:spcBef>
        <a:spcAft>
          <a:spcPts val="800"/>
        </a:spcAft>
        <a:buFontTx/>
        <a:buChar char="‒"/>
        <a:defRPr lang="en-US" sz="18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855663" indent="-280988" algn="l" defTabSz="914400" rtl="0" eaLnBrk="1" latinLnBrk="0" hangingPunct="1">
        <a:lnSpc>
          <a:spcPct val="95000"/>
        </a:lnSpc>
        <a:spcBef>
          <a:spcPts val="0"/>
        </a:spcBef>
        <a:spcAft>
          <a:spcPts val="800"/>
        </a:spcAft>
        <a:buFontTx/>
        <a:buChar char="‒"/>
        <a:defRPr lang="en-US" sz="16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090613" indent="-234950" algn="l" defTabSz="914400" rtl="0" eaLnBrk="1" latinLnBrk="0" hangingPunct="1">
        <a:lnSpc>
          <a:spcPct val="95000"/>
        </a:lnSpc>
        <a:spcBef>
          <a:spcPts val="0"/>
        </a:spcBef>
        <a:spcAft>
          <a:spcPts val="800"/>
        </a:spcAft>
        <a:buFontTx/>
        <a:buChar char="‒"/>
        <a:defRPr lang="en-US" sz="14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312863" indent="-222250" algn="l" defTabSz="914400" rtl="0" eaLnBrk="1" latinLnBrk="0" hangingPunct="1">
        <a:lnSpc>
          <a:spcPct val="95000"/>
        </a:lnSpc>
        <a:spcBef>
          <a:spcPts val="0"/>
        </a:spcBef>
        <a:spcAft>
          <a:spcPts val="800"/>
        </a:spcAft>
        <a:buFontTx/>
        <a:buChar char="‒"/>
        <a:defRPr lang="en-US" sz="1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1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681348" y="725773"/>
            <a:ext cx="5964779" cy="2071294"/>
          </a:xfrm>
        </p:spPr>
        <p:txBody>
          <a:bodyPr anchor="t">
            <a:normAutofit fontScale="90000"/>
          </a:bodyPr>
          <a:lstStyle/>
          <a:p>
            <a:r>
              <a:rPr lang="en-US" dirty="0"/>
              <a:t>Migrate GAD PAIRs nondisruptively using</a:t>
            </a:r>
            <a:br>
              <a:rPr lang="en-US" dirty="0"/>
            </a:br>
            <a:r>
              <a:rPr lang="en-US" dirty="0"/>
              <a:t>GAD ( GAD+GAD )</a:t>
            </a:r>
          </a:p>
        </p:txBody>
      </p:sp>
    </p:spTree>
    <p:extLst>
      <p:ext uri="{BB962C8B-B14F-4D97-AF65-F5344CB8AC3E}">
        <p14:creationId xmlns:p14="http://schemas.microsoft.com/office/powerpoint/2010/main" val="1372723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4160" y="885801"/>
            <a:ext cx="8584006" cy="2323713"/>
          </a:xfrm>
        </p:spPr>
        <p:txBody>
          <a:bodyPr/>
          <a:lstStyle/>
          <a:p>
            <a:r>
              <a:rPr lang="en-US" dirty="0"/>
              <a:t>Migrating GAD pairs on existing G1x00 to the target storage system VSP 5500 nondisruptively using GAD</a:t>
            </a:r>
            <a:endParaRPr lang="en-US" b="1" dirty="0">
              <a:solidFill>
                <a:schemeClr val="accent2"/>
              </a:solidFill>
            </a:endParaRPr>
          </a:p>
          <a:p>
            <a:r>
              <a:rPr lang="en-US" dirty="0"/>
              <a:t>Source Array Type: G1x00 (80-06-86 or later)</a:t>
            </a:r>
          </a:p>
          <a:p>
            <a:r>
              <a:rPr lang="en-US" dirty="0"/>
              <a:t>Target Array Type: VSP 5500 (90-06-2x or later)</a:t>
            </a:r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94004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>
            <a:extLst>
              <a:ext uri="{FF2B5EF4-FFF2-40B4-BE49-F238E27FC236}">
                <a16:creationId xmlns:a16="http://schemas.microsoft.com/office/drawing/2014/main" id="{C3F6675D-3585-1279-D39D-8BB9E6097EAF}"/>
              </a:ext>
            </a:extLst>
          </p:cNvPr>
          <p:cNvGrpSpPr/>
          <p:nvPr/>
        </p:nvGrpSpPr>
        <p:grpSpPr>
          <a:xfrm>
            <a:off x="104700" y="850828"/>
            <a:ext cx="4065523" cy="3020314"/>
            <a:chOff x="104700" y="850828"/>
            <a:chExt cx="4065523" cy="3020314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A1AE6F80-722F-B34C-95C4-9ABCF8C2083F}"/>
                </a:ext>
              </a:extLst>
            </p:cNvPr>
            <p:cNvSpPr/>
            <p:nvPr/>
          </p:nvSpPr>
          <p:spPr>
            <a:xfrm>
              <a:off x="104700" y="2310639"/>
              <a:ext cx="1516699" cy="1056761"/>
            </a:xfrm>
            <a:prstGeom prst="roundRect">
              <a:avLst/>
            </a:prstGeom>
            <a:ln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02EDE374-A9EB-D844-A4AD-ED67936CDA0B}"/>
                </a:ext>
              </a:extLst>
            </p:cNvPr>
            <p:cNvSpPr/>
            <p:nvPr/>
          </p:nvSpPr>
          <p:spPr>
            <a:xfrm>
              <a:off x="2653524" y="2310639"/>
              <a:ext cx="1516699" cy="1056761"/>
            </a:xfrm>
            <a:prstGeom prst="roundRect">
              <a:avLst/>
            </a:prstGeom>
            <a:ln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13" name="Up-down Arrow 12">
              <a:extLst>
                <a:ext uri="{FF2B5EF4-FFF2-40B4-BE49-F238E27FC236}">
                  <a16:creationId xmlns:a16="http://schemas.microsoft.com/office/drawing/2014/main" id="{94F444A5-0CC0-AF43-91CC-CB4FE03E31E8}"/>
                </a:ext>
              </a:extLst>
            </p:cNvPr>
            <p:cNvSpPr/>
            <p:nvPr/>
          </p:nvSpPr>
          <p:spPr>
            <a:xfrm rot="5400000">
              <a:off x="2030689" y="2322958"/>
              <a:ext cx="213543" cy="1032125"/>
            </a:xfrm>
            <a:prstGeom prst="upDown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14" name="Can 13">
              <a:extLst>
                <a:ext uri="{FF2B5EF4-FFF2-40B4-BE49-F238E27FC236}">
                  <a16:creationId xmlns:a16="http://schemas.microsoft.com/office/drawing/2014/main" id="{8A5E2E5A-A07D-6645-B3BF-EACA97E38CAE}"/>
                </a:ext>
              </a:extLst>
            </p:cNvPr>
            <p:cNvSpPr/>
            <p:nvPr/>
          </p:nvSpPr>
          <p:spPr>
            <a:xfrm>
              <a:off x="1945819" y="3553566"/>
              <a:ext cx="383282" cy="317576"/>
            </a:xfrm>
            <a:prstGeom prst="can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+mj-lt"/>
                </a:rPr>
                <a:t>Q</a:t>
              </a:r>
            </a:p>
          </p:txBody>
        </p:sp>
        <p:sp>
          <p:nvSpPr>
            <p:cNvPr id="15" name="Can 14">
              <a:extLst>
                <a:ext uri="{FF2B5EF4-FFF2-40B4-BE49-F238E27FC236}">
                  <a16:creationId xmlns:a16="http://schemas.microsoft.com/office/drawing/2014/main" id="{0F5247F1-B77A-DA43-BFA8-EA128FC8E8A3}"/>
                </a:ext>
              </a:extLst>
            </p:cNvPr>
            <p:cNvSpPr/>
            <p:nvPr/>
          </p:nvSpPr>
          <p:spPr>
            <a:xfrm>
              <a:off x="1324812" y="3136519"/>
              <a:ext cx="230882" cy="165176"/>
            </a:xfrm>
            <a:prstGeom prst="can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latin typeface="+mj-lt"/>
                </a:rPr>
                <a:t>Q</a:t>
              </a:r>
            </a:p>
          </p:txBody>
        </p:sp>
        <p:sp>
          <p:nvSpPr>
            <p:cNvPr id="17" name="Can 16">
              <a:extLst>
                <a:ext uri="{FF2B5EF4-FFF2-40B4-BE49-F238E27FC236}">
                  <a16:creationId xmlns:a16="http://schemas.microsoft.com/office/drawing/2014/main" id="{A2633AFB-347F-D541-ABBC-741E0F12319C}"/>
                </a:ext>
              </a:extLst>
            </p:cNvPr>
            <p:cNvSpPr/>
            <p:nvPr/>
          </p:nvSpPr>
          <p:spPr>
            <a:xfrm>
              <a:off x="2726070" y="3141994"/>
              <a:ext cx="230882" cy="165176"/>
            </a:xfrm>
            <a:prstGeom prst="can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latin typeface="+mj-lt"/>
                </a:rPr>
                <a:t>Q</a:t>
              </a: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9710CC2A-7A97-7948-AC10-800D24522E41}"/>
                </a:ext>
              </a:extLst>
            </p:cNvPr>
            <p:cNvCxnSpPr>
              <a:cxnSpLocks/>
              <a:endCxn id="6" idx="0"/>
            </p:cNvCxnSpPr>
            <p:nvPr/>
          </p:nvCxnSpPr>
          <p:spPr>
            <a:xfrm>
              <a:off x="863050" y="1297681"/>
              <a:ext cx="0" cy="1012958"/>
            </a:xfrm>
            <a:prstGeom prst="straightConnector1">
              <a:avLst/>
            </a:prstGeom>
            <a:ln w="28575">
              <a:solidFill>
                <a:schemeClr val="accent3">
                  <a:lumMod val="90000"/>
                  <a:lumOff val="1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4306ED6D-BA60-F643-8CE2-56EE4FD53515}"/>
                </a:ext>
              </a:extLst>
            </p:cNvPr>
            <p:cNvCxnSpPr>
              <a:cxnSpLocks/>
            </p:cNvCxnSpPr>
            <p:nvPr/>
          </p:nvCxnSpPr>
          <p:spPr>
            <a:xfrm>
              <a:off x="3407065" y="1297681"/>
              <a:ext cx="0" cy="1012957"/>
            </a:xfrm>
            <a:prstGeom prst="straightConnector1">
              <a:avLst/>
            </a:prstGeom>
            <a:ln w="28575">
              <a:solidFill>
                <a:schemeClr val="accent3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287445C-D339-814C-B99C-9C31FCC736C2}"/>
                </a:ext>
              </a:extLst>
            </p:cNvPr>
            <p:cNvSpPr txBox="1"/>
            <p:nvPr/>
          </p:nvSpPr>
          <p:spPr>
            <a:xfrm>
              <a:off x="2859661" y="3384967"/>
              <a:ext cx="13105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Source Primary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F474F85-90A2-C44F-A1F0-6466FB4CAE57}"/>
                </a:ext>
              </a:extLst>
            </p:cNvPr>
            <p:cNvSpPr txBox="1"/>
            <p:nvPr/>
          </p:nvSpPr>
          <p:spPr>
            <a:xfrm>
              <a:off x="1877945" y="2858077"/>
              <a:ext cx="58877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PAIR</a:t>
              </a:r>
            </a:p>
          </p:txBody>
        </p:sp>
        <p:sp>
          <p:nvSpPr>
            <p:cNvPr id="40" name="Can 39">
              <a:extLst>
                <a:ext uri="{FF2B5EF4-FFF2-40B4-BE49-F238E27FC236}">
                  <a16:creationId xmlns:a16="http://schemas.microsoft.com/office/drawing/2014/main" id="{DBED65A3-86C8-3F41-A14A-98F112878F51}"/>
                </a:ext>
              </a:extLst>
            </p:cNvPr>
            <p:cNvSpPr/>
            <p:nvPr/>
          </p:nvSpPr>
          <p:spPr>
            <a:xfrm>
              <a:off x="3873636" y="3146773"/>
              <a:ext cx="230882" cy="165176"/>
            </a:xfrm>
            <a:prstGeom prst="can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latin typeface="+mj-lt"/>
                </a:rPr>
                <a:t>Q</a:t>
              </a:r>
            </a:p>
          </p:txBody>
        </p:sp>
        <p:sp>
          <p:nvSpPr>
            <p:cNvPr id="49" name="Can 21">
              <a:extLst>
                <a:ext uri="{FF2B5EF4-FFF2-40B4-BE49-F238E27FC236}">
                  <a16:creationId xmlns:a16="http://schemas.microsoft.com/office/drawing/2014/main" id="{FEC773F8-26DB-8563-FD7C-36D5E41A572F}"/>
                </a:ext>
              </a:extLst>
            </p:cNvPr>
            <p:cNvSpPr/>
            <p:nvPr/>
          </p:nvSpPr>
          <p:spPr>
            <a:xfrm>
              <a:off x="234631" y="2600393"/>
              <a:ext cx="1266821" cy="482682"/>
            </a:xfrm>
            <a:prstGeom prst="ca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+mj-lt"/>
                </a:rPr>
                <a:t>S-VOL</a:t>
              </a:r>
            </a:p>
          </p:txBody>
        </p:sp>
        <p:sp>
          <p:nvSpPr>
            <p:cNvPr id="50" name="Can 21">
              <a:extLst>
                <a:ext uri="{FF2B5EF4-FFF2-40B4-BE49-F238E27FC236}">
                  <a16:creationId xmlns:a16="http://schemas.microsoft.com/office/drawing/2014/main" id="{B602B3CD-30EE-9FB2-6713-D3A6CCCF1A1E}"/>
                </a:ext>
              </a:extLst>
            </p:cNvPr>
            <p:cNvSpPr/>
            <p:nvPr/>
          </p:nvSpPr>
          <p:spPr>
            <a:xfrm>
              <a:off x="2777945" y="2597677"/>
              <a:ext cx="1266821" cy="482682"/>
            </a:xfrm>
            <a:prstGeom prst="ca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+mj-lt"/>
                </a:rPr>
                <a:t>P-VOL</a:t>
              </a:r>
            </a:p>
          </p:txBody>
        </p:sp>
        <p:cxnSp>
          <p:nvCxnSpPr>
            <p:cNvPr id="71" name="Connector: Curved 70">
              <a:extLst>
                <a:ext uri="{FF2B5EF4-FFF2-40B4-BE49-F238E27FC236}">
                  <a16:creationId xmlns:a16="http://schemas.microsoft.com/office/drawing/2014/main" id="{1EC7D9FF-60B7-9EA9-857C-4770B18A737A}"/>
                </a:ext>
              </a:extLst>
            </p:cNvPr>
            <p:cNvCxnSpPr>
              <a:endCxn id="8" idx="0"/>
            </p:cNvCxnSpPr>
            <p:nvPr/>
          </p:nvCxnSpPr>
          <p:spPr>
            <a:xfrm>
              <a:off x="993913" y="1226336"/>
              <a:ext cx="2417961" cy="1084303"/>
            </a:xfrm>
            <a:prstGeom prst="curvedConnector2">
              <a:avLst/>
            </a:prstGeom>
            <a:ln w="28575">
              <a:solidFill>
                <a:schemeClr val="accent3">
                  <a:lumMod val="90000"/>
                  <a:lumOff val="1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nector: Curved 71">
              <a:extLst>
                <a:ext uri="{FF2B5EF4-FFF2-40B4-BE49-F238E27FC236}">
                  <a16:creationId xmlns:a16="http://schemas.microsoft.com/office/drawing/2014/main" id="{8CB68B2A-959A-AFDA-9E39-79BAD098DE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8242" y="1226336"/>
              <a:ext cx="2417961" cy="1084303"/>
            </a:xfrm>
            <a:prstGeom prst="curvedConnector2">
              <a:avLst/>
            </a:prstGeom>
            <a:ln w="28575">
              <a:solidFill>
                <a:schemeClr val="accent3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2FBCF066-076A-5846-8833-0A510F51AB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61087" y="850828"/>
              <a:ext cx="428738" cy="580000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2FB0A6E4-4789-3E4A-B163-7783517DDE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8679" y="850830"/>
              <a:ext cx="428738" cy="580000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7C0EFD9-1DF7-E8DB-4547-3097E6CC1CA4}"/>
                </a:ext>
              </a:extLst>
            </p:cNvPr>
            <p:cNvSpPr txBox="1"/>
            <p:nvPr/>
          </p:nvSpPr>
          <p:spPr>
            <a:xfrm>
              <a:off x="207769" y="3375788"/>
              <a:ext cx="13105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Source Secondary</a:t>
              </a:r>
            </a:p>
          </p:txBody>
        </p:sp>
        <p:cxnSp>
          <p:nvCxnSpPr>
            <p:cNvPr id="30" name="Connector: Curved 29">
              <a:extLst>
                <a:ext uri="{FF2B5EF4-FFF2-40B4-BE49-F238E27FC236}">
                  <a16:creationId xmlns:a16="http://schemas.microsoft.com/office/drawing/2014/main" id="{C5394E95-1AEC-F1EE-7C67-16DECC96C8E0}"/>
                </a:ext>
              </a:extLst>
            </p:cNvPr>
            <p:cNvCxnSpPr>
              <a:stCxn id="15" idx="3"/>
              <a:endCxn id="14" idx="2"/>
            </p:cNvCxnSpPr>
            <p:nvPr/>
          </p:nvCxnSpPr>
          <p:spPr>
            <a:xfrm rot="16200000" flipH="1">
              <a:off x="1487707" y="3254241"/>
              <a:ext cx="410659" cy="505566"/>
            </a:xfrm>
            <a:prstGeom prst="curvedConnector2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ctor: Curved 34">
              <a:extLst>
                <a:ext uri="{FF2B5EF4-FFF2-40B4-BE49-F238E27FC236}">
                  <a16:creationId xmlns:a16="http://schemas.microsoft.com/office/drawing/2014/main" id="{E5D3224D-F08F-9782-5EEC-2C7C2DAC83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374587" y="3259717"/>
              <a:ext cx="410659" cy="505566"/>
            </a:xfrm>
            <a:prstGeom prst="curvedConnector2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Title 3">
            <a:extLst>
              <a:ext uri="{FF2B5EF4-FFF2-40B4-BE49-F238E27FC236}">
                <a16:creationId xmlns:a16="http://schemas.microsoft.com/office/drawing/2014/main" id="{8F8AA539-5E10-BC0B-F361-9A77539E8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60" y="53113"/>
            <a:ext cx="7051040" cy="732441"/>
          </a:xfrm>
        </p:spPr>
        <p:txBody>
          <a:bodyPr>
            <a:normAutofit/>
          </a:bodyPr>
          <a:lstStyle/>
          <a:p>
            <a:r>
              <a:rPr lang="en-US" dirty="0"/>
              <a:t>Start Position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24806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40CB60C-FEB2-DFE7-94F4-58FBB699FC70}"/>
              </a:ext>
            </a:extLst>
          </p:cNvPr>
          <p:cNvGrpSpPr/>
          <p:nvPr/>
        </p:nvGrpSpPr>
        <p:grpSpPr>
          <a:xfrm>
            <a:off x="104700" y="850828"/>
            <a:ext cx="6455147" cy="3020314"/>
            <a:chOff x="104700" y="850828"/>
            <a:chExt cx="6455147" cy="3020314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A1AE6F80-722F-B34C-95C4-9ABCF8C2083F}"/>
                </a:ext>
              </a:extLst>
            </p:cNvPr>
            <p:cNvSpPr/>
            <p:nvPr/>
          </p:nvSpPr>
          <p:spPr>
            <a:xfrm>
              <a:off x="104700" y="2310639"/>
              <a:ext cx="1516699" cy="1056761"/>
            </a:xfrm>
            <a:prstGeom prst="roundRect">
              <a:avLst/>
            </a:prstGeom>
            <a:ln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02EDE374-A9EB-D844-A4AD-ED67936CDA0B}"/>
                </a:ext>
              </a:extLst>
            </p:cNvPr>
            <p:cNvSpPr/>
            <p:nvPr/>
          </p:nvSpPr>
          <p:spPr>
            <a:xfrm>
              <a:off x="2653524" y="2310639"/>
              <a:ext cx="1516699" cy="1056761"/>
            </a:xfrm>
            <a:prstGeom prst="roundRect">
              <a:avLst/>
            </a:prstGeom>
            <a:ln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13" name="Up-down Arrow 12">
              <a:extLst>
                <a:ext uri="{FF2B5EF4-FFF2-40B4-BE49-F238E27FC236}">
                  <a16:creationId xmlns:a16="http://schemas.microsoft.com/office/drawing/2014/main" id="{94F444A5-0CC0-AF43-91CC-CB4FE03E31E8}"/>
                </a:ext>
              </a:extLst>
            </p:cNvPr>
            <p:cNvSpPr/>
            <p:nvPr/>
          </p:nvSpPr>
          <p:spPr>
            <a:xfrm rot="5400000">
              <a:off x="2030689" y="2322958"/>
              <a:ext cx="213543" cy="1032125"/>
            </a:xfrm>
            <a:prstGeom prst="upDown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14" name="Can 13">
              <a:extLst>
                <a:ext uri="{FF2B5EF4-FFF2-40B4-BE49-F238E27FC236}">
                  <a16:creationId xmlns:a16="http://schemas.microsoft.com/office/drawing/2014/main" id="{8A5E2E5A-A07D-6645-B3BF-EACA97E38CAE}"/>
                </a:ext>
              </a:extLst>
            </p:cNvPr>
            <p:cNvSpPr/>
            <p:nvPr/>
          </p:nvSpPr>
          <p:spPr>
            <a:xfrm>
              <a:off x="1945819" y="3553566"/>
              <a:ext cx="383282" cy="317576"/>
            </a:xfrm>
            <a:prstGeom prst="can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+mj-lt"/>
                </a:rPr>
                <a:t>Q</a:t>
              </a:r>
            </a:p>
          </p:txBody>
        </p:sp>
        <p:sp>
          <p:nvSpPr>
            <p:cNvPr id="15" name="Can 14">
              <a:extLst>
                <a:ext uri="{FF2B5EF4-FFF2-40B4-BE49-F238E27FC236}">
                  <a16:creationId xmlns:a16="http://schemas.microsoft.com/office/drawing/2014/main" id="{0F5247F1-B77A-DA43-BFA8-EA128FC8E8A3}"/>
                </a:ext>
              </a:extLst>
            </p:cNvPr>
            <p:cNvSpPr/>
            <p:nvPr/>
          </p:nvSpPr>
          <p:spPr>
            <a:xfrm>
              <a:off x="1324812" y="3136519"/>
              <a:ext cx="230882" cy="165176"/>
            </a:xfrm>
            <a:prstGeom prst="can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latin typeface="+mj-lt"/>
                </a:rPr>
                <a:t>Q</a:t>
              </a:r>
            </a:p>
          </p:txBody>
        </p:sp>
        <p:sp>
          <p:nvSpPr>
            <p:cNvPr id="17" name="Can 16">
              <a:extLst>
                <a:ext uri="{FF2B5EF4-FFF2-40B4-BE49-F238E27FC236}">
                  <a16:creationId xmlns:a16="http://schemas.microsoft.com/office/drawing/2014/main" id="{A2633AFB-347F-D541-ABBC-741E0F12319C}"/>
                </a:ext>
              </a:extLst>
            </p:cNvPr>
            <p:cNvSpPr/>
            <p:nvPr/>
          </p:nvSpPr>
          <p:spPr>
            <a:xfrm>
              <a:off x="2726070" y="3141994"/>
              <a:ext cx="230882" cy="165176"/>
            </a:xfrm>
            <a:prstGeom prst="can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latin typeface="+mj-lt"/>
                </a:rPr>
                <a:t>Q</a:t>
              </a: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9710CC2A-7A97-7948-AC10-800D24522E41}"/>
                </a:ext>
              </a:extLst>
            </p:cNvPr>
            <p:cNvCxnSpPr>
              <a:cxnSpLocks/>
              <a:endCxn id="6" idx="0"/>
            </p:cNvCxnSpPr>
            <p:nvPr/>
          </p:nvCxnSpPr>
          <p:spPr>
            <a:xfrm>
              <a:off x="863050" y="1297681"/>
              <a:ext cx="0" cy="1012958"/>
            </a:xfrm>
            <a:prstGeom prst="straightConnector1">
              <a:avLst/>
            </a:prstGeom>
            <a:ln w="28575">
              <a:solidFill>
                <a:schemeClr val="accent3">
                  <a:lumMod val="90000"/>
                  <a:lumOff val="1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4306ED6D-BA60-F643-8CE2-56EE4FD53515}"/>
                </a:ext>
              </a:extLst>
            </p:cNvPr>
            <p:cNvCxnSpPr>
              <a:cxnSpLocks/>
            </p:cNvCxnSpPr>
            <p:nvPr/>
          </p:nvCxnSpPr>
          <p:spPr>
            <a:xfrm>
              <a:off x="3407065" y="1297681"/>
              <a:ext cx="0" cy="1012957"/>
            </a:xfrm>
            <a:prstGeom prst="straightConnector1">
              <a:avLst/>
            </a:prstGeom>
            <a:ln w="28575">
              <a:solidFill>
                <a:schemeClr val="accent3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287445C-D339-814C-B99C-9C31FCC736C2}"/>
                </a:ext>
              </a:extLst>
            </p:cNvPr>
            <p:cNvSpPr txBox="1"/>
            <p:nvPr/>
          </p:nvSpPr>
          <p:spPr>
            <a:xfrm>
              <a:off x="2859661" y="3384967"/>
              <a:ext cx="13105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Source Primary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F474F85-90A2-C44F-A1F0-6466FB4CAE57}"/>
                </a:ext>
              </a:extLst>
            </p:cNvPr>
            <p:cNvSpPr txBox="1"/>
            <p:nvPr/>
          </p:nvSpPr>
          <p:spPr>
            <a:xfrm>
              <a:off x="1877945" y="2858077"/>
              <a:ext cx="58877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PAIR</a:t>
              </a:r>
            </a:p>
          </p:txBody>
        </p:sp>
        <p:sp>
          <p:nvSpPr>
            <p:cNvPr id="40" name="Can 39">
              <a:extLst>
                <a:ext uri="{FF2B5EF4-FFF2-40B4-BE49-F238E27FC236}">
                  <a16:creationId xmlns:a16="http://schemas.microsoft.com/office/drawing/2014/main" id="{DBED65A3-86C8-3F41-A14A-98F112878F51}"/>
                </a:ext>
              </a:extLst>
            </p:cNvPr>
            <p:cNvSpPr/>
            <p:nvPr/>
          </p:nvSpPr>
          <p:spPr>
            <a:xfrm>
              <a:off x="3873636" y="3146773"/>
              <a:ext cx="230882" cy="165176"/>
            </a:xfrm>
            <a:prstGeom prst="can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latin typeface="+mj-lt"/>
                </a:rPr>
                <a:t>Q</a:t>
              </a:r>
            </a:p>
          </p:txBody>
        </p:sp>
        <p:sp>
          <p:nvSpPr>
            <p:cNvPr id="49" name="Can 21">
              <a:extLst>
                <a:ext uri="{FF2B5EF4-FFF2-40B4-BE49-F238E27FC236}">
                  <a16:creationId xmlns:a16="http://schemas.microsoft.com/office/drawing/2014/main" id="{FEC773F8-26DB-8563-FD7C-36D5E41A572F}"/>
                </a:ext>
              </a:extLst>
            </p:cNvPr>
            <p:cNvSpPr/>
            <p:nvPr/>
          </p:nvSpPr>
          <p:spPr>
            <a:xfrm>
              <a:off x="234631" y="2600393"/>
              <a:ext cx="1266821" cy="482682"/>
            </a:xfrm>
            <a:prstGeom prst="ca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+mj-lt"/>
                </a:rPr>
                <a:t>S-VOL</a:t>
              </a:r>
            </a:p>
          </p:txBody>
        </p:sp>
        <p:sp>
          <p:nvSpPr>
            <p:cNvPr id="50" name="Can 21">
              <a:extLst>
                <a:ext uri="{FF2B5EF4-FFF2-40B4-BE49-F238E27FC236}">
                  <a16:creationId xmlns:a16="http://schemas.microsoft.com/office/drawing/2014/main" id="{B602B3CD-30EE-9FB2-6713-D3A6CCCF1A1E}"/>
                </a:ext>
              </a:extLst>
            </p:cNvPr>
            <p:cNvSpPr/>
            <p:nvPr/>
          </p:nvSpPr>
          <p:spPr>
            <a:xfrm>
              <a:off x="2777945" y="2597677"/>
              <a:ext cx="1266821" cy="482682"/>
            </a:xfrm>
            <a:prstGeom prst="ca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+mj-lt"/>
                </a:rPr>
                <a:t>P-VOL</a:t>
              </a:r>
            </a:p>
          </p:txBody>
        </p:sp>
        <p:cxnSp>
          <p:nvCxnSpPr>
            <p:cNvPr id="71" name="Connector: Curved 70">
              <a:extLst>
                <a:ext uri="{FF2B5EF4-FFF2-40B4-BE49-F238E27FC236}">
                  <a16:creationId xmlns:a16="http://schemas.microsoft.com/office/drawing/2014/main" id="{1EC7D9FF-60B7-9EA9-857C-4770B18A737A}"/>
                </a:ext>
              </a:extLst>
            </p:cNvPr>
            <p:cNvCxnSpPr>
              <a:endCxn id="8" idx="0"/>
            </p:cNvCxnSpPr>
            <p:nvPr/>
          </p:nvCxnSpPr>
          <p:spPr>
            <a:xfrm>
              <a:off x="993913" y="1226336"/>
              <a:ext cx="2417961" cy="1084303"/>
            </a:xfrm>
            <a:prstGeom prst="curvedConnector2">
              <a:avLst/>
            </a:prstGeom>
            <a:ln w="28575">
              <a:solidFill>
                <a:schemeClr val="accent3">
                  <a:lumMod val="90000"/>
                  <a:lumOff val="1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nector: Curved 71">
              <a:extLst>
                <a:ext uri="{FF2B5EF4-FFF2-40B4-BE49-F238E27FC236}">
                  <a16:creationId xmlns:a16="http://schemas.microsoft.com/office/drawing/2014/main" id="{8CB68B2A-959A-AFDA-9E39-79BAD098DE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8242" y="1226336"/>
              <a:ext cx="2417961" cy="1084303"/>
            </a:xfrm>
            <a:prstGeom prst="curvedConnector2">
              <a:avLst/>
            </a:prstGeom>
            <a:ln w="28575">
              <a:solidFill>
                <a:schemeClr val="accent3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2FBCF066-076A-5846-8833-0A510F51AB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61087" y="850828"/>
              <a:ext cx="428738" cy="580000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2FB0A6E4-4789-3E4A-B163-7783517DDE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8679" y="850830"/>
              <a:ext cx="428738" cy="580000"/>
            </a:xfrm>
            <a:prstGeom prst="rect">
              <a:avLst/>
            </a:prstGeom>
          </p:spPr>
        </p:pic>
        <p:sp>
          <p:nvSpPr>
            <p:cNvPr id="3" name="Rounded Rectangle 24">
              <a:extLst>
                <a:ext uri="{FF2B5EF4-FFF2-40B4-BE49-F238E27FC236}">
                  <a16:creationId xmlns:a16="http://schemas.microsoft.com/office/drawing/2014/main" id="{DE7AD799-D854-92B5-9FFD-4E60C3DD638D}"/>
                </a:ext>
              </a:extLst>
            </p:cNvPr>
            <p:cNvSpPr/>
            <p:nvPr/>
          </p:nvSpPr>
          <p:spPr>
            <a:xfrm>
              <a:off x="5043148" y="2307795"/>
              <a:ext cx="1516699" cy="1056761"/>
            </a:xfrm>
            <a:prstGeom prst="roundRect">
              <a:avLst/>
            </a:prstGeom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5" name="Can 26">
              <a:extLst>
                <a:ext uri="{FF2B5EF4-FFF2-40B4-BE49-F238E27FC236}">
                  <a16:creationId xmlns:a16="http://schemas.microsoft.com/office/drawing/2014/main" id="{383307C7-33DD-3493-6EB2-217DD1C68F6A}"/>
                </a:ext>
              </a:extLst>
            </p:cNvPr>
            <p:cNvSpPr/>
            <p:nvPr/>
          </p:nvSpPr>
          <p:spPr>
            <a:xfrm>
              <a:off x="5115694" y="3139150"/>
              <a:ext cx="230882" cy="165176"/>
            </a:xfrm>
            <a:prstGeom prst="can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latin typeface="+mj-lt"/>
                </a:rPr>
                <a:t>Q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38F17F6-9FCE-4820-8DF2-CDAA92F05725}"/>
                </a:ext>
              </a:extLst>
            </p:cNvPr>
            <p:cNvSpPr txBox="1"/>
            <p:nvPr/>
          </p:nvSpPr>
          <p:spPr>
            <a:xfrm>
              <a:off x="5319791" y="3384967"/>
              <a:ext cx="124005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Target Primary</a:t>
              </a:r>
            </a:p>
          </p:txBody>
        </p:sp>
        <p:sp>
          <p:nvSpPr>
            <p:cNvPr id="9" name="Up-down Arrow 36">
              <a:extLst>
                <a:ext uri="{FF2B5EF4-FFF2-40B4-BE49-F238E27FC236}">
                  <a16:creationId xmlns:a16="http://schemas.microsoft.com/office/drawing/2014/main" id="{4658ABC8-B095-BD6C-C629-5D289B2C9516}"/>
                </a:ext>
              </a:extLst>
            </p:cNvPr>
            <p:cNvSpPr/>
            <p:nvPr/>
          </p:nvSpPr>
          <p:spPr>
            <a:xfrm rot="5400000">
              <a:off x="4499914" y="2418416"/>
              <a:ext cx="213543" cy="872925"/>
            </a:xfrm>
            <a:prstGeom prst="upDown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3AB0AF3-A22F-C558-7FF7-852AAC79B0B1}"/>
                </a:ext>
              </a:extLst>
            </p:cNvPr>
            <p:cNvSpPr txBox="1"/>
            <p:nvPr/>
          </p:nvSpPr>
          <p:spPr>
            <a:xfrm>
              <a:off x="4357030" y="2874522"/>
              <a:ext cx="58877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COPY</a:t>
              </a:r>
            </a:p>
          </p:txBody>
        </p:sp>
        <p:sp>
          <p:nvSpPr>
            <p:cNvPr id="11" name="Can 21">
              <a:extLst>
                <a:ext uri="{FF2B5EF4-FFF2-40B4-BE49-F238E27FC236}">
                  <a16:creationId xmlns:a16="http://schemas.microsoft.com/office/drawing/2014/main" id="{A91FF3B8-9E0A-0922-F76B-96FC00380404}"/>
                </a:ext>
              </a:extLst>
            </p:cNvPr>
            <p:cNvSpPr/>
            <p:nvPr/>
          </p:nvSpPr>
          <p:spPr>
            <a:xfrm>
              <a:off x="5167570" y="2596238"/>
              <a:ext cx="1266821" cy="482682"/>
            </a:xfrm>
            <a:prstGeom prst="ca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+mj-lt"/>
                </a:rPr>
                <a:t>S-VOL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7C0EFD9-1DF7-E8DB-4547-3097E6CC1CA4}"/>
                </a:ext>
              </a:extLst>
            </p:cNvPr>
            <p:cNvSpPr txBox="1"/>
            <p:nvPr/>
          </p:nvSpPr>
          <p:spPr>
            <a:xfrm>
              <a:off x="207769" y="3375788"/>
              <a:ext cx="13105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Source Secondary</a:t>
              </a:r>
            </a:p>
          </p:txBody>
        </p:sp>
        <p:cxnSp>
          <p:nvCxnSpPr>
            <p:cNvPr id="30" name="Connector: Curved 29">
              <a:extLst>
                <a:ext uri="{FF2B5EF4-FFF2-40B4-BE49-F238E27FC236}">
                  <a16:creationId xmlns:a16="http://schemas.microsoft.com/office/drawing/2014/main" id="{C5394E95-1AEC-F1EE-7C67-16DECC96C8E0}"/>
                </a:ext>
              </a:extLst>
            </p:cNvPr>
            <p:cNvCxnSpPr>
              <a:stCxn id="15" idx="3"/>
              <a:endCxn id="14" idx="2"/>
            </p:cNvCxnSpPr>
            <p:nvPr/>
          </p:nvCxnSpPr>
          <p:spPr>
            <a:xfrm rot="16200000" flipH="1">
              <a:off x="1487707" y="3254241"/>
              <a:ext cx="410659" cy="505566"/>
            </a:xfrm>
            <a:prstGeom prst="curvedConnector2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ctor: Curved 34">
              <a:extLst>
                <a:ext uri="{FF2B5EF4-FFF2-40B4-BE49-F238E27FC236}">
                  <a16:creationId xmlns:a16="http://schemas.microsoft.com/office/drawing/2014/main" id="{E5D3224D-F08F-9782-5EEC-2C7C2DAC83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374587" y="3259717"/>
              <a:ext cx="410659" cy="505566"/>
            </a:xfrm>
            <a:prstGeom prst="curvedConnector2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itle 3">
            <a:extLst>
              <a:ext uri="{FF2B5EF4-FFF2-40B4-BE49-F238E27FC236}">
                <a16:creationId xmlns:a16="http://schemas.microsoft.com/office/drawing/2014/main" id="{A326F05B-3596-06CE-C07D-A80597D25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60" y="53113"/>
            <a:ext cx="7051040" cy="732441"/>
          </a:xfrm>
        </p:spPr>
        <p:txBody>
          <a:bodyPr>
            <a:normAutofit/>
          </a:bodyPr>
          <a:lstStyle/>
          <a:p>
            <a:r>
              <a:rPr lang="en-US" dirty="0" err="1"/>
              <a:t>paircreate</a:t>
            </a:r>
            <a:r>
              <a:rPr lang="en-US" sz="2400" dirty="0"/>
              <a:t> </a:t>
            </a:r>
            <a:r>
              <a:rPr lang="en-US" sz="2400" dirty="0" err="1"/>
              <a:t>MIGration</a:t>
            </a:r>
            <a:r>
              <a:rPr lang="en-US" sz="2400" dirty="0"/>
              <a:t> COPY</a:t>
            </a:r>
          </a:p>
        </p:txBody>
      </p:sp>
    </p:spTree>
    <p:extLst>
      <p:ext uri="{BB962C8B-B14F-4D97-AF65-F5344CB8AC3E}">
        <p14:creationId xmlns:p14="http://schemas.microsoft.com/office/powerpoint/2010/main" val="2144860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paircreate</a:t>
            </a:r>
            <a:r>
              <a:rPr lang="en-US" sz="2400" dirty="0"/>
              <a:t> </a:t>
            </a:r>
            <a:r>
              <a:rPr lang="en-US" sz="2400" dirty="0" err="1"/>
              <a:t>TARget</a:t>
            </a:r>
            <a:r>
              <a:rPr lang="en-US" sz="2400" dirty="0"/>
              <a:t> secondary COPY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1AC8084-3B6A-5335-48EE-9E06E6519947}"/>
              </a:ext>
            </a:extLst>
          </p:cNvPr>
          <p:cNvGrpSpPr/>
          <p:nvPr/>
        </p:nvGrpSpPr>
        <p:grpSpPr>
          <a:xfrm>
            <a:off x="104700" y="850828"/>
            <a:ext cx="9000049" cy="3025078"/>
            <a:chOff x="104700" y="850828"/>
            <a:chExt cx="9000049" cy="3025078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A1AE6F80-722F-B34C-95C4-9ABCF8C2083F}"/>
                </a:ext>
              </a:extLst>
            </p:cNvPr>
            <p:cNvSpPr/>
            <p:nvPr/>
          </p:nvSpPr>
          <p:spPr>
            <a:xfrm>
              <a:off x="104700" y="2310639"/>
              <a:ext cx="1516699" cy="1056761"/>
            </a:xfrm>
            <a:prstGeom prst="roundRect">
              <a:avLst/>
            </a:prstGeom>
            <a:ln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02EDE374-A9EB-D844-A4AD-ED67936CDA0B}"/>
                </a:ext>
              </a:extLst>
            </p:cNvPr>
            <p:cNvSpPr/>
            <p:nvPr/>
          </p:nvSpPr>
          <p:spPr>
            <a:xfrm>
              <a:off x="2653524" y="2310639"/>
              <a:ext cx="1516699" cy="1056761"/>
            </a:xfrm>
            <a:prstGeom prst="roundRect">
              <a:avLst/>
            </a:prstGeom>
            <a:ln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13" name="Up-down Arrow 12">
              <a:extLst>
                <a:ext uri="{FF2B5EF4-FFF2-40B4-BE49-F238E27FC236}">
                  <a16:creationId xmlns:a16="http://schemas.microsoft.com/office/drawing/2014/main" id="{94F444A5-0CC0-AF43-91CC-CB4FE03E31E8}"/>
                </a:ext>
              </a:extLst>
            </p:cNvPr>
            <p:cNvSpPr/>
            <p:nvPr/>
          </p:nvSpPr>
          <p:spPr>
            <a:xfrm rot="5400000">
              <a:off x="2030689" y="2322958"/>
              <a:ext cx="213543" cy="1032125"/>
            </a:xfrm>
            <a:prstGeom prst="upDown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14" name="Can 13">
              <a:extLst>
                <a:ext uri="{FF2B5EF4-FFF2-40B4-BE49-F238E27FC236}">
                  <a16:creationId xmlns:a16="http://schemas.microsoft.com/office/drawing/2014/main" id="{8A5E2E5A-A07D-6645-B3BF-EACA97E38CAE}"/>
                </a:ext>
              </a:extLst>
            </p:cNvPr>
            <p:cNvSpPr/>
            <p:nvPr/>
          </p:nvSpPr>
          <p:spPr>
            <a:xfrm>
              <a:off x="1945819" y="3553566"/>
              <a:ext cx="383282" cy="317576"/>
            </a:xfrm>
            <a:prstGeom prst="can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+mj-lt"/>
                </a:rPr>
                <a:t>Q</a:t>
              </a:r>
            </a:p>
          </p:txBody>
        </p:sp>
        <p:sp>
          <p:nvSpPr>
            <p:cNvPr id="15" name="Can 14">
              <a:extLst>
                <a:ext uri="{FF2B5EF4-FFF2-40B4-BE49-F238E27FC236}">
                  <a16:creationId xmlns:a16="http://schemas.microsoft.com/office/drawing/2014/main" id="{0F5247F1-B77A-DA43-BFA8-EA128FC8E8A3}"/>
                </a:ext>
              </a:extLst>
            </p:cNvPr>
            <p:cNvSpPr/>
            <p:nvPr/>
          </p:nvSpPr>
          <p:spPr>
            <a:xfrm>
              <a:off x="1324812" y="3136519"/>
              <a:ext cx="230882" cy="165176"/>
            </a:xfrm>
            <a:prstGeom prst="can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latin typeface="+mj-lt"/>
                </a:rPr>
                <a:t>Q</a:t>
              </a:r>
            </a:p>
          </p:txBody>
        </p:sp>
        <p:sp>
          <p:nvSpPr>
            <p:cNvPr id="17" name="Can 16">
              <a:extLst>
                <a:ext uri="{FF2B5EF4-FFF2-40B4-BE49-F238E27FC236}">
                  <a16:creationId xmlns:a16="http://schemas.microsoft.com/office/drawing/2014/main" id="{A2633AFB-347F-D541-ABBC-741E0F12319C}"/>
                </a:ext>
              </a:extLst>
            </p:cNvPr>
            <p:cNvSpPr/>
            <p:nvPr/>
          </p:nvSpPr>
          <p:spPr>
            <a:xfrm>
              <a:off x="2726070" y="3141994"/>
              <a:ext cx="230882" cy="165176"/>
            </a:xfrm>
            <a:prstGeom prst="can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latin typeface="+mj-lt"/>
                </a:rPr>
                <a:t>Q</a:t>
              </a: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9710CC2A-7A97-7948-AC10-800D24522E41}"/>
                </a:ext>
              </a:extLst>
            </p:cNvPr>
            <p:cNvCxnSpPr>
              <a:cxnSpLocks/>
              <a:endCxn id="6" idx="0"/>
            </p:cNvCxnSpPr>
            <p:nvPr/>
          </p:nvCxnSpPr>
          <p:spPr>
            <a:xfrm>
              <a:off x="863050" y="1297681"/>
              <a:ext cx="0" cy="1012958"/>
            </a:xfrm>
            <a:prstGeom prst="straightConnector1">
              <a:avLst/>
            </a:prstGeom>
            <a:ln w="28575">
              <a:solidFill>
                <a:schemeClr val="accent3">
                  <a:lumMod val="90000"/>
                  <a:lumOff val="1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4306ED6D-BA60-F643-8CE2-56EE4FD53515}"/>
                </a:ext>
              </a:extLst>
            </p:cNvPr>
            <p:cNvCxnSpPr>
              <a:cxnSpLocks/>
            </p:cNvCxnSpPr>
            <p:nvPr/>
          </p:nvCxnSpPr>
          <p:spPr>
            <a:xfrm>
              <a:off x="3407065" y="1297681"/>
              <a:ext cx="0" cy="1012957"/>
            </a:xfrm>
            <a:prstGeom prst="straightConnector1">
              <a:avLst/>
            </a:prstGeom>
            <a:ln w="28575">
              <a:solidFill>
                <a:schemeClr val="accent3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287445C-D339-814C-B99C-9C31FCC736C2}"/>
                </a:ext>
              </a:extLst>
            </p:cNvPr>
            <p:cNvSpPr txBox="1"/>
            <p:nvPr/>
          </p:nvSpPr>
          <p:spPr>
            <a:xfrm>
              <a:off x="2859661" y="3384967"/>
              <a:ext cx="13105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Source Primary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F474F85-90A2-C44F-A1F0-6466FB4CAE57}"/>
                </a:ext>
              </a:extLst>
            </p:cNvPr>
            <p:cNvSpPr txBox="1"/>
            <p:nvPr/>
          </p:nvSpPr>
          <p:spPr>
            <a:xfrm>
              <a:off x="1877945" y="2858077"/>
              <a:ext cx="58877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PAIR</a:t>
              </a:r>
            </a:p>
          </p:txBody>
        </p:sp>
        <p:sp>
          <p:nvSpPr>
            <p:cNvPr id="40" name="Can 39">
              <a:extLst>
                <a:ext uri="{FF2B5EF4-FFF2-40B4-BE49-F238E27FC236}">
                  <a16:creationId xmlns:a16="http://schemas.microsoft.com/office/drawing/2014/main" id="{DBED65A3-86C8-3F41-A14A-98F112878F51}"/>
                </a:ext>
              </a:extLst>
            </p:cNvPr>
            <p:cNvSpPr/>
            <p:nvPr/>
          </p:nvSpPr>
          <p:spPr>
            <a:xfrm>
              <a:off x="3873636" y="3146773"/>
              <a:ext cx="230882" cy="165176"/>
            </a:xfrm>
            <a:prstGeom prst="can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latin typeface="+mj-lt"/>
                </a:rPr>
                <a:t>Q</a:t>
              </a:r>
            </a:p>
          </p:txBody>
        </p:sp>
        <p:sp>
          <p:nvSpPr>
            <p:cNvPr id="49" name="Can 21">
              <a:extLst>
                <a:ext uri="{FF2B5EF4-FFF2-40B4-BE49-F238E27FC236}">
                  <a16:creationId xmlns:a16="http://schemas.microsoft.com/office/drawing/2014/main" id="{FEC773F8-26DB-8563-FD7C-36D5E41A572F}"/>
                </a:ext>
              </a:extLst>
            </p:cNvPr>
            <p:cNvSpPr/>
            <p:nvPr/>
          </p:nvSpPr>
          <p:spPr>
            <a:xfrm>
              <a:off x="234631" y="2600393"/>
              <a:ext cx="1266821" cy="482682"/>
            </a:xfrm>
            <a:prstGeom prst="ca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+mj-lt"/>
                </a:rPr>
                <a:t>S-VOL</a:t>
              </a:r>
            </a:p>
          </p:txBody>
        </p:sp>
        <p:sp>
          <p:nvSpPr>
            <p:cNvPr id="50" name="Can 21">
              <a:extLst>
                <a:ext uri="{FF2B5EF4-FFF2-40B4-BE49-F238E27FC236}">
                  <a16:creationId xmlns:a16="http://schemas.microsoft.com/office/drawing/2014/main" id="{B602B3CD-30EE-9FB2-6713-D3A6CCCF1A1E}"/>
                </a:ext>
              </a:extLst>
            </p:cNvPr>
            <p:cNvSpPr/>
            <p:nvPr/>
          </p:nvSpPr>
          <p:spPr>
            <a:xfrm>
              <a:off x="2777945" y="2597677"/>
              <a:ext cx="1266821" cy="482682"/>
            </a:xfrm>
            <a:prstGeom prst="ca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+mj-lt"/>
                </a:rPr>
                <a:t>P-VOL</a:t>
              </a:r>
            </a:p>
          </p:txBody>
        </p:sp>
        <p:cxnSp>
          <p:nvCxnSpPr>
            <p:cNvPr id="71" name="Connector: Curved 70">
              <a:extLst>
                <a:ext uri="{FF2B5EF4-FFF2-40B4-BE49-F238E27FC236}">
                  <a16:creationId xmlns:a16="http://schemas.microsoft.com/office/drawing/2014/main" id="{1EC7D9FF-60B7-9EA9-857C-4770B18A737A}"/>
                </a:ext>
              </a:extLst>
            </p:cNvPr>
            <p:cNvCxnSpPr>
              <a:endCxn id="8" idx="0"/>
            </p:cNvCxnSpPr>
            <p:nvPr/>
          </p:nvCxnSpPr>
          <p:spPr>
            <a:xfrm>
              <a:off x="993913" y="1226336"/>
              <a:ext cx="2417961" cy="1084303"/>
            </a:xfrm>
            <a:prstGeom prst="curvedConnector2">
              <a:avLst/>
            </a:prstGeom>
            <a:ln w="28575">
              <a:solidFill>
                <a:schemeClr val="accent3">
                  <a:lumMod val="90000"/>
                  <a:lumOff val="1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nector: Curved 71">
              <a:extLst>
                <a:ext uri="{FF2B5EF4-FFF2-40B4-BE49-F238E27FC236}">
                  <a16:creationId xmlns:a16="http://schemas.microsoft.com/office/drawing/2014/main" id="{8CB68B2A-959A-AFDA-9E39-79BAD098DE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8242" y="1226336"/>
              <a:ext cx="2417961" cy="1084303"/>
            </a:xfrm>
            <a:prstGeom prst="curvedConnector2">
              <a:avLst/>
            </a:prstGeom>
            <a:ln w="28575">
              <a:solidFill>
                <a:schemeClr val="accent3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2FBCF066-076A-5846-8833-0A510F51AB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61087" y="850828"/>
              <a:ext cx="428738" cy="580000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2FB0A6E4-4789-3E4A-B163-7783517DDE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8679" y="850830"/>
              <a:ext cx="428738" cy="580000"/>
            </a:xfrm>
            <a:prstGeom prst="rect">
              <a:avLst/>
            </a:prstGeom>
          </p:spPr>
        </p:pic>
        <p:sp>
          <p:nvSpPr>
            <p:cNvPr id="3" name="Rounded Rectangle 24">
              <a:extLst>
                <a:ext uri="{FF2B5EF4-FFF2-40B4-BE49-F238E27FC236}">
                  <a16:creationId xmlns:a16="http://schemas.microsoft.com/office/drawing/2014/main" id="{DE7AD799-D854-92B5-9FFD-4E60C3DD638D}"/>
                </a:ext>
              </a:extLst>
            </p:cNvPr>
            <p:cNvSpPr/>
            <p:nvPr/>
          </p:nvSpPr>
          <p:spPr>
            <a:xfrm>
              <a:off x="5043148" y="2307795"/>
              <a:ext cx="1516699" cy="1056761"/>
            </a:xfrm>
            <a:prstGeom prst="roundRect">
              <a:avLst/>
            </a:prstGeom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5" name="Can 26">
              <a:extLst>
                <a:ext uri="{FF2B5EF4-FFF2-40B4-BE49-F238E27FC236}">
                  <a16:creationId xmlns:a16="http://schemas.microsoft.com/office/drawing/2014/main" id="{383307C7-33DD-3493-6EB2-217DD1C68F6A}"/>
                </a:ext>
              </a:extLst>
            </p:cNvPr>
            <p:cNvSpPr/>
            <p:nvPr/>
          </p:nvSpPr>
          <p:spPr>
            <a:xfrm>
              <a:off x="5115694" y="3139150"/>
              <a:ext cx="230882" cy="165176"/>
            </a:xfrm>
            <a:prstGeom prst="can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latin typeface="+mj-lt"/>
                </a:rPr>
                <a:t>Q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38F17F6-9FCE-4820-8DF2-CDAA92F05725}"/>
                </a:ext>
              </a:extLst>
            </p:cNvPr>
            <p:cNvSpPr txBox="1"/>
            <p:nvPr/>
          </p:nvSpPr>
          <p:spPr>
            <a:xfrm>
              <a:off x="5319791" y="3384967"/>
              <a:ext cx="124005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Target Primary</a:t>
              </a:r>
            </a:p>
          </p:txBody>
        </p:sp>
        <p:sp>
          <p:nvSpPr>
            <p:cNvPr id="9" name="Up-down Arrow 36">
              <a:extLst>
                <a:ext uri="{FF2B5EF4-FFF2-40B4-BE49-F238E27FC236}">
                  <a16:creationId xmlns:a16="http://schemas.microsoft.com/office/drawing/2014/main" id="{4658ABC8-B095-BD6C-C629-5D289B2C9516}"/>
                </a:ext>
              </a:extLst>
            </p:cNvPr>
            <p:cNvSpPr/>
            <p:nvPr/>
          </p:nvSpPr>
          <p:spPr>
            <a:xfrm rot="5400000">
              <a:off x="4499914" y="2418416"/>
              <a:ext cx="213543" cy="872925"/>
            </a:xfrm>
            <a:prstGeom prst="upDown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3AB0AF3-A22F-C558-7FF7-852AAC79B0B1}"/>
                </a:ext>
              </a:extLst>
            </p:cNvPr>
            <p:cNvSpPr txBox="1"/>
            <p:nvPr/>
          </p:nvSpPr>
          <p:spPr>
            <a:xfrm>
              <a:off x="4357030" y="2874522"/>
              <a:ext cx="58877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COPY</a:t>
              </a:r>
            </a:p>
          </p:txBody>
        </p:sp>
        <p:sp>
          <p:nvSpPr>
            <p:cNvPr id="11" name="Can 21">
              <a:extLst>
                <a:ext uri="{FF2B5EF4-FFF2-40B4-BE49-F238E27FC236}">
                  <a16:creationId xmlns:a16="http://schemas.microsoft.com/office/drawing/2014/main" id="{A91FF3B8-9E0A-0922-F76B-96FC00380404}"/>
                </a:ext>
              </a:extLst>
            </p:cNvPr>
            <p:cNvSpPr/>
            <p:nvPr/>
          </p:nvSpPr>
          <p:spPr>
            <a:xfrm>
              <a:off x="5167570" y="2596238"/>
              <a:ext cx="1266821" cy="482682"/>
            </a:xfrm>
            <a:prstGeom prst="ca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+mj-lt"/>
                </a:rPr>
                <a:t>S-VOL | PVOL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7C0EFD9-1DF7-E8DB-4547-3097E6CC1CA4}"/>
                </a:ext>
              </a:extLst>
            </p:cNvPr>
            <p:cNvSpPr txBox="1"/>
            <p:nvPr/>
          </p:nvSpPr>
          <p:spPr>
            <a:xfrm>
              <a:off x="207769" y="3375788"/>
              <a:ext cx="13105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Source Secondary</a:t>
              </a:r>
            </a:p>
          </p:txBody>
        </p:sp>
        <p:sp>
          <p:nvSpPr>
            <p:cNvPr id="2" name="Rounded Rectangle 24">
              <a:extLst>
                <a:ext uri="{FF2B5EF4-FFF2-40B4-BE49-F238E27FC236}">
                  <a16:creationId xmlns:a16="http://schemas.microsoft.com/office/drawing/2014/main" id="{C5CF72BB-86D0-C20D-6BA9-42C89438E67F}"/>
                </a:ext>
              </a:extLst>
            </p:cNvPr>
            <p:cNvSpPr/>
            <p:nvPr/>
          </p:nvSpPr>
          <p:spPr>
            <a:xfrm>
              <a:off x="7588050" y="2310639"/>
              <a:ext cx="1516699" cy="1056761"/>
            </a:xfrm>
            <a:prstGeom prst="roundRect">
              <a:avLst/>
            </a:prstGeom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12" name="Can 26">
              <a:extLst>
                <a:ext uri="{FF2B5EF4-FFF2-40B4-BE49-F238E27FC236}">
                  <a16:creationId xmlns:a16="http://schemas.microsoft.com/office/drawing/2014/main" id="{3A722D01-BD3D-E738-5CA0-1C47EF8424D9}"/>
                </a:ext>
              </a:extLst>
            </p:cNvPr>
            <p:cNvSpPr/>
            <p:nvPr/>
          </p:nvSpPr>
          <p:spPr>
            <a:xfrm>
              <a:off x="7660596" y="3141994"/>
              <a:ext cx="230882" cy="165176"/>
            </a:xfrm>
            <a:prstGeom prst="can">
              <a:avLst/>
            </a:prstGeom>
            <a:solidFill>
              <a:schemeClr val="accent3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latin typeface="+mj-lt"/>
                </a:rPr>
                <a:t>Q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6CC9816-98EA-8628-52CB-AFF88CF259C2}"/>
                </a:ext>
              </a:extLst>
            </p:cNvPr>
            <p:cNvSpPr txBox="1"/>
            <p:nvPr/>
          </p:nvSpPr>
          <p:spPr>
            <a:xfrm>
              <a:off x="7799600" y="3387811"/>
              <a:ext cx="124005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Target Secondary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7A5211E-1911-5133-581D-3C2F3951D812}"/>
                </a:ext>
              </a:extLst>
            </p:cNvPr>
            <p:cNvSpPr txBox="1"/>
            <p:nvPr/>
          </p:nvSpPr>
          <p:spPr>
            <a:xfrm>
              <a:off x="6856322" y="2874523"/>
              <a:ext cx="58877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COPY</a:t>
              </a:r>
            </a:p>
          </p:txBody>
        </p:sp>
        <p:sp>
          <p:nvSpPr>
            <p:cNvPr id="25" name="Can 21">
              <a:extLst>
                <a:ext uri="{FF2B5EF4-FFF2-40B4-BE49-F238E27FC236}">
                  <a16:creationId xmlns:a16="http://schemas.microsoft.com/office/drawing/2014/main" id="{A1F884B0-969B-46DE-9EAD-A434DB1B670B}"/>
                </a:ext>
              </a:extLst>
            </p:cNvPr>
            <p:cNvSpPr/>
            <p:nvPr/>
          </p:nvSpPr>
          <p:spPr>
            <a:xfrm>
              <a:off x="7712472" y="2599082"/>
              <a:ext cx="1266821" cy="482682"/>
            </a:xfrm>
            <a:prstGeom prst="ca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+mj-lt"/>
                </a:rPr>
                <a:t>S-VOL</a:t>
              </a:r>
            </a:p>
          </p:txBody>
        </p:sp>
        <p:sp>
          <p:nvSpPr>
            <p:cNvPr id="27" name="Can 26">
              <a:extLst>
                <a:ext uri="{FF2B5EF4-FFF2-40B4-BE49-F238E27FC236}">
                  <a16:creationId xmlns:a16="http://schemas.microsoft.com/office/drawing/2014/main" id="{FABF61B7-88A6-9AAA-4821-CDAF1E4D4E40}"/>
                </a:ext>
              </a:extLst>
            </p:cNvPr>
            <p:cNvSpPr/>
            <p:nvPr/>
          </p:nvSpPr>
          <p:spPr>
            <a:xfrm>
              <a:off x="6244461" y="3143930"/>
              <a:ext cx="230882" cy="165176"/>
            </a:xfrm>
            <a:prstGeom prst="can">
              <a:avLst/>
            </a:prstGeom>
            <a:solidFill>
              <a:schemeClr val="accent3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latin typeface="+mj-lt"/>
                </a:rPr>
                <a:t>Q</a:t>
              </a:r>
            </a:p>
          </p:txBody>
        </p:sp>
        <p:cxnSp>
          <p:nvCxnSpPr>
            <p:cNvPr id="30" name="Connector: Curved 29">
              <a:extLst>
                <a:ext uri="{FF2B5EF4-FFF2-40B4-BE49-F238E27FC236}">
                  <a16:creationId xmlns:a16="http://schemas.microsoft.com/office/drawing/2014/main" id="{C5394E95-1AEC-F1EE-7C67-16DECC96C8E0}"/>
                </a:ext>
              </a:extLst>
            </p:cNvPr>
            <p:cNvCxnSpPr>
              <a:stCxn id="15" idx="3"/>
              <a:endCxn id="14" idx="2"/>
            </p:cNvCxnSpPr>
            <p:nvPr/>
          </p:nvCxnSpPr>
          <p:spPr>
            <a:xfrm rot="16200000" flipH="1">
              <a:off x="1487707" y="3254241"/>
              <a:ext cx="410659" cy="505566"/>
            </a:xfrm>
            <a:prstGeom prst="curvedConnector2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ctor: Curved 34">
              <a:extLst>
                <a:ext uri="{FF2B5EF4-FFF2-40B4-BE49-F238E27FC236}">
                  <a16:creationId xmlns:a16="http://schemas.microsoft.com/office/drawing/2014/main" id="{E5D3224D-F08F-9782-5EEC-2C7C2DAC83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374587" y="3259717"/>
              <a:ext cx="410659" cy="505566"/>
            </a:xfrm>
            <a:prstGeom prst="curvedConnector2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Can 13">
              <a:extLst>
                <a:ext uri="{FF2B5EF4-FFF2-40B4-BE49-F238E27FC236}">
                  <a16:creationId xmlns:a16="http://schemas.microsoft.com/office/drawing/2014/main" id="{EC292E2E-BCE2-F2E7-8839-5C6FBA9E5D0F}"/>
                </a:ext>
              </a:extLst>
            </p:cNvPr>
            <p:cNvSpPr/>
            <p:nvPr/>
          </p:nvSpPr>
          <p:spPr>
            <a:xfrm>
              <a:off x="6880344" y="3558330"/>
              <a:ext cx="383282" cy="317576"/>
            </a:xfrm>
            <a:prstGeom prst="can">
              <a:avLst/>
            </a:prstGeom>
            <a:solidFill>
              <a:schemeClr val="accent3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+mj-lt"/>
                </a:rPr>
                <a:t>Q</a:t>
              </a:r>
            </a:p>
          </p:txBody>
        </p:sp>
        <p:cxnSp>
          <p:nvCxnSpPr>
            <p:cNvPr id="37" name="Connector: Curved 36">
              <a:extLst>
                <a:ext uri="{FF2B5EF4-FFF2-40B4-BE49-F238E27FC236}">
                  <a16:creationId xmlns:a16="http://schemas.microsoft.com/office/drawing/2014/main" id="{A002EB1D-F96C-E4A8-501E-D57988AF6CD7}"/>
                </a:ext>
              </a:extLst>
            </p:cNvPr>
            <p:cNvCxnSpPr>
              <a:endCxn id="36" idx="2"/>
            </p:cNvCxnSpPr>
            <p:nvPr/>
          </p:nvCxnSpPr>
          <p:spPr>
            <a:xfrm rot="16200000" flipH="1">
              <a:off x="6422232" y="3259005"/>
              <a:ext cx="410659" cy="505566"/>
            </a:xfrm>
            <a:prstGeom prst="curvedConnector2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ctor: Curved 38">
              <a:extLst>
                <a:ext uri="{FF2B5EF4-FFF2-40B4-BE49-F238E27FC236}">
                  <a16:creationId xmlns:a16="http://schemas.microsoft.com/office/drawing/2014/main" id="{80EBEB74-2886-951E-A4EB-0A2BED84400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309112" y="3264481"/>
              <a:ext cx="410659" cy="505566"/>
            </a:xfrm>
            <a:prstGeom prst="curvedConnector2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Up-down Arrow 12">
              <a:extLst>
                <a:ext uri="{FF2B5EF4-FFF2-40B4-BE49-F238E27FC236}">
                  <a16:creationId xmlns:a16="http://schemas.microsoft.com/office/drawing/2014/main" id="{1D2F575B-708B-E7EC-76C4-7FDC28840153}"/>
                </a:ext>
              </a:extLst>
            </p:cNvPr>
            <p:cNvSpPr/>
            <p:nvPr/>
          </p:nvSpPr>
          <p:spPr>
            <a:xfrm rot="5400000">
              <a:off x="6965216" y="2333906"/>
              <a:ext cx="213543" cy="1032125"/>
            </a:xfrm>
            <a:prstGeom prst="upDown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23124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72CC4FEF-B260-3005-6F6D-E94FB4A681AE}"/>
              </a:ext>
            </a:extLst>
          </p:cNvPr>
          <p:cNvGrpSpPr/>
          <p:nvPr/>
        </p:nvGrpSpPr>
        <p:grpSpPr>
          <a:xfrm>
            <a:off x="104700" y="850828"/>
            <a:ext cx="9000049" cy="3025078"/>
            <a:chOff x="104700" y="850828"/>
            <a:chExt cx="9000049" cy="3025078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A1AE6F80-722F-B34C-95C4-9ABCF8C2083F}"/>
                </a:ext>
              </a:extLst>
            </p:cNvPr>
            <p:cNvSpPr/>
            <p:nvPr/>
          </p:nvSpPr>
          <p:spPr>
            <a:xfrm>
              <a:off x="104700" y="2310639"/>
              <a:ext cx="1516699" cy="1056761"/>
            </a:xfrm>
            <a:prstGeom prst="roundRect">
              <a:avLst/>
            </a:prstGeom>
            <a:ln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02EDE374-A9EB-D844-A4AD-ED67936CDA0B}"/>
                </a:ext>
              </a:extLst>
            </p:cNvPr>
            <p:cNvSpPr/>
            <p:nvPr/>
          </p:nvSpPr>
          <p:spPr>
            <a:xfrm>
              <a:off x="2653524" y="2310639"/>
              <a:ext cx="1516699" cy="1056761"/>
            </a:xfrm>
            <a:prstGeom prst="roundRect">
              <a:avLst/>
            </a:prstGeom>
            <a:ln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13" name="Up-down Arrow 12">
              <a:extLst>
                <a:ext uri="{FF2B5EF4-FFF2-40B4-BE49-F238E27FC236}">
                  <a16:creationId xmlns:a16="http://schemas.microsoft.com/office/drawing/2014/main" id="{94F444A5-0CC0-AF43-91CC-CB4FE03E31E8}"/>
                </a:ext>
              </a:extLst>
            </p:cNvPr>
            <p:cNvSpPr/>
            <p:nvPr/>
          </p:nvSpPr>
          <p:spPr>
            <a:xfrm rot="5400000">
              <a:off x="2030689" y="2322958"/>
              <a:ext cx="213543" cy="1032125"/>
            </a:xfrm>
            <a:prstGeom prst="upDown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14" name="Can 13">
              <a:extLst>
                <a:ext uri="{FF2B5EF4-FFF2-40B4-BE49-F238E27FC236}">
                  <a16:creationId xmlns:a16="http://schemas.microsoft.com/office/drawing/2014/main" id="{8A5E2E5A-A07D-6645-B3BF-EACA97E38CAE}"/>
                </a:ext>
              </a:extLst>
            </p:cNvPr>
            <p:cNvSpPr/>
            <p:nvPr/>
          </p:nvSpPr>
          <p:spPr>
            <a:xfrm>
              <a:off x="1945819" y="3553566"/>
              <a:ext cx="383282" cy="317576"/>
            </a:xfrm>
            <a:prstGeom prst="can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+mj-lt"/>
                </a:rPr>
                <a:t>Q</a:t>
              </a:r>
            </a:p>
          </p:txBody>
        </p:sp>
        <p:sp>
          <p:nvSpPr>
            <p:cNvPr id="15" name="Can 14">
              <a:extLst>
                <a:ext uri="{FF2B5EF4-FFF2-40B4-BE49-F238E27FC236}">
                  <a16:creationId xmlns:a16="http://schemas.microsoft.com/office/drawing/2014/main" id="{0F5247F1-B77A-DA43-BFA8-EA128FC8E8A3}"/>
                </a:ext>
              </a:extLst>
            </p:cNvPr>
            <p:cNvSpPr/>
            <p:nvPr/>
          </p:nvSpPr>
          <p:spPr>
            <a:xfrm>
              <a:off x="1324812" y="3136519"/>
              <a:ext cx="230882" cy="165176"/>
            </a:xfrm>
            <a:prstGeom prst="can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latin typeface="+mj-lt"/>
                </a:rPr>
                <a:t>Q</a:t>
              </a:r>
            </a:p>
          </p:txBody>
        </p:sp>
        <p:sp>
          <p:nvSpPr>
            <p:cNvPr id="17" name="Can 16">
              <a:extLst>
                <a:ext uri="{FF2B5EF4-FFF2-40B4-BE49-F238E27FC236}">
                  <a16:creationId xmlns:a16="http://schemas.microsoft.com/office/drawing/2014/main" id="{A2633AFB-347F-D541-ABBC-741E0F12319C}"/>
                </a:ext>
              </a:extLst>
            </p:cNvPr>
            <p:cNvSpPr/>
            <p:nvPr/>
          </p:nvSpPr>
          <p:spPr>
            <a:xfrm>
              <a:off x="2726070" y="3141994"/>
              <a:ext cx="230882" cy="165176"/>
            </a:xfrm>
            <a:prstGeom prst="can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latin typeface="+mj-lt"/>
                </a:rPr>
                <a:t>Q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287445C-D339-814C-B99C-9C31FCC736C2}"/>
                </a:ext>
              </a:extLst>
            </p:cNvPr>
            <p:cNvSpPr txBox="1"/>
            <p:nvPr/>
          </p:nvSpPr>
          <p:spPr>
            <a:xfrm>
              <a:off x="2859661" y="3384967"/>
              <a:ext cx="13105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Source Primary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F474F85-90A2-C44F-A1F0-6466FB4CAE57}"/>
                </a:ext>
              </a:extLst>
            </p:cNvPr>
            <p:cNvSpPr txBox="1"/>
            <p:nvPr/>
          </p:nvSpPr>
          <p:spPr>
            <a:xfrm>
              <a:off x="1877945" y="2858077"/>
              <a:ext cx="58877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PSUS</a:t>
              </a:r>
              <a:br>
                <a:rPr lang="en-US" sz="1000" dirty="0"/>
              </a:br>
              <a:r>
                <a:rPr lang="en-US" sz="1000" dirty="0"/>
                <a:t>SSUS</a:t>
              </a:r>
            </a:p>
          </p:txBody>
        </p:sp>
        <p:sp>
          <p:nvSpPr>
            <p:cNvPr id="40" name="Can 39">
              <a:extLst>
                <a:ext uri="{FF2B5EF4-FFF2-40B4-BE49-F238E27FC236}">
                  <a16:creationId xmlns:a16="http://schemas.microsoft.com/office/drawing/2014/main" id="{DBED65A3-86C8-3F41-A14A-98F112878F51}"/>
                </a:ext>
              </a:extLst>
            </p:cNvPr>
            <p:cNvSpPr/>
            <p:nvPr/>
          </p:nvSpPr>
          <p:spPr>
            <a:xfrm>
              <a:off x="3873636" y="3146773"/>
              <a:ext cx="230882" cy="165176"/>
            </a:xfrm>
            <a:prstGeom prst="can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latin typeface="+mj-lt"/>
                </a:rPr>
                <a:t>Q</a:t>
              </a:r>
            </a:p>
          </p:txBody>
        </p:sp>
        <p:sp>
          <p:nvSpPr>
            <p:cNvPr id="49" name="Can 21">
              <a:extLst>
                <a:ext uri="{FF2B5EF4-FFF2-40B4-BE49-F238E27FC236}">
                  <a16:creationId xmlns:a16="http://schemas.microsoft.com/office/drawing/2014/main" id="{FEC773F8-26DB-8563-FD7C-36D5E41A572F}"/>
                </a:ext>
              </a:extLst>
            </p:cNvPr>
            <p:cNvSpPr/>
            <p:nvPr/>
          </p:nvSpPr>
          <p:spPr>
            <a:xfrm>
              <a:off x="234631" y="2600393"/>
              <a:ext cx="1266821" cy="482682"/>
            </a:xfrm>
            <a:prstGeom prst="ca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+mj-lt"/>
                </a:rPr>
                <a:t>S-VOL</a:t>
              </a:r>
            </a:p>
          </p:txBody>
        </p:sp>
        <p:sp>
          <p:nvSpPr>
            <p:cNvPr id="50" name="Can 21">
              <a:extLst>
                <a:ext uri="{FF2B5EF4-FFF2-40B4-BE49-F238E27FC236}">
                  <a16:creationId xmlns:a16="http://schemas.microsoft.com/office/drawing/2014/main" id="{B602B3CD-30EE-9FB2-6713-D3A6CCCF1A1E}"/>
                </a:ext>
              </a:extLst>
            </p:cNvPr>
            <p:cNvSpPr/>
            <p:nvPr/>
          </p:nvSpPr>
          <p:spPr>
            <a:xfrm>
              <a:off x="2777945" y="2597677"/>
              <a:ext cx="1266821" cy="482682"/>
            </a:xfrm>
            <a:prstGeom prst="ca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+mj-lt"/>
                </a:rPr>
                <a:t>P-VOL</a:t>
              </a:r>
            </a:p>
          </p:txBody>
        </p:sp>
        <p:sp>
          <p:nvSpPr>
            <p:cNvPr id="3" name="Rounded Rectangle 24">
              <a:extLst>
                <a:ext uri="{FF2B5EF4-FFF2-40B4-BE49-F238E27FC236}">
                  <a16:creationId xmlns:a16="http://schemas.microsoft.com/office/drawing/2014/main" id="{DE7AD799-D854-92B5-9FFD-4E60C3DD638D}"/>
                </a:ext>
              </a:extLst>
            </p:cNvPr>
            <p:cNvSpPr/>
            <p:nvPr/>
          </p:nvSpPr>
          <p:spPr>
            <a:xfrm>
              <a:off x="5043148" y="2307795"/>
              <a:ext cx="1516699" cy="1056761"/>
            </a:xfrm>
            <a:prstGeom prst="roundRect">
              <a:avLst/>
            </a:prstGeom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5" name="Can 26">
              <a:extLst>
                <a:ext uri="{FF2B5EF4-FFF2-40B4-BE49-F238E27FC236}">
                  <a16:creationId xmlns:a16="http://schemas.microsoft.com/office/drawing/2014/main" id="{383307C7-33DD-3493-6EB2-217DD1C68F6A}"/>
                </a:ext>
              </a:extLst>
            </p:cNvPr>
            <p:cNvSpPr/>
            <p:nvPr/>
          </p:nvSpPr>
          <p:spPr>
            <a:xfrm>
              <a:off x="5115694" y="3139150"/>
              <a:ext cx="230882" cy="165176"/>
            </a:xfrm>
            <a:prstGeom prst="can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latin typeface="+mj-lt"/>
                </a:rPr>
                <a:t>Q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38F17F6-9FCE-4820-8DF2-CDAA92F05725}"/>
                </a:ext>
              </a:extLst>
            </p:cNvPr>
            <p:cNvSpPr txBox="1"/>
            <p:nvPr/>
          </p:nvSpPr>
          <p:spPr>
            <a:xfrm>
              <a:off x="5319791" y="3384967"/>
              <a:ext cx="124005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Target Primary</a:t>
              </a:r>
            </a:p>
          </p:txBody>
        </p:sp>
        <p:sp>
          <p:nvSpPr>
            <p:cNvPr id="9" name="Up-down Arrow 36">
              <a:extLst>
                <a:ext uri="{FF2B5EF4-FFF2-40B4-BE49-F238E27FC236}">
                  <a16:creationId xmlns:a16="http://schemas.microsoft.com/office/drawing/2014/main" id="{4658ABC8-B095-BD6C-C629-5D289B2C9516}"/>
                </a:ext>
              </a:extLst>
            </p:cNvPr>
            <p:cNvSpPr/>
            <p:nvPr/>
          </p:nvSpPr>
          <p:spPr>
            <a:xfrm rot="5400000">
              <a:off x="4499914" y="2418416"/>
              <a:ext cx="213543" cy="872925"/>
            </a:xfrm>
            <a:prstGeom prst="upDown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3AB0AF3-A22F-C558-7FF7-852AAC79B0B1}"/>
                </a:ext>
              </a:extLst>
            </p:cNvPr>
            <p:cNvSpPr txBox="1"/>
            <p:nvPr/>
          </p:nvSpPr>
          <p:spPr>
            <a:xfrm>
              <a:off x="4357030" y="2874522"/>
              <a:ext cx="58877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PAIR</a:t>
              </a:r>
            </a:p>
          </p:txBody>
        </p:sp>
        <p:sp>
          <p:nvSpPr>
            <p:cNvPr id="11" name="Can 21">
              <a:extLst>
                <a:ext uri="{FF2B5EF4-FFF2-40B4-BE49-F238E27FC236}">
                  <a16:creationId xmlns:a16="http://schemas.microsoft.com/office/drawing/2014/main" id="{A91FF3B8-9E0A-0922-F76B-96FC00380404}"/>
                </a:ext>
              </a:extLst>
            </p:cNvPr>
            <p:cNvSpPr/>
            <p:nvPr/>
          </p:nvSpPr>
          <p:spPr>
            <a:xfrm>
              <a:off x="5167570" y="2596238"/>
              <a:ext cx="1266821" cy="482682"/>
            </a:xfrm>
            <a:prstGeom prst="ca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+mj-lt"/>
                </a:rPr>
                <a:t>S-VOL | PVOL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7C0EFD9-1DF7-E8DB-4547-3097E6CC1CA4}"/>
                </a:ext>
              </a:extLst>
            </p:cNvPr>
            <p:cNvSpPr txBox="1"/>
            <p:nvPr/>
          </p:nvSpPr>
          <p:spPr>
            <a:xfrm>
              <a:off x="207769" y="3375788"/>
              <a:ext cx="13105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Source Secondary</a:t>
              </a:r>
            </a:p>
          </p:txBody>
        </p:sp>
        <p:sp>
          <p:nvSpPr>
            <p:cNvPr id="2" name="Rounded Rectangle 24">
              <a:extLst>
                <a:ext uri="{FF2B5EF4-FFF2-40B4-BE49-F238E27FC236}">
                  <a16:creationId xmlns:a16="http://schemas.microsoft.com/office/drawing/2014/main" id="{C5CF72BB-86D0-C20D-6BA9-42C89438E67F}"/>
                </a:ext>
              </a:extLst>
            </p:cNvPr>
            <p:cNvSpPr/>
            <p:nvPr/>
          </p:nvSpPr>
          <p:spPr>
            <a:xfrm>
              <a:off x="7588050" y="2310639"/>
              <a:ext cx="1516699" cy="1056761"/>
            </a:xfrm>
            <a:prstGeom prst="roundRect">
              <a:avLst/>
            </a:prstGeom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12" name="Can 26">
              <a:extLst>
                <a:ext uri="{FF2B5EF4-FFF2-40B4-BE49-F238E27FC236}">
                  <a16:creationId xmlns:a16="http://schemas.microsoft.com/office/drawing/2014/main" id="{3A722D01-BD3D-E738-5CA0-1C47EF8424D9}"/>
                </a:ext>
              </a:extLst>
            </p:cNvPr>
            <p:cNvSpPr/>
            <p:nvPr/>
          </p:nvSpPr>
          <p:spPr>
            <a:xfrm>
              <a:off x="7660596" y="3141994"/>
              <a:ext cx="230882" cy="165176"/>
            </a:xfrm>
            <a:prstGeom prst="can">
              <a:avLst/>
            </a:prstGeom>
            <a:solidFill>
              <a:schemeClr val="accent3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latin typeface="+mj-lt"/>
                </a:rPr>
                <a:t>Q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6CC9816-98EA-8628-52CB-AFF88CF259C2}"/>
                </a:ext>
              </a:extLst>
            </p:cNvPr>
            <p:cNvSpPr txBox="1"/>
            <p:nvPr/>
          </p:nvSpPr>
          <p:spPr>
            <a:xfrm>
              <a:off x="7799600" y="3387811"/>
              <a:ext cx="124005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Target Secondary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7A5211E-1911-5133-581D-3C2F3951D812}"/>
                </a:ext>
              </a:extLst>
            </p:cNvPr>
            <p:cNvSpPr txBox="1"/>
            <p:nvPr/>
          </p:nvSpPr>
          <p:spPr>
            <a:xfrm>
              <a:off x="6856322" y="2874523"/>
              <a:ext cx="58877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COPY</a:t>
              </a:r>
            </a:p>
          </p:txBody>
        </p:sp>
        <p:sp>
          <p:nvSpPr>
            <p:cNvPr id="25" name="Can 21">
              <a:extLst>
                <a:ext uri="{FF2B5EF4-FFF2-40B4-BE49-F238E27FC236}">
                  <a16:creationId xmlns:a16="http://schemas.microsoft.com/office/drawing/2014/main" id="{A1F884B0-969B-46DE-9EAD-A434DB1B670B}"/>
                </a:ext>
              </a:extLst>
            </p:cNvPr>
            <p:cNvSpPr/>
            <p:nvPr/>
          </p:nvSpPr>
          <p:spPr>
            <a:xfrm>
              <a:off x="7712472" y="2599082"/>
              <a:ext cx="1266821" cy="482682"/>
            </a:xfrm>
            <a:prstGeom prst="ca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+mj-lt"/>
                </a:rPr>
                <a:t>S-VOL</a:t>
              </a:r>
            </a:p>
          </p:txBody>
        </p:sp>
        <p:sp>
          <p:nvSpPr>
            <p:cNvPr id="27" name="Can 26">
              <a:extLst>
                <a:ext uri="{FF2B5EF4-FFF2-40B4-BE49-F238E27FC236}">
                  <a16:creationId xmlns:a16="http://schemas.microsoft.com/office/drawing/2014/main" id="{FABF61B7-88A6-9AAA-4821-CDAF1E4D4E40}"/>
                </a:ext>
              </a:extLst>
            </p:cNvPr>
            <p:cNvSpPr/>
            <p:nvPr/>
          </p:nvSpPr>
          <p:spPr>
            <a:xfrm>
              <a:off x="6244461" y="3143930"/>
              <a:ext cx="230882" cy="165176"/>
            </a:xfrm>
            <a:prstGeom prst="can">
              <a:avLst/>
            </a:prstGeom>
            <a:solidFill>
              <a:schemeClr val="accent3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latin typeface="+mj-lt"/>
                </a:rPr>
                <a:t>Q</a:t>
              </a:r>
            </a:p>
          </p:txBody>
        </p:sp>
        <p:cxnSp>
          <p:nvCxnSpPr>
            <p:cNvPr id="30" name="Connector: Curved 29">
              <a:extLst>
                <a:ext uri="{FF2B5EF4-FFF2-40B4-BE49-F238E27FC236}">
                  <a16:creationId xmlns:a16="http://schemas.microsoft.com/office/drawing/2014/main" id="{C5394E95-1AEC-F1EE-7C67-16DECC96C8E0}"/>
                </a:ext>
              </a:extLst>
            </p:cNvPr>
            <p:cNvCxnSpPr>
              <a:stCxn id="15" idx="3"/>
              <a:endCxn id="14" idx="2"/>
            </p:cNvCxnSpPr>
            <p:nvPr/>
          </p:nvCxnSpPr>
          <p:spPr>
            <a:xfrm rot="16200000" flipH="1">
              <a:off x="1487707" y="3254241"/>
              <a:ext cx="410659" cy="505566"/>
            </a:xfrm>
            <a:prstGeom prst="curvedConnector2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ctor: Curved 34">
              <a:extLst>
                <a:ext uri="{FF2B5EF4-FFF2-40B4-BE49-F238E27FC236}">
                  <a16:creationId xmlns:a16="http://schemas.microsoft.com/office/drawing/2014/main" id="{E5D3224D-F08F-9782-5EEC-2C7C2DAC83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374587" y="3259717"/>
              <a:ext cx="410659" cy="505566"/>
            </a:xfrm>
            <a:prstGeom prst="curvedConnector2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Can 13">
              <a:extLst>
                <a:ext uri="{FF2B5EF4-FFF2-40B4-BE49-F238E27FC236}">
                  <a16:creationId xmlns:a16="http://schemas.microsoft.com/office/drawing/2014/main" id="{EC292E2E-BCE2-F2E7-8839-5C6FBA9E5D0F}"/>
                </a:ext>
              </a:extLst>
            </p:cNvPr>
            <p:cNvSpPr/>
            <p:nvPr/>
          </p:nvSpPr>
          <p:spPr>
            <a:xfrm>
              <a:off x="6880344" y="3558330"/>
              <a:ext cx="383282" cy="317576"/>
            </a:xfrm>
            <a:prstGeom prst="can">
              <a:avLst/>
            </a:prstGeom>
            <a:solidFill>
              <a:schemeClr val="accent3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+mj-lt"/>
                </a:rPr>
                <a:t>Q</a:t>
              </a:r>
            </a:p>
          </p:txBody>
        </p:sp>
        <p:cxnSp>
          <p:nvCxnSpPr>
            <p:cNvPr id="37" name="Connector: Curved 36">
              <a:extLst>
                <a:ext uri="{FF2B5EF4-FFF2-40B4-BE49-F238E27FC236}">
                  <a16:creationId xmlns:a16="http://schemas.microsoft.com/office/drawing/2014/main" id="{A002EB1D-F96C-E4A8-501E-D57988AF6CD7}"/>
                </a:ext>
              </a:extLst>
            </p:cNvPr>
            <p:cNvCxnSpPr>
              <a:endCxn id="36" idx="2"/>
            </p:cNvCxnSpPr>
            <p:nvPr/>
          </p:nvCxnSpPr>
          <p:spPr>
            <a:xfrm rot="16200000" flipH="1">
              <a:off x="6422232" y="3259005"/>
              <a:ext cx="410659" cy="505566"/>
            </a:xfrm>
            <a:prstGeom prst="curvedConnector2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ctor: Curved 38">
              <a:extLst>
                <a:ext uri="{FF2B5EF4-FFF2-40B4-BE49-F238E27FC236}">
                  <a16:creationId xmlns:a16="http://schemas.microsoft.com/office/drawing/2014/main" id="{80EBEB74-2886-951E-A4EB-0A2BED84400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309112" y="3264481"/>
              <a:ext cx="410659" cy="505566"/>
            </a:xfrm>
            <a:prstGeom prst="curvedConnector2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Up-down Arrow 12">
              <a:extLst>
                <a:ext uri="{FF2B5EF4-FFF2-40B4-BE49-F238E27FC236}">
                  <a16:creationId xmlns:a16="http://schemas.microsoft.com/office/drawing/2014/main" id="{1D2F575B-708B-E7EC-76C4-7FDC28840153}"/>
                </a:ext>
              </a:extLst>
            </p:cNvPr>
            <p:cNvSpPr/>
            <p:nvPr/>
          </p:nvSpPr>
          <p:spPr>
            <a:xfrm rot="5400000">
              <a:off x="6965216" y="2333906"/>
              <a:ext cx="213543" cy="1032125"/>
            </a:xfrm>
            <a:prstGeom prst="upDown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+mj-lt"/>
              </a:endParaRP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9710CC2A-7A97-7948-AC10-800D24522E41}"/>
                </a:ext>
              </a:extLst>
            </p:cNvPr>
            <p:cNvCxnSpPr>
              <a:cxnSpLocks/>
            </p:cNvCxnSpPr>
            <p:nvPr/>
          </p:nvCxnSpPr>
          <p:spPr>
            <a:xfrm>
              <a:off x="3345591" y="1297681"/>
              <a:ext cx="0" cy="1012958"/>
            </a:xfrm>
            <a:prstGeom prst="straightConnector1">
              <a:avLst/>
            </a:prstGeom>
            <a:ln w="28575">
              <a:solidFill>
                <a:schemeClr val="accent3">
                  <a:lumMod val="90000"/>
                  <a:lumOff val="1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4306ED6D-BA60-F643-8CE2-56EE4FD53515}"/>
                </a:ext>
              </a:extLst>
            </p:cNvPr>
            <p:cNvCxnSpPr>
              <a:cxnSpLocks/>
            </p:cNvCxnSpPr>
            <p:nvPr/>
          </p:nvCxnSpPr>
          <p:spPr>
            <a:xfrm>
              <a:off x="5889606" y="1297681"/>
              <a:ext cx="0" cy="1012957"/>
            </a:xfrm>
            <a:prstGeom prst="straightConnector1">
              <a:avLst/>
            </a:prstGeom>
            <a:ln w="28575">
              <a:solidFill>
                <a:schemeClr val="accent3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nector: Curved 70">
              <a:extLst>
                <a:ext uri="{FF2B5EF4-FFF2-40B4-BE49-F238E27FC236}">
                  <a16:creationId xmlns:a16="http://schemas.microsoft.com/office/drawing/2014/main" id="{1EC7D9FF-60B7-9EA9-857C-4770B18A737A}"/>
                </a:ext>
              </a:extLst>
            </p:cNvPr>
            <p:cNvCxnSpPr>
              <a:cxnSpLocks/>
            </p:cNvCxnSpPr>
            <p:nvPr/>
          </p:nvCxnSpPr>
          <p:spPr>
            <a:xfrm>
              <a:off x="3476454" y="1226336"/>
              <a:ext cx="2417961" cy="1084303"/>
            </a:xfrm>
            <a:prstGeom prst="curvedConnector2">
              <a:avLst/>
            </a:prstGeom>
            <a:ln w="28575">
              <a:solidFill>
                <a:schemeClr val="accent3">
                  <a:lumMod val="90000"/>
                  <a:lumOff val="1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nector: Curved 71">
              <a:extLst>
                <a:ext uri="{FF2B5EF4-FFF2-40B4-BE49-F238E27FC236}">
                  <a16:creationId xmlns:a16="http://schemas.microsoft.com/office/drawing/2014/main" id="{8CB68B2A-959A-AFDA-9E39-79BAD098DE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38371" y="1226336"/>
              <a:ext cx="2417961" cy="1084303"/>
            </a:xfrm>
            <a:prstGeom prst="curvedConnector2">
              <a:avLst/>
            </a:prstGeom>
            <a:ln w="28575">
              <a:solidFill>
                <a:schemeClr val="accent3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2FBCF066-076A-5846-8833-0A510F51AB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43628" y="850828"/>
              <a:ext cx="428738" cy="580000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2FB0A6E4-4789-3E4A-B163-7783517DDE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31220" y="850830"/>
              <a:ext cx="428738" cy="580000"/>
            </a:xfrm>
            <a:prstGeom prst="rect">
              <a:avLst/>
            </a:prstGeom>
          </p:spPr>
        </p:pic>
      </p:grpSp>
      <p:sp>
        <p:nvSpPr>
          <p:cNvPr id="29" name="Title 3">
            <a:extLst>
              <a:ext uri="{FF2B5EF4-FFF2-40B4-BE49-F238E27FC236}">
                <a16:creationId xmlns:a16="http://schemas.microsoft.com/office/drawing/2014/main" id="{EE7C3985-2A8D-3313-A4DE-A47B91F17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60" y="53113"/>
            <a:ext cx="7051040" cy="732441"/>
          </a:xfrm>
        </p:spPr>
        <p:txBody>
          <a:bodyPr>
            <a:normAutofit/>
          </a:bodyPr>
          <a:lstStyle/>
          <a:p>
            <a:r>
              <a:rPr lang="en-US" dirty="0" err="1"/>
              <a:t>pairsplit</a:t>
            </a:r>
            <a:r>
              <a:rPr lang="en-US" sz="2400" dirty="0"/>
              <a:t> SRC GAD PAIR</a:t>
            </a:r>
          </a:p>
        </p:txBody>
      </p:sp>
    </p:spTree>
    <p:extLst>
      <p:ext uri="{BB962C8B-B14F-4D97-AF65-F5344CB8AC3E}">
        <p14:creationId xmlns:p14="http://schemas.microsoft.com/office/powerpoint/2010/main" val="2167076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30817936-3625-ABC0-9AA3-FCD50A53A270}"/>
              </a:ext>
            </a:extLst>
          </p:cNvPr>
          <p:cNvGrpSpPr/>
          <p:nvPr/>
        </p:nvGrpSpPr>
        <p:grpSpPr>
          <a:xfrm>
            <a:off x="104700" y="847984"/>
            <a:ext cx="9000049" cy="3027922"/>
            <a:chOff x="104700" y="847984"/>
            <a:chExt cx="9000049" cy="3027922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A1AE6F80-722F-B34C-95C4-9ABCF8C2083F}"/>
                </a:ext>
              </a:extLst>
            </p:cNvPr>
            <p:cNvSpPr/>
            <p:nvPr/>
          </p:nvSpPr>
          <p:spPr>
            <a:xfrm>
              <a:off x="104700" y="2310639"/>
              <a:ext cx="1516699" cy="1056761"/>
            </a:xfrm>
            <a:prstGeom prst="roundRect">
              <a:avLst/>
            </a:prstGeom>
            <a:ln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02EDE374-A9EB-D844-A4AD-ED67936CDA0B}"/>
                </a:ext>
              </a:extLst>
            </p:cNvPr>
            <p:cNvSpPr/>
            <p:nvPr/>
          </p:nvSpPr>
          <p:spPr>
            <a:xfrm>
              <a:off x="2653524" y="2310639"/>
              <a:ext cx="1516699" cy="1056761"/>
            </a:xfrm>
            <a:prstGeom prst="roundRect">
              <a:avLst/>
            </a:prstGeom>
            <a:ln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13" name="Up-down Arrow 12">
              <a:extLst>
                <a:ext uri="{FF2B5EF4-FFF2-40B4-BE49-F238E27FC236}">
                  <a16:creationId xmlns:a16="http://schemas.microsoft.com/office/drawing/2014/main" id="{94F444A5-0CC0-AF43-91CC-CB4FE03E31E8}"/>
                </a:ext>
              </a:extLst>
            </p:cNvPr>
            <p:cNvSpPr/>
            <p:nvPr/>
          </p:nvSpPr>
          <p:spPr>
            <a:xfrm rot="5400000">
              <a:off x="2030689" y="2322958"/>
              <a:ext cx="213543" cy="1032125"/>
            </a:xfrm>
            <a:prstGeom prst="upDown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14" name="Can 13">
              <a:extLst>
                <a:ext uri="{FF2B5EF4-FFF2-40B4-BE49-F238E27FC236}">
                  <a16:creationId xmlns:a16="http://schemas.microsoft.com/office/drawing/2014/main" id="{8A5E2E5A-A07D-6645-B3BF-EACA97E38CAE}"/>
                </a:ext>
              </a:extLst>
            </p:cNvPr>
            <p:cNvSpPr/>
            <p:nvPr/>
          </p:nvSpPr>
          <p:spPr>
            <a:xfrm>
              <a:off x="1945819" y="3553566"/>
              <a:ext cx="383282" cy="317576"/>
            </a:xfrm>
            <a:prstGeom prst="can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+mj-lt"/>
                </a:rPr>
                <a:t>Q</a:t>
              </a:r>
            </a:p>
          </p:txBody>
        </p:sp>
        <p:sp>
          <p:nvSpPr>
            <p:cNvPr id="15" name="Can 14">
              <a:extLst>
                <a:ext uri="{FF2B5EF4-FFF2-40B4-BE49-F238E27FC236}">
                  <a16:creationId xmlns:a16="http://schemas.microsoft.com/office/drawing/2014/main" id="{0F5247F1-B77A-DA43-BFA8-EA128FC8E8A3}"/>
                </a:ext>
              </a:extLst>
            </p:cNvPr>
            <p:cNvSpPr/>
            <p:nvPr/>
          </p:nvSpPr>
          <p:spPr>
            <a:xfrm>
              <a:off x="1324812" y="3136519"/>
              <a:ext cx="230882" cy="165176"/>
            </a:xfrm>
            <a:prstGeom prst="can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latin typeface="+mj-lt"/>
                </a:rPr>
                <a:t>Q</a:t>
              </a:r>
            </a:p>
          </p:txBody>
        </p:sp>
        <p:sp>
          <p:nvSpPr>
            <p:cNvPr id="17" name="Can 16">
              <a:extLst>
                <a:ext uri="{FF2B5EF4-FFF2-40B4-BE49-F238E27FC236}">
                  <a16:creationId xmlns:a16="http://schemas.microsoft.com/office/drawing/2014/main" id="{A2633AFB-347F-D541-ABBC-741E0F12319C}"/>
                </a:ext>
              </a:extLst>
            </p:cNvPr>
            <p:cNvSpPr/>
            <p:nvPr/>
          </p:nvSpPr>
          <p:spPr>
            <a:xfrm>
              <a:off x="2726070" y="3141994"/>
              <a:ext cx="230882" cy="165176"/>
            </a:xfrm>
            <a:prstGeom prst="can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latin typeface="+mj-lt"/>
                </a:rPr>
                <a:t>Q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287445C-D339-814C-B99C-9C31FCC736C2}"/>
                </a:ext>
              </a:extLst>
            </p:cNvPr>
            <p:cNvSpPr txBox="1"/>
            <p:nvPr/>
          </p:nvSpPr>
          <p:spPr>
            <a:xfrm>
              <a:off x="2859661" y="3384967"/>
              <a:ext cx="13105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Source Primary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F474F85-90A2-C44F-A1F0-6466FB4CAE57}"/>
                </a:ext>
              </a:extLst>
            </p:cNvPr>
            <p:cNvSpPr txBox="1"/>
            <p:nvPr/>
          </p:nvSpPr>
          <p:spPr>
            <a:xfrm>
              <a:off x="1877945" y="2858077"/>
              <a:ext cx="58877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PSUS</a:t>
              </a:r>
              <a:br>
                <a:rPr lang="en-US" sz="1000" dirty="0"/>
              </a:br>
              <a:r>
                <a:rPr lang="en-US" sz="1000" dirty="0"/>
                <a:t>SSUS</a:t>
              </a:r>
            </a:p>
          </p:txBody>
        </p:sp>
        <p:sp>
          <p:nvSpPr>
            <p:cNvPr id="40" name="Can 39">
              <a:extLst>
                <a:ext uri="{FF2B5EF4-FFF2-40B4-BE49-F238E27FC236}">
                  <a16:creationId xmlns:a16="http://schemas.microsoft.com/office/drawing/2014/main" id="{DBED65A3-86C8-3F41-A14A-98F112878F51}"/>
                </a:ext>
              </a:extLst>
            </p:cNvPr>
            <p:cNvSpPr/>
            <p:nvPr/>
          </p:nvSpPr>
          <p:spPr>
            <a:xfrm>
              <a:off x="3873636" y="3146773"/>
              <a:ext cx="230882" cy="165176"/>
            </a:xfrm>
            <a:prstGeom prst="can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latin typeface="+mj-lt"/>
                </a:rPr>
                <a:t>Q</a:t>
              </a:r>
            </a:p>
          </p:txBody>
        </p:sp>
        <p:sp>
          <p:nvSpPr>
            <p:cNvPr id="49" name="Can 21">
              <a:extLst>
                <a:ext uri="{FF2B5EF4-FFF2-40B4-BE49-F238E27FC236}">
                  <a16:creationId xmlns:a16="http://schemas.microsoft.com/office/drawing/2014/main" id="{FEC773F8-26DB-8563-FD7C-36D5E41A572F}"/>
                </a:ext>
              </a:extLst>
            </p:cNvPr>
            <p:cNvSpPr/>
            <p:nvPr/>
          </p:nvSpPr>
          <p:spPr>
            <a:xfrm>
              <a:off x="234631" y="2600393"/>
              <a:ext cx="1266821" cy="482682"/>
            </a:xfrm>
            <a:prstGeom prst="ca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+mj-lt"/>
                </a:rPr>
                <a:t>S-VOL</a:t>
              </a:r>
            </a:p>
          </p:txBody>
        </p:sp>
        <p:sp>
          <p:nvSpPr>
            <p:cNvPr id="50" name="Can 21">
              <a:extLst>
                <a:ext uri="{FF2B5EF4-FFF2-40B4-BE49-F238E27FC236}">
                  <a16:creationId xmlns:a16="http://schemas.microsoft.com/office/drawing/2014/main" id="{B602B3CD-30EE-9FB2-6713-D3A6CCCF1A1E}"/>
                </a:ext>
              </a:extLst>
            </p:cNvPr>
            <p:cNvSpPr/>
            <p:nvPr/>
          </p:nvSpPr>
          <p:spPr>
            <a:xfrm>
              <a:off x="2777945" y="2597677"/>
              <a:ext cx="1266821" cy="482682"/>
            </a:xfrm>
            <a:prstGeom prst="ca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+mj-lt"/>
                </a:rPr>
                <a:t>P-VOL</a:t>
              </a:r>
            </a:p>
          </p:txBody>
        </p:sp>
        <p:sp>
          <p:nvSpPr>
            <p:cNvPr id="3" name="Rounded Rectangle 24">
              <a:extLst>
                <a:ext uri="{FF2B5EF4-FFF2-40B4-BE49-F238E27FC236}">
                  <a16:creationId xmlns:a16="http://schemas.microsoft.com/office/drawing/2014/main" id="{DE7AD799-D854-92B5-9FFD-4E60C3DD638D}"/>
                </a:ext>
              </a:extLst>
            </p:cNvPr>
            <p:cNvSpPr/>
            <p:nvPr/>
          </p:nvSpPr>
          <p:spPr>
            <a:xfrm>
              <a:off x="5043148" y="2307795"/>
              <a:ext cx="1516699" cy="1056761"/>
            </a:xfrm>
            <a:prstGeom prst="roundRect">
              <a:avLst/>
            </a:prstGeom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5" name="Can 26">
              <a:extLst>
                <a:ext uri="{FF2B5EF4-FFF2-40B4-BE49-F238E27FC236}">
                  <a16:creationId xmlns:a16="http://schemas.microsoft.com/office/drawing/2014/main" id="{383307C7-33DD-3493-6EB2-217DD1C68F6A}"/>
                </a:ext>
              </a:extLst>
            </p:cNvPr>
            <p:cNvSpPr/>
            <p:nvPr/>
          </p:nvSpPr>
          <p:spPr>
            <a:xfrm>
              <a:off x="5115694" y="3139150"/>
              <a:ext cx="230882" cy="165176"/>
            </a:xfrm>
            <a:prstGeom prst="can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latin typeface="+mj-lt"/>
                </a:rPr>
                <a:t>Q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38F17F6-9FCE-4820-8DF2-CDAA92F05725}"/>
                </a:ext>
              </a:extLst>
            </p:cNvPr>
            <p:cNvSpPr txBox="1"/>
            <p:nvPr/>
          </p:nvSpPr>
          <p:spPr>
            <a:xfrm>
              <a:off x="5319791" y="3384967"/>
              <a:ext cx="124005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Target Primary</a:t>
              </a:r>
            </a:p>
          </p:txBody>
        </p:sp>
        <p:sp>
          <p:nvSpPr>
            <p:cNvPr id="9" name="Up-down Arrow 36">
              <a:extLst>
                <a:ext uri="{FF2B5EF4-FFF2-40B4-BE49-F238E27FC236}">
                  <a16:creationId xmlns:a16="http://schemas.microsoft.com/office/drawing/2014/main" id="{4658ABC8-B095-BD6C-C629-5D289B2C9516}"/>
                </a:ext>
              </a:extLst>
            </p:cNvPr>
            <p:cNvSpPr/>
            <p:nvPr/>
          </p:nvSpPr>
          <p:spPr>
            <a:xfrm rot="5400000">
              <a:off x="4499914" y="2418416"/>
              <a:ext cx="213543" cy="872925"/>
            </a:xfrm>
            <a:prstGeom prst="upDown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3AB0AF3-A22F-C558-7FF7-852AAC79B0B1}"/>
                </a:ext>
              </a:extLst>
            </p:cNvPr>
            <p:cNvSpPr txBox="1"/>
            <p:nvPr/>
          </p:nvSpPr>
          <p:spPr>
            <a:xfrm>
              <a:off x="4357030" y="2874522"/>
              <a:ext cx="58877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SSWS</a:t>
              </a:r>
              <a:br>
                <a:rPr lang="en-US" sz="1000" dirty="0"/>
              </a:br>
              <a:r>
                <a:rPr lang="en-US" sz="1000" dirty="0"/>
                <a:t>PSUS</a:t>
              </a:r>
            </a:p>
          </p:txBody>
        </p:sp>
        <p:sp>
          <p:nvSpPr>
            <p:cNvPr id="11" name="Can 21">
              <a:extLst>
                <a:ext uri="{FF2B5EF4-FFF2-40B4-BE49-F238E27FC236}">
                  <a16:creationId xmlns:a16="http://schemas.microsoft.com/office/drawing/2014/main" id="{A91FF3B8-9E0A-0922-F76B-96FC00380404}"/>
                </a:ext>
              </a:extLst>
            </p:cNvPr>
            <p:cNvSpPr/>
            <p:nvPr/>
          </p:nvSpPr>
          <p:spPr>
            <a:xfrm>
              <a:off x="5167570" y="2596238"/>
              <a:ext cx="1266821" cy="482682"/>
            </a:xfrm>
            <a:prstGeom prst="ca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+mj-lt"/>
                </a:rPr>
                <a:t>S-VOL | PVOL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7C0EFD9-1DF7-E8DB-4547-3097E6CC1CA4}"/>
                </a:ext>
              </a:extLst>
            </p:cNvPr>
            <p:cNvSpPr txBox="1"/>
            <p:nvPr/>
          </p:nvSpPr>
          <p:spPr>
            <a:xfrm>
              <a:off x="207769" y="3375788"/>
              <a:ext cx="13105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Source Secondary</a:t>
              </a:r>
            </a:p>
          </p:txBody>
        </p:sp>
        <p:sp>
          <p:nvSpPr>
            <p:cNvPr id="2" name="Rounded Rectangle 24">
              <a:extLst>
                <a:ext uri="{FF2B5EF4-FFF2-40B4-BE49-F238E27FC236}">
                  <a16:creationId xmlns:a16="http://schemas.microsoft.com/office/drawing/2014/main" id="{C5CF72BB-86D0-C20D-6BA9-42C89438E67F}"/>
                </a:ext>
              </a:extLst>
            </p:cNvPr>
            <p:cNvSpPr/>
            <p:nvPr/>
          </p:nvSpPr>
          <p:spPr>
            <a:xfrm>
              <a:off x="7588050" y="2310639"/>
              <a:ext cx="1516699" cy="1056761"/>
            </a:xfrm>
            <a:prstGeom prst="roundRect">
              <a:avLst/>
            </a:prstGeom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12" name="Can 26">
              <a:extLst>
                <a:ext uri="{FF2B5EF4-FFF2-40B4-BE49-F238E27FC236}">
                  <a16:creationId xmlns:a16="http://schemas.microsoft.com/office/drawing/2014/main" id="{3A722D01-BD3D-E738-5CA0-1C47EF8424D9}"/>
                </a:ext>
              </a:extLst>
            </p:cNvPr>
            <p:cNvSpPr/>
            <p:nvPr/>
          </p:nvSpPr>
          <p:spPr>
            <a:xfrm>
              <a:off x="7660596" y="3141994"/>
              <a:ext cx="230882" cy="165176"/>
            </a:xfrm>
            <a:prstGeom prst="can">
              <a:avLst/>
            </a:prstGeom>
            <a:solidFill>
              <a:schemeClr val="accent3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latin typeface="+mj-lt"/>
                </a:rPr>
                <a:t>Q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6CC9816-98EA-8628-52CB-AFF88CF259C2}"/>
                </a:ext>
              </a:extLst>
            </p:cNvPr>
            <p:cNvSpPr txBox="1"/>
            <p:nvPr/>
          </p:nvSpPr>
          <p:spPr>
            <a:xfrm>
              <a:off x="7799600" y="3387811"/>
              <a:ext cx="124005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Target Secondary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7A5211E-1911-5133-581D-3C2F3951D812}"/>
                </a:ext>
              </a:extLst>
            </p:cNvPr>
            <p:cNvSpPr txBox="1"/>
            <p:nvPr/>
          </p:nvSpPr>
          <p:spPr>
            <a:xfrm>
              <a:off x="6856322" y="2874523"/>
              <a:ext cx="58877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PAIR</a:t>
              </a:r>
            </a:p>
          </p:txBody>
        </p:sp>
        <p:sp>
          <p:nvSpPr>
            <p:cNvPr id="25" name="Can 21">
              <a:extLst>
                <a:ext uri="{FF2B5EF4-FFF2-40B4-BE49-F238E27FC236}">
                  <a16:creationId xmlns:a16="http://schemas.microsoft.com/office/drawing/2014/main" id="{A1F884B0-969B-46DE-9EAD-A434DB1B670B}"/>
                </a:ext>
              </a:extLst>
            </p:cNvPr>
            <p:cNvSpPr/>
            <p:nvPr/>
          </p:nvSpPr>
          <p:spPr>
            <a:xfrm>
              <a:off x="7712472" y="2599082"/>
              <a:ext cx="1266821" cy="482682"/>
            </a:xfrm>
            <a:prstGeom prst="ca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+mj-lt"/>
                </a:rPr>
                <a:t>S-VOL</a:t>
              </a:r>
            </a:p>
          </p:txBody>
        </p:sp>
        <p:sp>
          <p:nvSpPr>
            <p:cNvPr id="27" name="Can 26">
              <a:extLst>
                <a:ext uri="{FF2B5EF4-FFF2-40B4-BE49-F238E27FC236}">
                  <a16:creationId xmlns:a16="http://schemas.microsoft.com/office/drawing/2014/main" id="{FABF61B7-88A6-9AAA-4821-CDAF1E4D4E40}"/>
                </a:ext>
              </a:extLst>
            </p:cNvPr>
            <p:cNvSpPr/>
            <p:nvPr/>
          </p:nvSpPr>
          <p:spPr>
            <a:xfrm>
              <a:off x="6244461" y="3143930"/>
              <a:ext cx="230882" cy="165176"/>
            </a:xfrm>
            <a:prstGeom prst="can">
              <a:avLst/>
            </a:prstGeom>
            <a:solidFill>
              <a:schemeClr val="accent3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latin typeface="+mj-lt"/>
                </a:rPr>
                <a:t>Q</a:t>
              </a:r>
            </a:p>
          </p:txBody>
        </p:sp>
        <p:cxnSp>
          <p:nvCxnSpPr>
            <p:cNvPr id="30" name="Connector: Curved 29">
              <a:extLst>
                <a:ext uri="{FF2B5EF4-FFF2-40B4-BE49-F238E27FC236}">
                  <a16:creationId xmlns:a16="http://schemas.microsoft.com/office/drawing/2014/main" id="{C5394E95-1AEC-F1EE-7C67-16DECC96C8E0}"/>
                </a:ext>
              </a:extLst>
            </p:cNvPr>
            <p:cNvCxnSpPr>
              <a:stCxn id="15" idx="3"/>
              <a:endCxn id="14" idx="2"/>
            </p:cNvCxnSpPr>
            <p:nvPr/>
          </p:nvCxnSpPr>
          <p:spPr>
            <a:xfrm rot="16200000" flipH="1">
              <a:off x="1487707" y="3254241"/>
              <a:ext cx="410659" cy="505566"/>
            </a:xfrm>
            <a:prstGeom prst="curvedConnector2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ctor: Curved 34">
              <a:extLst>
                <a:ext uri="{FF2B5EF4-FFF2-40B4-BE49-F238E27FC236}">
                  <a16:creationId xmlns:a16="http://schemas.microsoft.com/office/drawing/2014/main" id="{E5D3224D-F08F-9782-5EEC-2C7C2DAC83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374587" y="3259717"/>
              <a:ext cx="410659" cy="505566"/>
            </a:xfrm>
            <a:prstGeom prst="curvedConnector2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Can 13">
              <a:extLst>
                <a:ext uri="{FF2B5EF4-FFF2-40B4-BE49-F238E27FC236}">
                  <a16:creationId xmlns:a16="http://schemas.microsoft.com/office/drawing/2014/main" id="{EC292E2E-BCE2-F2E7-8839-5C6FBA9E5D0F}"/>
                </a:ext>
              </a:extLst>
            </p:cNvPr>
            <p:cNvSpPr/>
            <p:nvPr/>
          </p:nvSpPr>
          <p:spPr>
            <a:xfrm>
              <a:off x="6880344" y="3558330"/>
              <a:ext cx="383282" cy="317576"/>
            </a:xfrm>
            <a:prstGeom prst="can">
              <a:avLst/>
            </a:prstGeom>
            <a:solidFill>
              <a:schemeClr val="accent3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+mj-lt"/>
                </a:rPr>
                <a:t>Q</a:t>
              </a:r>
            </a:p>
          </p:txBody>
        </p:sp>
        <p:cxnSp>
          <p:nvCxnSpPr>
            <p:cNvPr id="37" name="Connector: Curved 36">
              <a:extLst>
                <a:ext uri="{FF2B5EF4-FFF2-40B4-BE49-F238E27FC236}">
                  <a16:creationId xmlns:a16="http://schemas.microsoft.com/office/drawing/2014/main" id="{A002EB1D-F96C-E4A8-501E-D57988AF6CD7}"/>
                </a:ext>
              </a:extLst>
            </p:cNvPr>
            <p:cNvCxnSpPr>
              <a:endCxn id="36" idx="2"/>
            </p:cNvCxnSpPr>
            <p:nvPr/>
          </p:nvCxnSpPr>
          <p:spPr>
            <a:xfrm rot="16200000" flipH="1">
              <a:off x="6422232" y="3259005"/>
              <a:ext cx="410659" cy="505566"/>
            </a:xfrm>
            <a:prstGeom prst="curvedConnector2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ctor: Curved 38">
              <a:extLst>
                <a:ext uri="{FF2B5EF4-FFF2-40B4-BE49-F238E27FC236}">
                  <a16:creationId xmlns:a16="http://schemas.microsoft.com/office/drawing/2014/main" id="{80EBEB74-2886-951E-A4EB-0A2BED84400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309112" y="3264481"/>
              <a:ext cx="410659" cy="505566"/>
            </a:xfrm>
            <a:prstGeom prst="curvedConnector2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Up-down Arrow 12">
              <a:extLst>
                <a:ext uri="{FF2B5EF4-FFF2-40B4-BE49-F238E27FC236}">
                  <a16:creationId xmlns:a16="http://schemas.microsoft.com/office/drawing/2014/main" id="{1D2F575B-708B-E7EC-76C4-7FDC28840153}"/>
                </a:ext>
              </a:extLst>
            </p:cNvPr>
            <p:cNvSpPr/>
            <p:nvPr/>
          </p:nvSpPr>
          <p:spPr>
            <a:xfrm rot="5400000">
              <a:off x="6965216" y="2333906"/>
              <a:ext cx="213543" cy="1032125"/>
            </a:xfrm>
            <a:prstGeom prst="upDown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+mj-lt"/>
              </a:endParaRP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9710CC2A-7A97-7948-AC10-800D24522E41}"/>
                </a:ext>
              </a:extLst>
            </p:cNvPr>
            <p:cNvCxnSpPr>
              <a:cxnSpLocks/>
            </p:cNvCxnSpPr>
            <p:nvPr/>
          </p:nvCxnSpPr>
          <p:spPr>
            <a:xfrm>
              <a:off x="5831632" y="1294837"/>
              <a:ext cx="0" cy="1012958"/>
            </a:xfrm>
            <a:prstGeom prst="straightConnector1">
              <a:avLst/>
            </a:prstGeom>
            <a:ln w="28575">
              <a:solidFill>
                <a:schemeClr val="accent3">
                  <a:lumMod val="90000"/>
                  <a:lumOff val="1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4306ED6D-BA60-F643-8CE2-56EE4FD53515}"/>
                </a:ext>
              </a:extLst>
            </p:cNvPr>
            <p:cNvCxnSpPr>
              <a:cxnSpLocks/>
            </p:cNvCxnSpPr>
            <p:nvPr/>
          </p:nvCxnSpPr>
          <p:spPr>
            <a:xfrm>
              <a:off x="8375647" y="1294837"/>
              <a:ext cx="0" cy="1012957"/>
            </a:xfrm>
            <a:prstGeom prst="straightConnector1">
              <a:avLst/>
            </a:prstGeom>
            <a:ln w="28575">
              <a:solidFill>
                <a:schemeClr val="accent3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nector: Curved 70">
              <a:extLst>
                <a:ext uri="{FF2B5EF4-FFF2-40B4-BE49-F238E27FC236}">
                  <a16:creationId xmlns:a16="http://schemas.microsoft.com/office/drawing/2014/main" id="{1EC7D9FF-60B7-9EA9-857C-4770B18A737A}"/>
                </a:ext>
              </a:extLst>
            </p:cNvPr>
            <p:cNvCxnSpPr>
              <a:cxnSpLocks/>
            </p:cNvCxnSpPr>
            <p:nvPr/>
          </p:nvCxnSpPr>
          <p:spPr>
            <a:xfrm>
              <a:off x="5962495" y="1223492"/>
              <a:ext cx="2417961" cy="1084303"/>
            </a:xfrm>
            <a:prstGeom prst="curvedConnector2">
              <a:avLst/>
            </a:prstGeom>
            <a:ln w="28575">
              <a:solidFill>
                <a:schemeClr val="accent3">
                  <a:lumMod val="90000"/>
                  <a:lumOff val="1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nector: Curved 71">
              <a:extLst>
                <a:ext uri="{FF2B5EF4-FFF2-40B4-BE49-F238E27FC236}">
                  <a16:creationId xmlns:a16="http://schemas.microsoft.com/office/drawing/2014/main" id="{8CB68B2A-959A-AFDA-9E39-79BAD098DE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24412" y="1223492"/>
              <a:ext cx="2417961" cy="1084303"/>
            </a:xfrm>
            <a:prstGeom prst="curvedConnector2">
              <a:avLst/>
            </a:prstGeom>
            <a:ln w="28575">
              <a:solidFill>
                <a:schemeClr val="accent3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2FBCF066-076A-5846-8833-0A510F51AB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29669" y="847984"/>
              <a:ext cx="428738" cy="580000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2FB0A6E4-4789-3E4A-B163-7783517DDE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17261" y="847986"/>
              <a:ext cx="428738" cy="580000"/>
            </a:xfrm>
            <a:prstGeom prst="rect">
              <a:avLst/>
            </a:prstGeom>
          </p:spPr>
        </p:pic>
      </p:grpSp>
      <p:sp>
        <p:nvSpPr>
          <p:cNvPr id="31" name="Title 3">
            <a:extLst>
              <a:ext uri="{FF2B5EF4-FFF2-40B4-BE49-F238E27FC236}">
                <a16:creationId xmlns:a16="http://schemas.microsoft.com/office/drawing/2014/main" id="{26B9DECB-B2D0-97D5-FCAC-2CB8DAD2D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60" y="53113"/>
            <a:ext cx="7051040" cy="732441"/>
          </a:xfrm>
        </p:spPr>
        <p:txBody>
          <a:bodyPr>
            <a:normAutofit/>
          </a:bodyPr>
          <a:lstStyle/>
          <a:p>
            <a:r>
              <a:rPr lang="en-US" dirty="0" err="1"/>
              <a:t>Pairsplit</a:t>
            </a:r>
            <a:r>
              <a:rPr lang="en-US" dirty="0"/>
              <a:t> -RS</a:t>
            </a:r>
            <a:r>
              <a:rPr lang="en-US" sz="2400" dirty="0"/>
              <a:t> </a:t>
            </a:r>
            <a:r>
              <a:rPr lang="en-US" sz="2400" dirty="0" err="1"/>
              <a:t>MIGration</a:t>
            </a:r>
            <a:r>
              <a:rPr lang="en-US" sz="2400" dirty="0"/>
              <a:t> PAIR</a:t>
            </a:r>
          </a:p>
        </p:txBody>
      </p:sp>
    </p:spTree>
    <p:extLst>
      <p:ext uri="{BB962C8B-B14F-4D97-AF65-F5344CB8AC3E}">
        <p14:creationId xmlns:p14="http://schemas.microsoft.com/office/powerpoint/2010/main" val="3636168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2B876823-7722-8DDB-E4F1-8B2E915958D0}"/>
              </a:ext>
            </a:extLst>
          </p:cNvPr>
          <p:cNvGrpSpPr/>
          <p:nvPr/>
        </p:nvGrpSpPr>
        <p:grpSpPr>
          <a:xfrm>
            <a:off x="104700" y="847984"/>
            <a:ext cx="9000049" cy="3027922"/>
            <a:chOff x="104700" y="847984"/>
            <a:chExt cx="9000049" cy="3027922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A1AE6F80-722F-B34C-95C4-9ABCF8C2083F}"/>
                </a:ext>
              </a:extLst>
            </p:cNvPr>
            <p:cNvSpPr/>
            <p:nvPr/>
          </p:nvSpPr>
          <p:spPr>
            <a:xfrm>
              <a:off x="104700" y="2310639"/>
              <a:ext cx="1516699" cy="1056761"/>
            </a:xfrm>
            <a:prstGeom prst="roundRect">
              <a:avLst/>
            </a:prstGeom>
            <a:ln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02EDE374-A9EB-D844-A4AD-ED67936CDA0B}"/>
                </a:ext>
              </a:extLst>
            </p:cNvPr>
            <p:cNvSpPr/>
            <p:nvPr/>
          </p:nvSpPr>
          <p:spPr>
            <a:xfrm>
              <a:off x="2653524" y="2310639"/>
              <a:ext cx="1516699" cy="1056761"/>
            </a:xfrm>
            <a:prstGeom prst="roundRect">
              <a:avLst/>
            </a:prstGeom>
            <a:ln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15" name="Can 14">
              <a:extLst>
                <a:ext uri="{FF2B5EF4-FFF2-40B4-BE49-F238E27FC236}">
                  <a16:creationId xmlns:a16="http://schemas.microsoft.com/office/drawing/2014/main" id="{0F5247F1-B77A-DA43-BFA8-EA128FC8E8A3}"/>
                </a:ext>
              </a:extLst>
            </p:cNvPr>
            <p:cNvSpPr/>
            <p:nvPr/>
          </p:nvSpPr>
          <p:spPr>
            <a:xfrm>
              <a:off x="1324812" y="3136519"/>
              <a:ext cx="230882" cy="165176"/>
            </a:xfrm>
            <a:prstGeom prst="can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latin typeface="+mj-lt"/>
                </a:rPr>
                <a:t>Q</a:t>
              </a:r>
            </a:p>
          </p:txBody>
        </p:sp>
        <p:sp>
          <p:nvSpPr>
            <p:cNvPr id="17" name="Can 16">
              <a:extLst>
                <a:ext uri="{FF2B5EF4-FFF2-40B4-BE49-F238E27FC236}">
                  <a16:creationId xmlns:a16="http://schemas.microsoft.com/office/drawing/2014/main" id="{A2633AFB-347F-D541-ABBC-741E0F12319C}"/>
                </a:ext>
              </a:extLst>
            </p:cNvPr>
            <p:cNvSpPr/>
            <p:nvPr/>
          </p:nvSpPr>
          <p:spPr>
            <a:xfrm>
              <a:off x="2726070" y="3141994"/>
              <a:ext cx="230882" cy="165176"/>
            </a:xfrm>
            <a:prstGeom prst="can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latin typeface="+mj-lt"/>
                </a:rPr>
                <a:t>Q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287445C-D339-814C-B99C-9C31FCC736C2}"/>
                </a:ext>
              </a:extLst>
            </p:cNvPr>
            <p:cNvSpPr txBox="1"/>
            <p:nvPr/>
          </p:nvSpPr>
          <p:spPr>
            <a:xfrm>
              <a:off x="2859661" y="3384967"/>
              <a:ext cx="13105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Source Primary</a:t>
              </a:r>
            </a:p>
          </p:txBody>
        </p:sp>
        <p:sp>
          <p:nvSpPr>
            <p:cNvPr id="40" name="Can 39">
              <a:extLst>
                <a:ext uri="{FF2B5EF4-FFF2-40B4-BE49-F238E27FC236}">
                  <a16:creationId xmlns:a16="http://schemas.microsoft.com/office/drawing/2014/main" id="{DBED65A3-86C8-3F41-A14A-98F112878F51}"/>
                </a:ext>
              </a:extLst>
            </p:cNvPr>
            <p:cNvSpPr/>
            <p:nvPr/>
          </p:nvSpPr>
          <p:spPr>
            <a:xfrm>
              <a:off x="3873636" y="3146773"/>
              <a:ext cx="230882" cy="165176"/>
            </a:xfrm>
            <a:prstGeom prst="can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latin typeface="+mj-lt"/>
                </a:rPr>
                <a:t>Q</a:t>
              </a:r>
            </a:p>
          </p:txBody>
        </p:sp>
        <p:sp>
          <p:nvSpPr>
            <p:cNvPr id="49" name="Can 21">
              <a:extLst>
                <a:ext uri="{FF2B5EF4-FFF2-40B4-BE49-F238E27FC236}">
                  <a16:creationId xmlns:a16="http://schemas.microsoft.com/office/drawing/2014/main" id="{FEC773F8-26DB-8563-FD7C-36D5E41A572F}"/>
                </a:ext>
              </a:extLst>
            </p:cNvPr>
            <p:cNvSpPr/>
            <p:nvPr/>
          </p:nvSpPr>
          <p:spPr>
            <a:xfrm>
              <a:off x="234631" y="2600393"/>
              <a:ext cx="1266821" cy="482682"/>
            </a:xfrm>
            <a:prstGeom prst="ca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+mj-lt"/>
                </a:rPr>
                <a:t>SMPL ( </a:t>
              </a:r>
              <a:r>
                <a:rPr lang="en-US" sz="1000" dirty="0" err="1">
                  <a:latin typeface="+mj-lt"/>
                </a:rPr>
                <a:t>ff:ff</a:t>
              </a:r>
              <a:r>
                <a:rPr lang="en-US" sz="1000" dirty="0">
                  <a:latin typeface="+mj-lt"/>
                </a:rPr>
                <a:t> )</a:t>
              </a:r>
            </a:p>
          </p:txBody>
        </p:sp>
        <p:sp>
          <p:nvSpPr>
            <p:cNvPr id="50" name="Can 21">
              <a:extLst>
                <a:ext uri="{FF2B5EF4-FFF2-40B4-BE49-F238E27FC236}">
                  <a16:creationId xmlns:a16="http://schemas.microsoft.com/office/drawing/2014/main" id="{B602B3CD-30EE-9FB2-6713-D3A6CCCF1A1E}"/>
                </a:ext>
              </a:extLst>
            </p:cNvPr>
            <p:cNvSpPr/>
            <p:nvPr/>
          </p:nvSpPr>
          <p:spPr>
            <a:xfrm>
              <a:off x="2777945" y="2597677"/>
              <a:ext cx="1266821" cy="482682"/>
            </a:xfrm>
            <a:prstGeom prst="ca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+mj-lt"/>
                </a:rPr>
                <a:t>SMPL ( </a:t>
              </a:r>
              <a:r>
                <a:rPr lang="en-US" sz="1000" dirty="0" err="1">
                  <a:latin typeface="+mj-lt"/>
                </a:rPr>
                <a:t>ff:ff</a:t>
              </a:r>
              <a:r>
                <a:rPr lang="en-US" sz="1000" dirty="0">
                  <a:latin typeface="+mj-lt"/>
                </a:rPr>
                <a:t> )</a:t>
              </a:r>
            </a:p>
          </p:txBody>
        </p:sp>
        <p:sp>
          <p:nvSpPr>
            <p:cNvPr id="3" name="Rounded Rectangle 24">
              <a:extLst>
                <a:ext uri="{FF2B5EF4-FFF2-40B4-BE49-F238E27FC236}">
                  <a16:creationId xmlns:a16="http://schemas.microsoft.com/office/drawing/2014/main" id="{DE7AD799-D854-92B5-9FFD-4E60C3DD638D}"/>
                </a:ext>
              </a:extLst>
            </p:cNvPr>
            <p:cNvSpPr/>
            <p:nvPr/>
          </p:nvSpPr>
          <p:spPr>
            <a:xfrm>
              <a:off x="5043148" y="2307795"/>
              <a:ext cx="1516699" cy="1056761"/>
            </a:xfrm>
            <a:prstGeom prst="roundRect">
              <a:avLst/>
            </a:prstGeom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5" name="Can 26">
              <a:extLst>
                <a:ext uri="{FF2B5EF4-FFF2-40B4-BE49-F238E27FC236}">
                  <a16:creationId xmlns:a16="http://schemas.microsoft.com/office/drawing/2014/main" id="{383307C7-33DD-3493-6EB2-217DD1C68F6A}"/>
                </a:ext>
              </a:extLst>
            </p:cNvPr>
            <p:cNvSpPr/>
            <p:nvPr/>
          </p:nvSpPr>
          <p:spPr>
            <a:xfrm>
              <a:off x="5115694" y="3139150"/>
              <a:ext cx="230882" cy="165176"/>
            </a:xfrm>
            <a:prstGeom prst="can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latin typeface="+mj-lt"/>
                </a:rPr>
                <a:t>Q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38F17F6-9FCE-4820-8DF2-CDAA92F05725}"/>
                </a:ext>
              </a:extLst>
            </p:cNvPr>
            <p:cNvSpPr txBox="1"/>
            <p:nvPr/>
          </p:nvSpPr>
          <p:spPr>
            <a:xfrm>
              <a:off x="5319791" y="3384967"/>
              <a:ext cx="124005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Target Primary</a:t>
              </a:r>
            </a:p>
          </p:txBody>
        </p:sp>
        <p:sp>
          <p:nvSpPr>
            <p:cNvPr id="11" name="Can 21">
              <a:extLst>
                <a:ext uri="{FF2B5EF4-FFF2-40B4-BE49-F238E27FC236}">
                  <a16:creationId xmlns:a16="http://schemas.microsoft.com/office/drawing/2014/main" id="{A91FF3B8-9E0A-0922-F76B-96FC00380404}"/>
                </a:ext>
              </a:extLst>
            </p:cNvPr>
            <p:cNvSpPr/>
            <p:nvPr/>
          </p:nvSpPr>
          <p:spPr>
            <a:xfrm>
              <a:off x="5167570" y="2596238"/>
              <a:ext cx="1266821" cy="482682"/>
            </a:xfrm>
            <a:prstGeom prst="ca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+mj-lt"/>
                </a:rPr>
                <a:t>PVOL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7C0EFD9-1DF7-E8DB-4547-3097E6CC1CA4}"/>
                </a:ext>
              </a:extLst>
            </p:cNvPr>
            <p:cNvSpPr txBox="1"/>
            <p:nvPr/>
          </p:nvSpPr>
          <p:spPr>
            <a:xfrm>
              <a:off x="207769" y="3375788"/>
              <a:ext cx="13105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Source Secondary</a:t>
              </a:r>
            </a:p>
          </p:txBody>
        </p:sp>
        <p:sp>
          <p:nvSpPr>
            <p:cNvPr id="2" name="Rounded Rectangle 24">
              <a:extLst>
                <a:ext uri="{FF2B5EF4-FFF2-40B4-BE49-F238E27FC236}">
                  <a16:creationId xmlns:a16="http://schemas.microsoft.com/office/drawing/2014/main" id="{C5CF72BB-86D0-C20D-6BA9-42C89438E67F}"/>
                </a:ext>
              </a:extLst>
            </p:cNvPr>
            <p:cNvSpPr/>
            <p:nvPr/>
          </p:nvSpPr>
          <p:spPr>
            <a:xfrm>
              <a:off x="7588050" y="2310639"/>
              <a:ext cx="1516699" cy="1056761"/>
            </a:xfrm>
            <a:prstGeom prst="roundRect">
              <a:avLst/>
            </a:prstGeom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12" name="Can 26">
              <a:extLst>
                <a:ext uri="{FF2B5EF4-FFF2-40B4-BE49-F238E27FC236}">
                  <a16:creationId xmlns:a16="http://schemas.microsoft.com/office/drawing/2014/main" id="{3A722D01-BD3D-E738-5CA0-1C47EF8424D9}"/>
                </a:ext>
              </a:extLst>
            </p:cNvPr>
            <p:cNvSpPr/>
            <p:nvPr/>
          </p:nvSpPr>
          <p:spPr>
            <a:xfrm>
              <a:off x="7660596" y="3141994"/>
              <a:ext cx="230882" cy="165176"/>
            </a:xfrm>
            <a:prstGeom prst="can">
              <a:avLst/>
            </a:prstGeom>
            <a:solidFill>
              <a:schemeClr val="accent3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latin typeface="+mj-lt"/>
                </a:rPr>
                <a:t>Q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6CC9816-98EA-8628-52CB-AFF88CF259C2}"/>
                </a:ext>
              </a:extLst>
            </p:cNvPr>
            <p:cNvSpPr txBox="1"/>
            <p:nvPr/>
          </p:nvSpPr>
          <p:spPr>
            <a:xfrm>
              <a:off x="7799600" y="3387811"/>
              <a:ext cx="124005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Target Secondary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7A5211E-1911-5133-581D-3C2F3951D812}"/>
                </a:ext>
              </a:extLst>
            </p:cNvPr>
            <p:cNvSpPr txBox="1"/>
            <p:nvPr/>
          </p:nvSpPr>
          <p:spPr>
            <a:xfrm>
              <a:off x="6856322" y="2874523"/>
              <a:ext cx="58877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PAIR</a:t>
              </a:r>
            </a:p>
          </p:txBody>
        </p:sp>
        <p:sp>
          <p:nvSpPr>
            <p:cNvPr id="25" name="Can 21">
              <a:extLst>
                <a:ext uri="{FF2B5EF4-FFF2-40B4-BE49-F238E27FC236}">
                  <a16:creationId xmlns:a16="http://schemas.microsoft.com/office/drawing/2014/main" id="{A1F884B0-969B-46DE-9EAD-A434DB1B670B}"/>
                </a:ext>
              </a:extLst>
            </p:cNvPr>
            <p:cNvSpPr/>
            <p:nvPr/>
          </p:nvSpPr>
          <p:spPr>
            <a:xfrm>
              <a:off x="7712472" y="2599082"/>
              <a:ext cx="1266821" cy="482682"/>
            </a:xfrm>
            <a:prstGeom prst="ca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+mj-lt"/>
                </a:rPr>
                <a:t>S-VOL</a:t>
              </a:r>
            </a:p>
          </p:txBody>
        </p:sp>
        <p:sp>
          <p:nvSpPr>
            <p:cNvPr id="27" name="Can 26">
              <a:extLst>
                <a:ext uri="{FF2B5EF4-FFF2-40B4-BE49-F238E27FC236}">
                  <a16:creationId xmlns:a16="http://schemas.microsoft.com/office/drawing/2014/main" id="{FABF61B7-88A6-9AAA-4821-CDAF1E4D4E40}"/>
                </a:ext>
              </a:extLst>
            </p:cNvPr>
            <p:cNvSpPr/>
            <p:nvPr/>
          </p:nvSpPr>
          <p:spPr>
            <a:xfrm>
              <a:off x="6244461" y="3143930"/>
              <a:ext cx="230882" cy="165176"/>
            </a:xfrm>
            <a:prstGeom prst="can">
              <a:avLst/>
            </a:prstGeom>
            <a:solidFill>
              <a:schemeClr val="accent3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latin typeface="+mj-lt"/>
                </a:rPr>
                <a:t>Q</a:t>
              </a:r>
            </a:p>
          </p:txBody>
        </p:sp>
        <p:sp>
          <p:nvSpPr>
            <p:cNvPr id="36" name="Can 13">
              <a:extLst>
                <a:ext uri="{FF2B5EF4-FFF2-40B4-BE49-F238E27FC236}">
                  <a16:creationId xmlns:a16="http://schemas.microsoft.com/office/drawing/2014/main" id="{EC292E2E-BCE2-F2E7-8839-5C6FBA9E5D0F}"/>
                </a:ext>
              </a:extLst>
            </p:cNvPr>
            <p:cNvSpPr/>
            <p:nvPr/>
          </p:nvSpPr>
          <p:spPr>
            <a:xfrm>
              <a:off x="6880344" y="3558330"/>
              <a:ext cx="383282" cy="317576"/>
            </a:xfrm>
            <a:prstGeom prst="can">
              <a:avLst/>
            </a:prstGeom>
            <a:solidFill>
              <a:schemeClr val="accent3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+mj-lt"/>
                </a:rPr>
                <a:t>Q</a:t>
              </a:r>
            </a:p>
          </p:txBody>
        </p:sp>
        <p:cxnSp>
          <p:nvCxnSpPr>
            <p:cNvPr id="37" name="Connector: Curved 36">
              <a:extLst>
                <a:ext uri="{FF2B5EF4-FFF2-40B4-BE49-F238E27FC236}">
                  <a16:creationId xmlns:a16="http://schemas.microsoft.com/office/drawing/2014/main" id="{A002EB1D-F96C-E4A8-501E-D57988AF6CD7}"/>
                </a:ext>
              </a:extLst>
            </p:cNvPr>
            <p:cNvCxnSpPr>
              <a:endCxn id="36" idx="2"/>
            </p:cNvCxnSpPr>
            <p:nvPr/>
          </p:nvCxnSpPr>
          <p:spPr>
            <a:xfrm rot="16200000" flipH="1">
              <a:off x="6422232" y="3259005"/>
              <a:ext cx="410659" cy="505566"/>
            </a:xfrm>
            <a:prstGeom prst="curvedConnector2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ctor: Curved 38">
              <a:extLst>
                <a:ext uri="{FF2B5EF4-FFF2-40B4-BE49-F238E27FC236}">
                  <a16:creationId xmlns:a16="http://schemas.microsoft.com/office/drawing/2014/main" id="{80EBEB74-2886-951E-A4EB-0A2BED84400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309112" y="3264481"/>
              <a:ext cx="410659" cy="505566"/>
            </a:xfrm>
            <a:prstGeom prst="curvedConnector2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Up-down Arrow 12">
              <a:extLst>
                <a:ext uri="{FF2B5EF4-FFF2-40B4-BE49-F238E27FC236}">
                  <a16:creationId xmlns:a16="http://schemas.microsoft.com/office/drawing/2014/main" id="{1D2F575B-708B-E7EC-76C4-7FDC28840153}"/>
                </a:ext>
              </a:extLst>
            </p:cNvPr>
            <p:cNvSpPr/>
            <p:nvPr/>
          </p:nvSpPr>
          <p:spPr>
            <a:xfrm rot="5400000">
              <a:off x="6965216" y="2333906"/>
              <a:ext cx="213543" cy="1032125"/>
            </a:xfrm>
            <a:prstGeom prst="upDown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+mj-lt"/>
              </a:endParaRP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9710CC2A-7A97-7948-AC10-800D24522E41}"/>
                </a:ext>
              </a:extLst>
            </p:cNvPr>
            <p:cNvCxnSpPr>
              <a:cxnSpLocks/>
            </p:cNvCxnSpPr>
            <p:nvPr/>
          </p:nvCxnSpPr>
          <p:spPr>
            <a:xfrm>
              <a:off x="5831632" y="1294837"/>
              <a:ext cx="0" cy="1012958"/>
            </a:xfrm>
            <a:prstGeom prst="straightConnector1">
              <a:avLst/>
            </a:prstGeom>
            <a:ln w="28575">
              <a:solidFill>
                <a:schemeClr val="accent3">
                  <a:lumMod val="90000"/>
                  <a:lumOff val="1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4306ED6D-BA60-F643-8CE2-56EE4FD53515}"/>
                </a:ext>
              </a:extLst>
            </p:cNvPr>
            <p:cNvCxnSpPr>
              <a:cxnSpLocks/>
            </p:cNvCxnSpPr>
            <p:nvPr/>
          </p:nvCxnSpPr>
          <p:spPr>
            <a:xfrm>
              <a:off x="8375647" y="1294837"/>
              <a:ext cx="0" cy="1012957"/>
            </a:xfrm>
            <a:prstGeom prst="straightConnector1">
              <a:avLst/>
            </a:prstGeom>
            <a:ln w="28575">
              <a:solidFill>
                <a:schemeClr val="accent3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nector: Curved 70">
              <a:extLst>
                <a:ext uri="{FF2B5EF4-FFF2-40B4-BE49-F238E27FC236}">
                  <a16:creationId xmlns:a16="http://schemas.microsoft.com/office/drawing/2014/main" id="{1EC7D9FF-60B7-9EA9-857C-4770B18A737A}"/>
                </a:ext>
              </a:extLst>
            </p:cNvPr>
            <p:cNvCxnSpPr>
              <a:cxnSpLocks/>
            </p:cNvCxnSpPr>
            <p:nvPr/>
          </p:nvCxnSpPr>
          <p:spPr>
            <a:xfrm>
              <a:off x="5962495" y="1223492"/>
              <a:ext cx="2417961" cy="1084303"/>
            </a:xfrm>
            <a:prstGeom prst="curvedConnector2">
              <a:avLst/>
            </a:prstGeom>
            <a:ln w="28575">
              <a:solidFill>
                <a:schemeClr val="accent3">
                  <a:lumMod val="90000"/>
                  <a:lumOff val="1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nector: Curved 71">
              <a:extLst>
                <a:ext uri="{FF2B5EF4-FFF2-40B4-BE49-F238E27FC236}">
                  <a16:creationId xmlns:a16="http://schemas.microsoft.com/office/drawing/2014/main" id="{8CB68B2A-959A-AFDA-9E39-79BAD098DE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24412" y="1223492"/>
              <a:ext cx="2417961" cy="1084303"/>
            </a:xfrm>
            <a:prstGeom prst="curvedConnector2">
              <a:avLst/>
            </a:prstGeom>
            <a:ln w="28575">
              <a:solidFill>
                <a:schemeClr val="accent3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2FBCF066-076A-5846-8833-0A510F51AB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29669" y="847984"/>
              <a:ext cx="428738" cy="580000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2FB0A6E4-4789-3E4A-B163-7783517DDE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17261" y="847986"/>
              <a:ext cx="428738" cy="580000"/>
            </a:xfrm>
            <a:prstGeom prst="rect">
              <a:avLst/>
            </a:prstGeom>
          </p:spPr>
        </p:pic>
      </p:grpSp>
      <p:sp>
        <p:nvSpPr>
          <p:cNvPr id="29" name="Title 3">
            <a:extLst>
              <a:ext uri="{FF2B5EF4-FFF2-40B4-BE49-F238E27FC236}">
                <a16:creationId xmlns:a16="http://schemas.microsoft.com/office/drawing/2014/main" id="{AC3540EE-E283-E92B-10C0-56FE6CE20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60" y="53113"/>
            <a:ext cx="7051040" cy="732441"/>
          </a:xfrm>
        </p:spPr>
        <p:txBody>
          <a:bodyPr>
            <a:normAutofit/>
          </a:bodyPr>
          <a:lstStyle/>
          <a:p>
            <a:r>
              <a:rPr lang="en-US" dirty="0" err="1"/>
              <a:t>pairsplit</a:t>
            </a:r>
            <a:r>
              <a:rPr lang="en-US" sz="2400" dirty="0"/>
              <a:t> SRC ( -R ) &amp; </a:t>
            </a:r>
            <a:r>
              <a:rPr lang="en-US" sz="2400" dirty="0" err="1"/>
              <a:t>MIGration</a:t>
            </a:r>
            <a:r>
              <a:rPr lang="en-US" sz="2400" dirty="0"/>
              <a:t> ( -S ) PAIRs </a:t>
            </a:r>
          </a:p>
        </p:txBody>
      </p:sp>
    </p:spTree>
    <p:extLst>
      <p:ext uri="{BB962C8B-B14F-4D97-AF65-F5344CB8AC3E}">
        <p14:creationId xmlns:p14="http://schemas.microsoft.com/office/powerpoint/2010/main" val="3512611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840368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5268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9"/>
</p:tagLst>
</file>

<file path=ppt/theme/theme1.xml><?xml version="1.0" encoding="utf-8"?>
<a:theme xmlns:a="http://schemas.openxmlformats.org/drawingml/2006/main" name="HV2019">
  <a:themeElements>
    <a:clrScheme name="2020">
      <a:dk1>
        <a:srgbClr val="414141"/>
      </a:dk1>
      <a:lt1>
        <a:srgbClr val="FFFFFF"/>
      </a:lt1>
      <a:dk2>
        <a:srgbClr val="000000"/>
      </a:dk2>
      <a:lt2>
        <a:srgbClr val="D8D9D8"/>
      </a:lt2>
      <a:accent1>
        <a:srgbClr val="650000"/>
      </a:accent1>
      <a:accent2>
        <a:srgbClr val="CC0000"/>
      </a:accent2>
      <a:accent3>
        <a:srgbClr val="051C2C"/>
      </a:accent3>
      <a:accent4>
        <a:srgbClr val="6FCACE"/>
      </a:accent4>
      <a:accent5>
        <a:srgbClr val="FA6800"/>
      </a:accent5>
      <a:accent6>
        <a:srgbClr val="FEC22B"/>
      </a:accent6>
      <a:hlink>
        <a:srgbClr val="CC0000"/>
      </a:hlink>
      <a:folHlink>
        <a:srgbClr val="525252"/>
      </a:folHlink>
    </a:clrScheme>
    <a:fontScheme name="HDS 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 dirty="0" smtClean="0">
            <a:latin typeface="+mj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bg1">
              <a:lumMod val="6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3C84206B-A8B8-0A42-BB40-EC158466111E}" vid="{A600524D-9B4E-7E44-8AA4-1E381BD40F90}"/>
    </a:ext>
  </a:extLst>
</a:theme>
</file>

<file path=ppt/theme/theme2.xml><?xml version="1.0" encoding="utf-8"?>
<a:theme xmlns:a="http://schemas.openxmlformats.org/drawingml/2006/main" name="Office Theme">
  <a:themeElements>
    <a:clrScheme name="HDS 2011">
      <a:dk1>
        <a:sysClr val="windowText" lastClr="000000"/>
      </a:dk1>
      <a:lt1>
        <a:sysClr val="window" lastClr="FFFFFF"/>
      </a:lt1>
      <a:dk2>
        <a:srgbClr val="14AF9F"/>
      </a:dk2>
      <a:lt2>
        <a:srgbClr val="6D6E71"/>
      </a:lt2>
      <a:accent1>
        <a:srgbClr val="FD0014"/>
      </a:accent1>
      <a:accent2>
        <a:srgbClr val="C20014"/>
      </a:accent2>
      <a:accent3>
        <a:srgbClr val="009933"/>
      </a:accent3>
      <a:accent4>
        <a:srgbClr val="0073B2"/>
      </a:accent4>
      <a:accent5>
        <a:srgbClr val="DEB408"/>
      </a:accent5>
      <a:accent6>
        <a:srgbClr val="DC7400"/>
      </a:accent6>
      <a:hlink>
        <a:srgbClr val="FD0014"/>
      </a:hlink>
      <a:folHlink>
        <a:srgbClr val="C20014"/>
      </a:folHlink>
    </a:clrScheme>
    <a:fontScheme name="HDS 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HDS 2011">
      <a:dk1>
        <a:sysClr val="windowText" lastClr="000000"/>
      </a:dk1>
      <a:lt1>
        <a:sysClr val="window" lastClr="FFFFFF"/>
      </a:lt1>
      <a:dk2>
        <a:srgbClr val="14AF9F"/>
      </a:dk2>
      <a:lt2>
        <a:srgbClr val="6D6E71"/>
      </a:lt2>
      <a:accent1>
        <a:srgbClr val="FD0014"/>
      </a:accent1>
      <a:accent2>
        <a:srgbClr val="C20014"/>
      </a:accent2>
      <a:accent3>
        <a:srgbClr val="009933"/>
      </a:accent3>
      <a:accent4>
        <a:srgbClr val="0073B2"/>
      </a:accent4>
      <a:accent5>
        <a:srgbClr val="DEB408"/>
      </a:accent5>
      <a:accent6>
        <a:srgbClr val="DC7400"/>
      </a:accent6>
      <a:hlink>
        <a:srgbClr val="FD0014"/>
      </a:hlink>
      <a:folHlink>
        <a:srgbClr val="C20014"/>
      </a:folHlink>
    </a:clrScheme>
    <a:fontScheme name="HDS 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6374C838C94634995E62F403266E473" ma:contentTypeVersion="12" ma:contentTypeDescription="Create a new document." ma:contentTypeScope="" ma:versionID="3e851962f126b13441f9cb4b02d0cff3">
  <xsd:schema xmlns:xsd="http://www.w3.org/2001/XMLSchema" xmlns:xs="http://www.w3.org/2001/XMLSchema" xmlns:p="http://schemas.microsoft.com/office/2006/metadata/properties" xmlns:ns2="7cfb369e-589a-4183-a203-60364c115a36" xmlns:ns3="4471739a-a48c-4b7e-ac82-0f416f7339d8" targetNamespace="http://schemas.microsoft.com/office/2006/metadata/properties" ma:root="true" ma:fieldsID="ad28a927882af529c0dbbb7d1eb92ffd" ns2:_="" ns3:_="">
    <xsd:import namespace="7cfb369e-589a-4183-a203-60364c115a36"/>
    <xsd:import namespace="4471739a-a48c-4b7e-ac82-0f416f7339d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cfb369e-589a-4183-a203-60364c115a3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71739a-a48c-4b7e-ac82-0f416f7339d8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C86DB61-D6BB-4655-A234-DB58689FF75A}">
  <ds:schemaRefs>
    <ds:schemaRef ds:uri="http://purl.org/dc/terms/"/>
    <ds:schemaRef ds:uri="7cfb369e-589a-4183-a203-60364c115a36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www.w3.org/XML/1998/namespace"/>
    <ds:schemaRef ds:uri="http://schemas.microsoft.com/office/infopath/2007/PartnerControls"/>
    <ds:schemaRef ds:uri="4471739a-a48c-4b7e-ac82-0f416f7339d8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0BD1B956-2265-4ACF-B93B-634C0FEC27E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cfb369e-589a-4183-a203-60364c115a36"/>
    <ds:schemaRef ds:uri="4471739a-a48c-4b7e-ac82-0f416f7339d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50C67C0-89DF-42CB-B6B2-1D88CF2C177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HV2019</Template>
  <TotalTime>746</TotalTime>
  <Words>221</Words>
  <Application>Microsoft Office PowerPoint</Application>
  <PresentationFormat>On-screen Show (16:9)</PresentationFormat>
  <Paragraphs>107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HelveticaNeueLT Std</vt:lpstr>
      <vt:lpstr>Wingdings</vt:lpstr>
      <vt:lpstr>HV2019</vt:lpstr>
      <vt:lpstr>Migrate GAD PAIRs nondisruptively using GAD ( GAD+GAD )</vt:lpstr>
      <vt:lpstr>Summary</vt:lpstr>
      <vt:lpstr>Start Position</vt:lpstr>
      <vt:lpstr>paircreate MIGration COPY</vt:lpstr>
      <vt:lpstr>paircreate TARget secondary COPY</vt:lpstr>
      <vt:lpstr>pairsplit SRC GAD PAIR</vt:lpstr>
      <vt:lpstr>Pairsplit -RS MIGration PAIR</vt:lpstr>
      <vt:lpstr>pairsplit SRC ( -R ) &amp; MIGration ( -S ) PAIRs </vt:lpstr>
      <vt:lpstr>Thank You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  44pt Arial Bold</dc:title>
  <dc:creator>Chandra Prakash Thirumella</dc:creator>
  <cp:lastModifiedBy>Darren Chambers</cp:lastModifiedBy>
  <cp:revision>13</cp:revision>
  <dcterms:created xsi:type="dcterms:W3CDTF">2021-06-29T10:29:39Z</dcterms:created>
  <dcterms:modified xsi:type="dcterms:W3CDTF">2024-05-31T12:28:24Z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0x01010016374C838C94634995E62F403266E473</vt:lpwstr>
  </property>
</Properties>
</file>